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2" autoAdjust="0"/>
    <p:restoredTop sz="94507"/>
  </p:normalViewPr>
  <p:slideViewPr>
    <p:cSldViewPr snapToGrid="0">
      <p:cViewPr>
        <p:scale>
          <a:sx n="130" d="100"/>
          <a:sy n="130" d="100"/>
        </p:scale>
        <p:origin x="64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00608-AEA2-174C-9B5A-D6FF9D80983D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91960-9B13-2647-8BFC-8D6CA7AB5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29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33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78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92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41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69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91960-9B13-2647-8BFC-8D6CA7AB53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7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3A06-BA31-7381-2CDE-15632A0FC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684F3-7ABD-79CB-8117-75D7FB120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39A71-0742-48AD-A2D1-080CB4BB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E42F-D6E7-9905-589A-A2820772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7AA15-214F-40CC-1DDB-49DEA918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295A-DBE4-5CCC-33C0-90AAD8CE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4F12F-063A-6E9C-4DF1-D30CF631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53D15-19A6-01D0-4EA8-2451D413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4175-B465-101B-EC37-033C3625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452B8-BE92-5992-9D52-6D1150F8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83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3D5D-6EC2-9917-D9B9-27BD025C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AA11D-28E6-7E45-343B-BF5F3EFF1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1497-A4A2-1A1D-C2C4-85664F794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D19C0-2509-FD05-A396-6A67D169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4257-F1B1-1B50-72C1-95D87649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2FFF-CEAD-685B-F93B-684C6B83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5E77-5184-01BE-C762-3F1C31C8C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DED08-1067-1F24-15FF-CE25DBBAB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CD6D5-784F-F0C3-5B19-24A0E2B5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948B8-AABD-1653-9B61-D4BADE35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EA593-DBC7-FCC0-63F0-21B38CB21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3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D861-D183-BFB8-12C9-9A54DFA7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2AE89-074E-B8D8-9805-955BF48D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121C5-AF11-9AC5-36D6-35CFC0949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A8E01-5D09-1396-D073-C3E6396A9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ED1E5D-5F97-171E-08C9-0730637D9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8EDDD-E250-7D43-8752-77ABA6C8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E5A276-E286-EC4F-151B-5B06B784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9AA22-3CE9-ED7E-0532-7BFC9C44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619DE-C50C-7650-1409-9E9735A4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E765F-6975-C6FC-3F60-7703EC55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97EC9-3E12-2F52-7757-4CF09A66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8CDA9-9D81-923B-0543-B59B2811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3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65EFB9-4AE6-02C6-AF26-CA54741C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F2820-1F42-78AA-5415-0124101E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FAFA5-5FC6-EA67-D30E-DCA5462B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6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7968-8219-FFCD-88AD-89037605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2F48-EA49-2340-CE87-BD5675531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E082F-FACE-2948-2CD2-1DFEB742A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4493E-4B82-CDED-DCBE-E993F1C5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E0246-1F2B-CC75-A103-E1823BA1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2092F-A6CB-61C8-CDB9-2DCD067E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4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81172-62C6-E63F-20D4-A9271836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BFCE5-7D7B-031C-869F-0498484116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68B23-458F-FCCB-6912-A3D34417D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F64B6-E8DA-7FC5-D2FA-A8FBCBB7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AA050-CF02-F40A-F5FA-E90D0D8F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4212D-5AB4-4F55-BE43-A5750D09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8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61E8-484D-B76E-F0A9-9B185B71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29B51-50E0-5040-67E2-C914134A1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4044-8E9E-8994-ECDC-66AE835A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A84B-88B1-3FDC-4E5D-2B1A4714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18F87-125F-959F-E604-B5E12257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4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23CBF8-D417-9D39-038A-F2F9BDC9D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B3630-A309-C3CD-D7A2-426FC5A9B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411F-B4CA-0A7F-71A7-232E3834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35051-B736-0BE8-EC5E-9B6EDCA4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951F7-E320-68A0-4275-CC9AAD20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1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52D3D-A76E-999F-3BEC-AC3D6BC03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C38CF-2BCD-0285-F937-129477706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93310-A07F-D965-5810-8321775B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CB95C-6A6D-764E-9C2E-B3DAD6E62A28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3D42A-069E-E94C-DF3E-C37678D8B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CBAC-780B-B3B9-8DD1-AB7CB70B2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CFD09-81FE-1443-B0D6-325202167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68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FCC255-EB2D-3A2E-5AC5-04531018F22E}"/>
              </a:ext>
            </a:extLst>
          </p:cNvPr>
          <p:cNvCxnSpPr>
            <a:cxnSpLocks/>
            <a:stCxn id="23" idx="4"/>
            <a:endCxn id="29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320C96-A287-6A8D-105E-2B402CE994B1}"/>
              </a:ext>
            </a:extLst>
          </p:cNvPr>
          <p:cNvCxnSpPr>
            <a:cxnSpLocks/>
            <a:stCxn id="23" idx="5"/>
            <a:endCxn id="30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4AAC1-5CC2-A48F-750C-C162FA76452B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1420C2-65A7-5341-6475-5E001577FA97}"/>
              </a:ext>
            </a:extLst>
          </p:cNvPr>
          <p:cNvCxnSpPr>
            <a:cxnSpLocks/>
            <a:stCxn id="23" idx="6"/>
            <a:endCxn id="28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C689DD-11B0-88A4-C486-D163E2A873A3}"/>
              </a:ext>
            </a:extLst>
          </p:cNvPr>
          <p:cNvCxnSpPr>
            <a:cxnSpLocks/>
            <a:stCxn id="29" idx="6"/>
            <a:endCxn id="30" idx="2"/>
          </p:cNvCxnSpPr>
          <p:nvPr/>
        </p:nvCxnSpPr>
        <p:spPr>
          <a:xfrm>
            <a:off x="2299703" y="3157138"/>
            <a:ext cx="531022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椭圆 7">
            <a:extLst>
              <a:ext uri="{FF2B5EF4-FFF2-40B4-BE49-F238E27FC236}">
                <a16:creationId xmlns:a16="http://schemas.microsoft.com/office/drawing/2014/main" id="{837D7534-BBE7-8713-EB3F-C1AFA95B7235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28" name="椭圆 7">
            <a:extLst>
              <a:ext uri="{FF2B5EF4-FFF2-40B4-BE49-F238E27FC236}">
                <a16:creationId xmlns:a16="http://schemas.microsoft.com/office/drawing/2014/main" id="{1B40F98C-F031-63F1-B75C-1C3FF6EE032B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29" name="椭圆 7">
            <a:extLst>
              <a:ext uri="{FF2B5EF4-FFF2-40B4-BE49-F238E27FC236}">
                <a16:creationId xmlns:a16="http://schemas.microsoft.com/office/drawing/2014/main" id="{B4C37C97-D0C1-8996-00A7-4B16EDDE4A4F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30" name="椭圆 7">
            <a:extLst>
              <a:ext uri="{FF2B5EF4-FFF2-40B4-BE49-F238E27FC236}">
                <a16:creationId xmlns:a16="http://schemas.microsoft.com/office/drawing/2014/main" id="{6C756C88-E488-19B2-0F25-D798C9C35C60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D49F87-A78C-D5A7-C573-1D2A0403B9F1}"/>
              </a:ext>
            </a:extLst>
          </p:cNvPr>
          <p:cNvSpPr txBox="1"/>
          <p:nvPr/>
        </p:nvSpPr>
        <p:spPr>
          <a:xfrm>
            <a:off x="1524573" y="1936076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AAEDF-5BA9-AD66-1835-AE6CA19B4704}"/>
              </a:ext>
            </a:extLst>
          </p:cNvPr>
          <p:cNvSpPr txBox="1"/>
          <p:nvPr/>
        </p:nvSpPr>
        <p:spPr>
          <a:xfrm>
            <a:off x="3287924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FAC93-627E-F51F-93BA-5C45C48EFB3E}"/>
              </a:ext>
            </a:extLst>
          </p:cNvPr>
          <p:cNvSpPr txBox="1"/>
          <p:nvPr/>
        </p:nvSpPr>
        <p:spPr>
          <a:xfrm>
            <a:off x="1524573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E4079-0385-2065-A3A5-8B4E4FD82B91}"/>
              </a:ext>
            </a:extLst>
          </p:cNvPr>
          <p:cNvSpPr txBox="1"/>
          <p:nvPr/>
        </p:nvSpPr>
        <p:spPr>
          <a:xfrm>
            <a:off x="3287924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7740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>
            <a:off x="4028497" y="2396594"/>
            <a:ext cx="1" cy="531944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椭圆 7">
            <a:extLst>
              <a:ext uri="{FF2B5EF4-FFF2-40B4-BE49-F238E27FC236}">
                <a16:creationId xmlns:a16="http://schemas.microsoft.com/office/drawing/2014/main" id="{6EA80F64-DE59-6F57-8469-CE1BD09415F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707CB-FC24-8858-0F33-D46480E4DE12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C9CDE1-B5CC-632D-E0F8-40BDF865F07C}"/>
              </a:ext>
            </a:extLst>
          </p:cNvPr>
          <p:cNvSpPr txBox="1"/>
          <p:nvPr/>
        </p:nvSpPr>
        <p:spPr>
          <a:xfrm>
            <a:off x="1524573" y="2924073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6FE0A-12E5-3545-001E-A8F454E24C07}"/>
              </a:ext>
            </a:extLst>
          </p:cNvPr>
          <p:cNvSpPr txBox="1"/>
          <p:nvPr/>
        </p:nvSpPr>
        <p:spPr>
          <a:xfrm>
            <a:off x="4257097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72DA9-6E6B-36B9-13B9-E3709C0B95D5}"/>
              </a:ext>
            </a:extLst>
          </p:cNvPr>
          <p:cNvSpPr txBox="1"/>
          <p:nvPr/>
        </p:nvSpPr>
        <p:spPr>
          <a:xfrm>
            <a:off x="4260815" y="2924070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6C35D-C406-D44C-45DC-11480ED42FEB}"/>
              </a:ext>
            </a:extLst>
          </p:cNvPr>
          <p:cNvSpPr txBox="1"/>
          <p:nvPr/>
        </p:nvSpPr>
        <p:spPr>
          <a:xfrm>
            <a:off x="1524573" y="1936076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938006-7646-F067-1683-3FDFE88D7041}"/>
              </a:ext>
            </a:extLst>
          </p:cNvPr>
          <p:cNvSpPr txBox="1"/>
          <p:nvPr/>
        </p:nvSpPr>
        <p:spPr>
          <a:xfrm>
            <a:off x="3287924" y="1936075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E35BB1-4818-FAAF-8D00-7DEAE057688A}"/>
              </a:ext>
            </a:extLst>
          </p:cNvPr>
          <p:cNvSpPr txBox="1"/>
          <p:nvPr/>
        </p:nvSpPr>
        <p:spPr>
          <a:xfrm>
            <a:off x="2517452" y="2924071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" name="椭圆 7">
            <a:extLst>
              <a:ext uri="{FF2B5EF4-FFF2-40B4-BE49-F238E27FC236}">
                <a16:creationId xmlns:a16="http://schemas.microsoft.com/office/drawing/2014/main" id="{167A4895-8DD2-43E4-2AA9-FAB5505969C0}"/>
              </a:ext>
            </a:extLst>
          </p:cNvPr>
          <p:cNvSpPr/>
          <p:nvPr/>
        </p:nvSpPr>
        <p:spPr>
          <a:xfrm>
            <a:off x="3799897" y="1939394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027172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3" idx="4"/>
            <a:endCxn id="27" idx="0"/>
          </p:cNvCxnSpPr>
          <p:nvPr/>
        </p:nvCxnSpPr>
        <p:spPr>
          <a:xfrm>
            <a:off x="4028498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椭圆 7">
            <a:extLst>
              <a:ext uri="{FF2B5EF4-FFF2-40B4-BE49-F238E27FC236}">
                <a16:creationId xmlns:a16="http://schemas.microsoft.com/office/drawing/2014/main" id="{6EA80F64-DE59-6F57-8469-CE1BD09415F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707CB-FC24-8858-0F33-D46480E4DE12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F78C6B-C74F-202A-C032-3AD3715F9A7C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299703" y="3157138"/>
            <a:ext cx="531022" cy="0"/>
          </a:xfrm>
          <a:prstGeom prst="line">
            <a:avLst/>
          </a:prstGeom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7170EE6-176B-9A0A-334C-67C4599820C7}"/>
              </a:ext>
            </a:extLst>
          </p:cNvPr>
          <p:cNvSpPr txBox="1"/>
          <p:nvPr/>
        </p:nvSpPr>
        <p:spPr>
          <a:xfrm>
            <a:off x="2204452" y="3472263"/>
            <a:ext cx="1824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e</a:t>
            </a:r>
            <a:r>
              <a:rPr lang="en-US" sz="2400" dirty="0"/>
              <a:t>(</a:t>
            </a:r>
            <a:r>
              <a:rPr lang="en-US" sz="2400" i="1" dirty="0"/>
              <a:t> v</a:t>
            </a:r>
            <a:r>
              <a:rPr lang="en-US" sz="2400" i="1" baseline="-25000" dirty="0"/>
              <a:t>1  </a:t>
            </a:r>
            <a:r>
              <a:rPr lang="en-US" sz="2400" dirty="0"/>
              <a:t>,</a:t>
            </a:r>
            <a:r>
              <a:rPr lang="en-US" sz="2400" i="1" dirty="0"/>
              <a:t> v</a:t>
            </a:r>
            <a:r>
              <a:rPr lang="en-US" sz="2400" i="1" baseline="-25000" dirty="0"/>
              <a:t>3  </a:t>
            </a:r>
            <a:r>
              <a:rPr lang="en-US" sz="2400" dirty="0"/>
              <a:t>,</a:t>
            </a:r>
            <a:r>
              <a:rPr lang="en-US" sz="2400" i="1" dirty="0"/>
              <a:t> +</a:t>
            </a:r>
            <a:r>
              <a:rPr lang="en-US" sz="2400" i="1" baseline="-25000" dirty="0"/>
              <a:t> </a:t>
            </a:r>
            <a:r>
              <a:rPr lang="en-US" sz="2400" dirty="0"/>
              <a:t>)</a:t>
            </a: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37438C1B-ECA0-3B3D-4B39-A52EDEB7E3C6}"/>
              </a:ext>
            </a:extLst>
          </p:cNvPr>
          <p:cNvSpPr/>
          <p:nvPr/>
        </p:nvSpPr>
        <p:spPr>
          <a:xfrm>
            <a:off x="3799898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15949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D7703E-5F98-AE5B-9270-CE016137C44C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6F0-5BC2-565A-8FCC-990DA5B48A1D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7D69AC-3BAA-80B4-0B1C-5B51BFE03C4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23AF47-6AF2-1CF5-2478-DD0ADABC762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椭圆 7">
            <a:extLst>
              <a:ext uri="{FF2B5EF4-FFF2-40B4-BE49-F238E27FC236}">
                <a16:creationId xmlns:a16="http://schemas.microsoft.com/office/drawing/2014/main" id="{B708AC81-B3DE-4D4E-0EFD-4DA73EEB93EF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C5D740D8-98A3-56C7-1B58-0491F111619A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DB3DF64A-99CB-D68B-0CFE-AECC76E3FBA6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F3010A50-7AE3-076F-A24C-6B86EB3F1465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9C8B4F-FC2D-F3A8-CA0A-97FD6B7B5E33}"/>
              </a:ext>
            </a:extLst>
          </p:cNvPr>
          <p:cNvCxnSpPr>
            <a:cxnSpLocks/>
            <a:stCxn id="10" idx="5"/>
            <a:endCxn id="13" idx="1"/>
          </p:cNvCxnSpPr>
          <p:nvPr/>
        </p:nvCxnSpPr>
        <p:spPr>
          <a:xfrm>
            <a:off x="3201921" y="2330786"/>
            <a:ext cx="664932" cy="664707"/>
          </a:xfrm>
          <a:prstGeom prst="line">
            <a:avLst/>
          </a:prstGeom>
          <a:ln w="19050"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72D39D-61A6-F59B-99AD-2A2D740BFEC2}"/>
              </a:ext>
            </a:extLst>
          </p:cNvPr>
          <p:cNvCxnSpPr>
            <a:cxnSpLocks/>
            <a:stCxn id="3" idx="4"/>
            <a:endCxn id="13" idx="0"/>
          </p:cNvCxnSpPr>
          <p:nvPr/>
        </p:nvCxnSpPr>
        <p:spPr>
          <a:xfrm>
            <a:off x="4028498" y="2397741"/>
            <a:ext cx="0" cy="53079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707CB-FC24-8858-0F33-D46480E4DE12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287925" y="3157138"/>
            <a:ext cx="511973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F78C6B-C74F-202A-C032-3AD3715F9A7C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299703" y="3157138"/>
            <a:ext cx="531022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D872B2-54F7-C258-24A8-5BED0F7F6384}"/>
              </a:ext>
            </a:extLst>
          </p:cNvPr>
          <p:cNvCxnSpPr>
            <a:cxnSpLocks/>
          </p:cNvCxnSpPr>
          <p:nvPr/>
        </p:nvCxnSpPr>
        <p:spPr>
          <a:xfrm flipH="1">
            <a:off x="3349808" y="2496065"/>
            <a:ext cx="197708" cy="17299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842E1B-18BF-AD3E-3AF3-B933AF8AE09C}"/>
              </a:ext>
            </a:extLst>
          </p:cNvPr>
          <p:cNvCxnSpPr>
            <a:cxnSpLocks/>
          </p:cNvCxnSpPr>
          <p:nvPr/>
        </p:nvCxnSpPr>
        <p:spPr>
          <a:xfrm flipH="1">
            <a:off x="3502208" y="2648465"/>
            <a:ext cx="197708" cy="17299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1C1380-85C1-AD2B-FAD1-F78316E19996}"/>
              </a:ext>
            </a:extLst>
          </p:cNvPr>
          <p:cNvSpPr txBox="1"/>
          <p:nvPr/>
        </p:nvSpPr>
        <p:spPr>
          <a:xfrm>
            <a:off x="2204452" y="3472263"/>
            <a:ext cx="1709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 e</a:t>
            </a:r>
            <a:r>
              <a:rPr lang="en-US" sz="2400" dirty="0"/>
              <a:t>(</a:t>
            </a:r>
            <a:r>
              <a:rPr lang="en-US" sz="2400" i="1" dirty="0"/>
              <a:t> v</a:t>
            </a:r>
            <a:r>
              <a:rPr lang="en-US" sz="2400" i="1" baseline="-25000" dirty="0"/>
              <a:t>2  </a:t>
            </a:r>
            <a:r>
              <a:rPr lang="en-US" sz="2400" dirty="0"/>
              <a:t>,</a:t>
            </a:r>
            <a:r>
              <a:rPr lang="en-US" sz="2400" i="1" dirty="0"/>
              <a:t> v</a:t>
            </a:r>
            <a:r>
              <a:rPr lang="en-US" sz="2400" i="1" baseline="-25000" dirty="0"/>
              <a:t>5  </a:t>
            </a:r>
            <a:r>
              <a:rPr lang="en-US" sz="2400" dirty="0"/>
              <a:t>,</a:t>
            </a:r>
            <a:r>
              <a:rPr lang="en-US" sz="2400" i="1" dirty="0"/>
              <a:t> </a:t>
            </a:r>
            <a:r>
              <a:rPr lang="en-US" sz="2400" dirty="0"/>
              <a:t>-)</a:t>
            </a:r>
          </a:p>
        </p:txBody>
      </p:sp>
      <p:sp>
        <p:nvSpPr>
          <p:cNvPr id="3" name="椭圆 7">
            <a:extLst>
              <a:ext uri="{FF2B5EF4-FFF2-40B4-BE49-F238E27FC236}">
                <a16:creationId xmlns:a16="http://schemas.microsoft.com/office/drawing/2014/main" id="{B1677278-00C9-60D5-E48C-B95A0598AAC1}"/>
              </a:ext>
            </a:extLst>
          </p:cNvPr>
          <p:cNvSpPr/>
          <p:nvPr/>
        </p:nvSpPr>
        <p:spPr>
          <a:xfrm>
            <a:off x="3799898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4</a:t>
            </a:r>
            <a:endParaRPr kumimoji="1" lang="zh-CN" altLang="en-US" sz="2400" i="1" baseline="-25000" dirty="0"/>
          </a:p>
        </p:txBody>
      </p:sp>
      <p:sp>
        <p:nvSpPr>
          <p:cNvPr id="13" name="椭圆 7">
            <a:extLst>
              <a:ext uri="{FF2B5EF4-FFF2-40B4-BE49-F238E27FC236}">
                <a16:creationId xmlns:a16="http://schemas.microsoft.com/office/drawing/2014/main" id="{0384882F-9C8C-3316-4A85-57EF7518DD5D}"/>
              </a:ext>
            </a:extLst>
          </p:cNvPr>
          <p:cNvSpPr/>
          <p:nvPr/>
        </p:nvSpPr>
        <p:spPr>
          <a:xfrm>
            <a:off x="3799898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v</a:t>
            </a:r>
            <a:r>
              <a:rPr kumimoji="1" lang="en-US" altLang="zh-CN" sz="2400" i="1" baseline="-25000" dirty="0"/>
              <a:t>5</a:t>
            </a:r>
            <a:endParaRPr kumimoji="1" lang="zh-CN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58848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F4E76ED-AB67-5D68-03C2-872399F2F3C4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6131477" y="4644741"/>
            <a:ext cx="158124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5" name="Elbow Connector 224">
            <a:extLst>
              <a:ext uri="{FF2B5EF4-FFF2-40B4-BE49-F238E27FC236}">
                <a16:creationId xmlns:a16="http://schemas.microsoft.com/office/drawing/2014/main" id="{7516B6F1-AEE4-3F10-C160-2B753895C957}"/>
              </a:ext>
            </a:extLst>
          </p:cNvPr>
          <p:cNvCxnSpPr>
            <a:cxnSpLocks/>
            <a:endCxn id="223" idx="0"/>
          </p:cNvCxnSpPr>
          <p:nvPr/>
        </p:nvCxnSpPr>
        <p:spPr>
          <a:xfrm>
            <a:off x="3433945" y="2517745"/>
            <a:ext cx="588275" cy="50509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Elbow Connector 211">
            <a:extLst>
              <a:ext uri="{FF2B5EF4-FFF2-40B4-BE49-F238E27FC236}">
                <a16:creationId xmlns:a16="http://schemas.microsoft.com/office/drawing/2014/main" id="{69E39A9C-D606-4437-92E2-F51F577F0B2A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016022" y="2514147"/>
            <a:ext cx="585897" cy="50868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Elbow Connector 220">
            <a:extLst>
              <a:ext uri="{FF2B5EF4-FFF2-40B4-BE49-F238E27FC236}">
                <a16:creationId xmlns:a16="http://schemas.microsoft.com/office/drawing/2014/main" id="{EBD5360F-E79E-E72D-B064-183087CE2075}"/>
              </a:ext>
            </a:extLst>
          </p:cNvPr>
          <p:cNvCxnSpPr>
            <a:cxnSpLocks/>
            <a:stCxn id="21" idx="3"/>
            <a:endCxn id="223" idx="2"/>
          </p:cNvCxnSpPr>
          <p:nvPr/>
        </p:nvCxnSpPr>
        <p:spPr>
          <a:xfrm flipV="1">
            <a:off x="3455973" y="3491383"/>
            <a:ext cx="566247" cy="115335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Elbow Connector 212">
            <a:extLst>
              <a:ext uri="{FF2B5EF4-FFF2-40B4-BE49-F238E27FC236}">
                <a16:creationId xmlns:a16="http://schemas.microsoft.com/office/drawing/2014/main" id="{9E84C044-874A-049C-7EE6-A29B206C34D0}"/>
              </a:ext>
            </a:extLst>
          </p:cNvPr>
          <p:cNvCxnSpPr>
            <a:cxnSpLocks/>
            <a:stCxn id="19" idx="3"/>
            <a:endCxn id="100" idx="2"/>
          </p:cNvCxnSpPr>
          <p:nvPr/>
        </p:nvCxnSpPr>
        <p:spPr>
          <a:xfrm flipV="1">
            <a:off x="1356528" y="3488829"/>
            <a:ext cx="245391" cy="115591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Elbow Connector 243">
            <a:extLst>
              <a:ext uri="{FF2B5EF4-FFF2-40B4-BE49-F238E27FC236}">
                <a16:creationId xmlns:a16="http://schemas.microsoft.com/office/drawing/2014/main" id="{9A448DC7-C4F1-A202-44BB-A3B900574735}"/>
              </a:ext>
            </a:extLst>
          </p:cNvPr>
          <p:cNvCxnSpPr>
            <a:cxnSpLocks/>
            <a:endCxn id="234" idx="0"/>
          </p:cNvCxnSpPr>
          <p:nvPr/>
        </p:nvCxnSpPr>
        <p:spPr>
          <a:xfrm>
            <a:off x="6433799" y="2557725"/>
            <a:ext cx="540393" cy="463061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BAF9E1DA-CA81-19D0-4352-093CBB373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860133"/>
              </p:ext>
            </p:extLst>
          </p:nvPr>
        </p:nvGraphicFramePr>
        <p:xfrm>
          <a:off x="259248" y="2352622"/>
          <a:ext cx="109728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1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graphicFrame>
        <p:nvGraphicFramePr>
          <p:cNvPr id="14" name="Table 12">
            <a:extLst>
              <a:ext uri="{FF2B5EF4-FFF2-40B4-BE49-F238E27FC236}">
                <a16:creationId xmlns:a16="http://schemas.microsoft.com/office/drawing/2014/main" id="{54901145-FCE5-97DA-E2EC-DA30B1BA5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921234"/>
              </p:ext>
            </p:extLst>
          </p:nvPr>
        </p:nvGraphicFramePr>
        <p:xfrm>
          <a:off x="2084373" y="2343478"/>
          <a:ext cx="164592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0335772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1, </a:t>
                      </a:r>
                      <a:r>
                        <a:rPr lang="en-US" sz="2200" i="1" dirty="0"/>
                        <a:t>u</a:t>
                      </a:r>
                      <a:r>
                        <a:rPr lang="en-US" altLang="zh-CN" sz="2200" i="1" baseline="-25000" dirty="0"/>
                        <a:t>2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i="1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9BB737-3D33-B73E-F873-2F2CFC373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45778"/>
              </p:ext>
            </p:extLst>
          </p:nvPr>
        </p:nvGraphicFramePr>
        <p:xfrm>
          <a:off x="5037217" y="3958941"/>
          <a:ext cx="109426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713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713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1,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3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v</a:t>
                      </a:r>
                      <a:r>
                        <a:rPr lang="en-US" sz="22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v</a:t>
                      </a:r>
                      <a:r>
                        <a:rPr lang="en-US" sz="22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v</a:t>
                      </a:r>
                      <a:r>
                        <a:rPr lang="en-US" sz="22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v</a:t>
                      </a:r>
                      <a:r>
                        <a:rPr lang="en-US" sz="22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graphicFrame>
        <p:nvGraphicFramePr>
          <p:cNvPr id="19" name="Table 12">
            <a:extLst>
              <a:ext uri="{FF2B5EF4-FFF2-40B4-BE49-F238E27FC236}">
                <a16:creationId xmlns:a16="http://schemas.microsoft.com/office/drawing/2014/main" id="{F35010C4-20BB-7CAB-B296-2D05A3F90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968529"/>
              </p:ext>
            </p:extLst>
          </p:nvPr>
        </p:nvGraphicFramePr>
        <p:xfrm>
          <a:off x="259248" y="3958941"/>
          <a:ext cx="109728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2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49283E68-25E1-0C1D-A216-C17C9DA3E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17758"/>
              </p:ext>
            </p:extLst>
          </p:nvPr>
        </p:nvGraphicFramePr>
        <p:xfrm>
          <a:off x="4487067" y="2352622"/>
          <a:ext cx="219456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03357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17222792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1, </a:t>
                      </a:r>
                      <a:r>
                        <a:rPr lang="en-US" sz="2200" i="1" dirty="0"/>
                        <a:t>u</a:t>
                      </a:r>
                      <a:r>
                        <a:rPr lang="en-US" altLang="zh-CN" sz="2200" i="1" baseline="-25000" dirty="0"/>
                        <a:t>2</a:t>
                      </a:r>
                      <a:r>
                        <a:rPr lang="en-US" sz="2200" i="1" baseline="-25000" dirty="0"/>
                        <a:t>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3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i="1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i="1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1878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4DFEA1F-2303-814B-EF1B-606C0A19F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48589"/>
              </p:ext>
            </p:extLst>
          </p:nvPr>
        </p:nvGraphicFramePr>
        <p:xfrm>
          <a:off x="2358693" y="3958941"/>
          <a:ext cx="109728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3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C0F98E2-5605-AB02-7C17-18D37CA786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45777"/>
              </p:ext>
            </p:extLst>
          </p:nvPr>
        </p:nvGraphicFramePr>
        <p:xfrm>
          <a:off x="7712721" y="4187541"/>
          <a:ext cx="1097280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2,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3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7099"/>
                  </a:ext>
                </a:extLst>
              </a:tr>
            </a:tbl>
          </a:graphicData>
        </a:graphic>
      </p:graphicFrame>
      <p:graphicFrame>
        <p:nvGraphicFramePr>
          <p:cNvPr id="68" name="Table 12">
            <a:extLst>
              <a:ext uri="{FF2B5EF4-FFF2-40B4-BE49-F238E27FC236}">
                <a16:creationId xmlns:a16="http://schemas.microsoft.com/office/drawing/2014/main" id="{937AC139-9685-3FEE-1BCF-CA368A7C8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69956"/>
              </p:ext>
            </p:extLst>
          </p:nvPr>
        </p:nvGraphicFramePr>
        <p:xfrm>
          <a:off x="7438401" y="2798633"/>
          <a:ext cx="2194560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4063492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5151306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5033577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717222792"/>
                    </a:ext>
                  </a:extLst>
                </a:gridCol>
              </a:tblGrid>
              <a:tr h="457200">
                <a:tc gridSpan="4">
                  <a:txBody>
                    <a:bodyPr/>
                    <a:lstStyle/>
                    <a:p>
                      <a:pPr algn="ctr"/>
                      <a:r>
                        <a:rPr lang="en-US" sz="2200" i="1" dirty="0"/>
                        <a:t>R</a:t>
                      </a:r>
                      <a:r>
                        <a:rPr lang="en-US" sz="2200" i="0" dirty="0"/>
                        <a:t>(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0,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1, </a:t>
                      </a:r>
                      <a:r>
                        <a:rPr lang="en-US" sz="2200" i="1" dirty="0"/>
                        <a:t>u</a:t>
                      </a:r>
                      <a:r>
                        <a:rPr lang="en-US" altLang="zh-CN" sz="2200" i="1" baseline="-25000" dirty="0"/>
                        <a:t>2</a:t>
                      </a:r>
                      <a:r>
                        <a:rPr lang="en-US" sz="2200" i="1" baseline="-25000" dirty="0"/>
                        <a:t>, </a:t>
                      </a:r>
                      <a:r>
                        <a:rPr lang="en-US" sz="2200" i="1" dirty="0"/>
                        <a:t>u</a:t>
                      </a:r>
                      <a:r>
                        <a:rPr lang="en-US" sz="2200" i="1" baseline="-25000" dirty="0"/>
                        <a:t>3</a:t>
                      </a:r>
                      <a:r>
                        <a:rPr lang="en-US" sz="2200" i="0" dirty="0"/>
                        <a:t>)</a:t>
                      </a:r>
                      <a:endParaRPr lang="en-US" sz="2200" i="0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i="1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200" i="1" baseline="-250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89649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02420"/>
                  </a:ext>
                </a:extLst>
              </a:tr>
            </a:tbl>
          </a:graphicData>
        </a:graphic>
      </p:graphicFrame>
      <p:sp>
        <p:nvSpPr>
          <p:cNvPr id="100" name="Rectangle 99">
            <a:extLst>
              <a:ext uri="{FF2B5EF4-FFF2-40B4-BE49-F238E27FC236}">
                <a16:creationId xmlns:a16="http://schemas.microsoft.com/office/drawing/2014/main" id="{960DDEDB-5DB4-056D-522C-8A6E1E53DF8F}"/>
              </a:ext>
            </a:extLst>
          </p:cNvPr>
          <p:cNvSpPr/>
          <p:nvPr/>
        </p:nvSpPr>
        <p:spPr>
          <a:xfrm>
            <a:off x="1381469" y="3022836"/>
            <a:ext cx="440900" cy="4659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i="0" dirty="0">
                <a:solidFill>
                  <a:srgbClr val="040C28"/>
                </a:solidFill>
                <a:effectLst/>
                <a:latin typeface="Google Sans"/>
              </a:rPr>
              <a:t>⋈</a:t>
            </a:r>
            <a:endParaRPr lang="en-US" sz="3600" dirty="0"/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73718B02-7A9A-33C1-C4D6-7D784450C672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822369" y="3255833"/>
            <a:ext cx="25841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A8B4A81-9356-31AF-25E7-E3EEC017CAC5}"/>
              </a:ext>
            </a:extLst>
          </p:cNvPr>
          <p:cNvSpPr/>
          <p:nvPr/>
        </p:nvSpPr>
        <p:spPr>
          <a:xfrm>
            <a:off x="3802764" y="3022836"/>
            <a:ext cx="438912" cy="4685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i="0" dirty="0">
                <a:solidFill>
                  <a:srgbClr val="040C28"/>
                </a:solidFill>
                <a:effectLst/>
                <a:latin typeface="Google Sans"/>
              </a:rPr>
              <a:t>⋈</a:t>
            </a:r>
            <a:endParaRPr lang="en-US" sz="3600" dirty="0"/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B943B1B5-D027-E78B-A35D-34F3C29F0BFE}"/>
              </a:ext>
            </a:extLst>
          </p:cNvPr>
          <p:cNvCxnSpPr>
            <a:cxnSpLocks/>
            <a:stCxn id="223" idx="3"/>
          </p:cNvCxnSpPr>
          <p:nvPr/>
        </p:nvCxnSpPr>
        <p:spPr>
          <a:xfrm>
            <a:off x="4241676" y="3257110"/>
            <a:ext cx="26129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4" name="Rectangle 233">
            <a:extLst>
              <a:ext uri="{FF2B5EF4-FFF2-40B4-BE49-F238E27FC236}">
                <a16:creationId xmlns:a16="http://schemas.microsoft.com/office/drawing/2014/main" id="{882FC650-B52D-12E6-6AE9-779BC3608FE4}"/>
              </a:ext>
            </a:extLst>
          </p:cNvPr>
          <p:cNvSpPr/>
          <p:nvPr/>
        </p:nvSpPr>
        <p:spPr>
          <a:xfrm>
            <a:off x="6754736" y="3020786"/>
            <a:ext cx="438912" cy="46634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i="0" dirty="0">
                <a:solidFill>
                  <a:srgbClr val="040C28"/>
                </a:solidFill>
                <a:effectLst/>
                <a:latin typeface="Google Sans"/>
              </a:rPr>
              <a:t>⋈</a:t>
            </a:r>
            <a:endParaRPr lang="en-US" sz="3600" dirty="0"/>
          </a:p>
        </p:txBody>
      </p: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42D9B1B9-33D9-F5B2-DB28-515290AB9B01}"/>
              </a:ext>
            </a:extLst>
          </p:cNvPr>
          <p:cNvCxnSpPr>
            <a:cxnSpLocks/>
            <a:stCxn id="234" idx="3"/>
            <a:endCxn id="68" idx="1"/>
          </p:cNvCxnSpPr>
          <p:nvPr/>
        </p:nvCxnSpPr>
        <p:spPr>
          <a:xfrm>
            <a:off x="7193648" y="3253958"/>
            <a:ext cx="244753" cy="187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146F40B0-8DE0-4626-3FF6-30F51F913A71}"/>
              </a:ext>
            </a:extLst>
          </p:cNvPr>
          <p:cNvSpPr txBox="1"/>
          <p:nvPr/>
        </p:nvSpPr>
        <p:spPr>
          <a:xfrm>
            <a:off x="7346804" y="2414587"/>
            <a:ext cx="2377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i="1" dirty="0"/>
              <a:t>Matching Result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D43A02A-72E0-6204-DE51-12BAFF67E0F5}"/>
              </a:ext>
            </a:extLst>
          </p:cNvPr>
          <p:cNvCxnSpPr>
            <a:cxnSpLocks/>
            <a:endCxn id="234" idx="2"/>
          </p:cNvCxnSpPr>
          <p:nvPr/>
        </p:nvCxnSpPr>
        <p:spPr>
          <a:xfrm flipV="1">
            <a:off x="6974192" y="3487130"/>
            <a:ext cx="0" cy="1157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59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0DC127A-6C49-45C8-316E-84FE8BC08B18}"/>
              </a:ext>
            </a:extLst>
          </p:cNvPr>
          <p:cNvSpPr/>
          <p:nvPr/>
        </p:nvSpPr>
        <p:spPr>
          <a:xfrm>
            <a:off x="4192152" y="2761924"/>
            <a:ext cx="2051299" cy="2679505"/>
          </a:xfrm>
          <a:prstGeom prst="rect">
            <a:avLst/>
          </a:prstGeom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t"/>
          <a:lstStyle/>
          <a:p>
            <a:pPr algn="ctr"/>
            <a:endParaRPr lang="en-US" sz="1600" dirty="0">
              <a:solidFill>
                <a:schemeClr val="accent6"/>
              </a:solidFill>
              <a:latin typeface="Courier" pitchFamily="2" charset="0"/>
            </a:endParaRP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6C91A37B-FD13-49F0-03AF-4F42CE49C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765337"/>
              </p:ext>
            </p:extLst>
          </p:nvPr>
        </p:nvGraphicFramePr>
        <p:xfrm>
          <a:off x="4377325" y="3097810"/>
          <a:ext cx="1591995" cy="8837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65">
                  <a:extLst>
                    <a:ext uri="{9D8B030D-6E8A-4147-A177-3AD203B41FA5}">
                      <a16:colId xmlns:a16="http://schemas.microsoft.com/office/drawing/2014/main" val="169147086"/>
                    </a:ext>
                  </a:extLst>
                </a:gridCol>
                <a:gridCol w="530665">
                  <a:extLst>
                    <a:ext uri="{9D8B030D-6E8A-4147-A177-3AD203B41FA5}">
                      <a16:colId xmlns:a16="http://schemas.microsoft.com/office/drawing/2014/main" val="136682490"/>
                    </a:ext>
                  </a:extLst>
                </a:gridCol>
                <a:gridCol w="530665">
                  <a:extLst>
                    <a:ext uri="{9D8B030D-6E8A-4147-A177-3AD203B41FA5}">
                      <a16:colId xmlns:a16="http://schemas.microsoft.com/office/drawing/2014/main" val="115492995"/>
                    </a:ext>
                  </a:extLst>
                </a:gridCol>
              </a:tblGrid>
              <a:tr h="883791">
                <a:tc>
                  <a:txBody>
                    <a:bodyPr/>
                    <a:lstStyle/>
                    <a:p>
                      <a:pPr lvl="0" algn="ctr"/>
                      <a:r>
                        <a:rPr lang="en-US" sz="2800" dirty="0"/>
                        <a:t>...</a:t>
                      </a:r>
                    </a:p>
                  </a:txBody>
                  <a:tcPr vert="vert" anchor="b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34255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CD19AE7-F952-1BD7-30CA-413EE58D0DFC}"/>
              </a:ext>
            </a:extLst>
          </p:cNvPr>
          <p:cNvSpPr txBox="1"/>
          <p:nvPr/>
        </p:nvSpPr>
        <p:spPr>
          <a:xfrm>
            <a:off x="5158366" y="2951207"/>
            <a:ext cx="41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0D7C8-381C-96AB-191E-B1BAD1151B85}"/>
              </a:ext>
            </a:extLst>
          </p:cNvPr>
          <p:cNvSpPr txBox="1"/>
          <p:nvPr/>
        </p:nvSpPr>
        <p:spPr>
          <a:xfrm>
            <a:off x="4937922" y="3201042"/>
            <a:ext cx="470802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urier" pitchFamily="2" charset="0"/>
                <a:cs typeface="Times New Roman" panose="02020603050405020304" pitchFamily="18" charset="0"/>
              </a:rPr>
              <a:t>v2</a:t>
            </a:r>
            <a:endParaRPr lang="en-US" sz="1400" dirty="0">
              <a:latin typeface="Courier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" pitchFamily="2" charset="0"/>
                <a:cs typeface="Times New Roman" panose="02020603050405020304" pitchFamily="18" charset="0"/>
              </a:rPr>
              <a:t>v5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8EBD4-C901-5DDC-699E-B5A54CA42C12}"/>
              </a:ext>
            </a:extLst>
          </p:cNvPr>
          <p:cNvSpPr txBox="1"/>
          <p:nvPr/>
        </p:nvSpPr>
        <p:spPr>
          <a:xfrm>
            <a:off x="5454444" y="3201042"/>
            <a:ext cx="470802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urier" pitchFamily="2" charset="0"/>
                <a:cs typeface="Times New Roman" panose="02020603050405020304" pitchFamily="18" charset="0"/>
              </a:rPr>
              <a:t>v1</a:t>
            </a:r>
            <a:endParaRPr lang="en-US" sz="1400" dirty="0">
              <a:latin typeface="Courier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" pitchFamily="2" charset="0"/>
                <a:cs typeface="Times New Roman" panose="02020603050405020304" pitchFamily="18" charset="0"/>
              </a:rPr>
              <a:t>v3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A5DC56-3709-69D4-08B2-0ABE15BF21DD}"/>
              </a:ext>
            </a:extLst>
          </p:cNvPr>
          <p:cNvSpPr/>
          <p:nvPr/>
        </p:nvSpPr>
        <p:spPr>
          <a:xfrm>
            <a:off x="6352723" y="2754215"/>
            <a:ext cx="45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GPU0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45C970-2919-D48F-F54D-749205ACDA15}"/>
              </a:ext>
            </a:extLst>
          </p:cNvPr>
          <p:cNvSpPr/>
          <p:nvPr/>
        </p:nvSpPr>
        <p:spPr>
          <a:xfrm>
            <a:off x="3377236" y="2764599"/>
            <a:ext cx="700089" cy="2676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urier" pitchFamily="2" charset="0"/>
              </a:rPr>
              <a:t>CPU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F8BCCE-409A-6A1C-6E19-982D5063E122}"/>
              </a:ext>
            </a:extLst>
          </p:cNvPr>
          <p:cNvSpPr/>
          <p:nvPr/>
        </p:nvSpPr>
        <p:spPr>
          <a:xfrm>
            <a:off x="6352723" y="3278096"/>
            <a:ext cx="45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GPU1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13EB77-B720-69B0-AA6F-900E0DE99145}"/>
              </a:ext>
            </a:extLst>
          </p:cNvPr>
          <p:cNvSpPr/>
          <p:nvPr/>
        </p:nvSpPr>
        <p:spPr>
          <a:xfrm>
            <a:off x="6326081" y="5285159"/>
            <a:ext cx="457200" cy="3286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…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128554C-FA39-ADCC-36D7-6737AD0ED18B}"/>
              </a:ext>
            </a:extLst>
          </p:cNvPr>
          <p:cNvCxnSpPr>
            <a:cxnSpLocks/>
            <a:stCxn id="51" idx="4"/>
            <a:endCxn id="52" idx="0"/>
          </p:cNvCxnSpPr>
          <p:nvPr/>
        </p:nvCxnSpPr>
        <p:spPr>
          <a:xfrm>
            <a:off x="5797986" y="3427588"/>
            <a:ext cx="0" cy="29866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637EA891-BC67-A360-C423-1FF12482385F}"/>
              </a:ext>
            </a:extLst>
          </p:cNvPr>
          <p:cNvSpPr/>
          <p:nvPr/>
        </p:nvSpPr>
        <p:spPr>
          <a:xfrm>
            <a:off x="5770554" y="3372724"/>
            <a:ext cx="54864" cy="5486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" pitchFamily="2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0CCD40F-30C3-1585-E20C-A81BE1D8898C}"/>
              </a:ext>
            </a:extLst>
          </p:cNvPr>
          <p:cNvSpPr/>
          <p:nvPr/>
        </p:nvSpPr>
        <p:spPr>
          <a:xfrm>
            <a:off x="5770554" y="3726256"/>
            <a:ext cx="54864" cy="5486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3830D6-B15E-0736-31D4-0C62A18B0E79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5281464" y="3427588"/>
            <a:ext cx="0" cy="29866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09968D9-E1CF-6DE5-D4B4-AA0BDCCD4215}"/>
              </a:ext>
            </a:extLst>
          </p:cNvPr>
          <p:cNvSpPr/>
          <p:nvPr/>
        </p:nvSpPr>
        <p:spPr>
          <a:xfrm>
            <a:off x="5254032" y="3372724"/>
            <a:ext cx="54864" cy="5486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77FAF7-3CF3-650F-185A-F81DC00F4817}"/>
              </a:ext>
            </a:extLst>
          </p:cNvPr>
          <p:cNvSpPr/>
          <p:nvPr/>
        </p:nvSpPr>
        <p:spPr>
          <a:xfrm>
            <a:off x="5254032" y="3726256"/>
            <a:ext cx="54864" cy="5486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urier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BE0C16-E585-8E00-7226-1A117767C357}"/>
              </a:ext>
            </a:extLst>
          </p:cNvPr>
          <p:cNvSpPr txBox="1"/>
          <p:nvPr/>
        </p:nvSpPr>
        <p:spPr>
          <a:xfrm>
            <a:off x="5668010" y="3028151"/>
            <a:ext cx="419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30AD62-7EA4-A89E-3FAB-587931BAA37C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>
            <a:off x="4590418" y="4882307"/>
            <a:ext cx="0" cy="220756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E9058B-74E3-FDDB-2D2F-21E83C2C76C5}"/>
              </a:ext>
            </a:extLst>
          </p:cNvPr>
          <p:cNvCxnSpPr>
            <a:cxnSpLocks/>
            <a:stCxn id="19" idx="5"/>
            <a:endCxn id="22" idx="2"/>
          </p:cNvCxnSpPr>
          <p:nvPr/>
        </p:nvCxnSpPr>
        <p:spPr>
          <a:xfrm>
            <a:off x="4622747" y="4868916"/>
            <a:ext cx="283464" cy="279867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7B443AB-99AE-050D-C8DC-EE05CE8710F4}"/>
              </a:ext>
            </a:extLst>
          </p:cNvPr>
          <p:cNvCxnSpPr>
            <a:cxnSpLocks/>
            <a:stCxn id="20" idx="4"/>
            <a:endCxn id="22" idx="0"/>
          </p:cNvCxnSpPr>
          <p:nvPr/>
        </p:nvCxnSpPr>
        <p:spPr>
          <a:xfrm>
            <a:off x="4951930" y="4882307"/>
            <a:ext cx="1" cy="220756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F44B95-F387-316E-D4A8-20EFE4C6F117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4636138" y="4836587"/>
            <a:ext cx="270072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椭圆 7">
            <a:extLst>
              <a:ext uri="{FF2B5EF4-FFF2-40B4-BE49-F238E27FC236}">
                <a16:creationId xmlns:a16="http://schemas.microsoft.com/office/drawing/2014/main" id="{F3D89B8B-E286-B253-55D8-DC90BB4195AA}"/>
              </a:ext>
            </a:extLst>
          </p:cNvPr>
          <p:cNvSpPr/>
          <p:nvPr/>
        </p:nvSpPr>
        <p:spPr>
          <a:xfrm>
            <a:off x="4544698" y="4790867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sp>
        <p:nvSpPr>
          <p:cNvPr id="20" name="椭圆 7">
            <a:extLst>
              <a:ext uri="{FF2B5EF4-FFF2-40B4-BE49-F238E27FC236}">
                <a16:creationId xmlns:a16="http://schemas.microsoft.com/office/drawing/2014/main" id="{140A4B4A-9503-3B16-5AEC-FEE846BE15A6}"/>
              </a:ext>
            </a:extLst>
          </p:cNvPr>
          <p:cNvSpPr/>
          <p:nvPr/>
        </p:nvSpPr>
        <p:spPr>
          <a:xfrm>
            <a:off x="4906210" y="4790867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sp>
        <p:nvSpPr>
          <p:cNvPr id="21" name="椭圆 7">
            <a:extLst>
              <a:ext uri="{FF2B5EF4-FFF2-40B4-BE49-F238E27FC236}">
                <a16:creationId xmlns:a16="http://schemas.microsoft.com/office/drawing/2014/main" id="{CEB67903-F6FA-EA8F-EEFF-3F7C007F86EF}"/>
              </a:ext>
            </a:extLst>
          </p:cNvPr>
          <p:cNvSpPr/>
          <p:nvPr/>
        </p:nvSpPr>
        <p:spPr>
          <a:xfrm>
            <a:off x="4544698" y="5103063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sp>
        <p:nvSpPr>
          <p:cNvPr id="22" name="椭圆 7">
            <a:extLst>
              <a:ext uri="{FF2B5EF4-FFF2-40B4-BE49-F238E27FC236}">
                <a16:creationId xmlns:a16="http://schemas.microsoft.com/office/drawing/2014/main" id="{E418CBBA-A040-4899-8212-0E71F0B2E84C}"/>
              </a:ext>
            </a:extLst>
          </p:cNvPr>
          <p:cNvSpPr/>
          <p:nvPr/>
        </p:nvSpPr>
        <p:spPr>
          <a:xfrm>
            <a:off x="4906211" y="5103063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BEE90BF-EFF7-5BBE-9FCA-70D148E6FCF0}"/>
              </a:ext>
            </a:extLst>
          </p:cNvPr>
          <p:cNvCxnSpPr>
            <a:cxnSpLocks/>
            <a:stCxn id="20" idx="5"/>
            <a:endCxn id="26" idx="1"/>
          </p:cNvCxnSpPr>
          <p:nvPr/>
        </p:nvCxnSpPr>
        <p:spPr>
          <a:xfrm>
            <a:off x="4984259" y="4868916"/>
            <a:ext cx="290631" cy="247538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A56E69-8596-6941-0628-297447288065}"/>
              </a:ext>
            </a:extLst>
          </p:cNvPr>
          <p:cNvCxnSpPr>
            <a:cxnSpLocks/>
            <a:stCxn id="25" idx="4"/>
            <a:endCxn id="26" idx="0"/>
          </p:cNvCxnSpPr>
          <p:nvPr/>
        </p:nvCxnSpPr>
        <p:spPr>
          <a:xfrm flipH="1">
            <a:off x="5307219" y="4882307"/>
            <a:ext cx="752" cy="220756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椭圆 7">
            <a:extLst>
              <a:ext uri="{FF2B5EF4-FFF2-40B4-BE49-F238E27FC236}">
                <a16:creationId xmlns:a16="http://schemas.microsoft.com/office/drawing/2014/main" id="{A442782A-6BFB-129B-6E71-B3338BEA2714}"/>
              </a:ext>
            </a:extLst>
          </p:cNvPr>
          <p:cNvSpPr/>
          <p:nvPr/>
        </p:nvSpPr>
        <p:spPr>
          <a:xfrm>
            <a:off x="5262251" y="4790867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sp>
        <p:nvSpPr>
          <p:cNvPr id="26" name="椭圆 7">
            <a:extLst>
              <a:ext uri="{FF2B5EF4-FFF2-40B4-BE49-F238E27FC236}">
                <a16:creationId xmlns:a16="http://schemas.microsoft.com/office/drawing/2014/main" id="{B7B90D94-8DBD-EF36-1B90-B2BD261D6B74}"/>
              </a:ext>
            </a:extLst>
          </p:cNvPr>
          <p:cNvSpPr/>
          <p:nvPr/>
        </p:nvSpPr>
        <p:spPr>
          <a:xfrm>
            <a:off x="5261499" y="5103063"/>
            <a:ext cx="91440" cy="91440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endParaRPr kumimoji="1" lang="zh-CN" altLang="en-US" sz="2400" i="1" baseline="-250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E3DD4F-48F2-A711-568E-CA20D4A1E955}"/>
              </a:ext>
            </a:extLst>
          </p:cNvPr>
          <p:cNvCxnSpPr>
            <a:cxnSpLocks/>
            <a:stCxn id="22" idx="6"/>
            <a:endCxn id="26" idx="2"/>
          </p:cNvCxnSpPr>
          <p:nvPr/>
        </p:nvCxnSpPr>
        <p:spPr>
          <a:xfrm>
            <a:off x="4997651" y="5148783"/>
            <a:ext cx="263848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7F0BF40A-93CB-050F-637D-6182AAF17076}"/>
              </a:ext>
            </a:extLst>
          </p:cNvPr>
          <p:cNvSpPr/>
          <p:nvPr/>
        </p:nvSpPr>
        <p:spPr>
          <a:xfrm>
            <a:off x="4404935" y="4667538"/>
            <a:ext cx="1093989" cy="645356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E9DD71-1E5B-8258-4085-CE921FE9A980}"/>
              </a:ext>
            </a:extLst>
          </p:cNvPr>
          <p:cNvSpPr txBox="1"/>
          <p:nvPr/>
        </p:nvSpPr>
        <p:spPr>
          <a:xfrm>
            <a:off x="4325051" y="2757902"/>
            <a:ext cx="156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Job Queue</a:t>
            </a:r>
            <a:r>
              <a:rPr lang="zh-CN" altLang="en-US" sz="1600" dirty="0">
                <a:latin typeface="Courier" pitchFamily="2" charset="0"/>
              </a:rPr>
              <a:t> </a:t>
            </a:r>
            <a:r>
              <a:rPr lang="en-US" altLang="zh-CN" sz="1600" i="1" dirty="0">
                <a:latin typeface="Courier" pitchFamily="2" charset="0"/>
              </a:rPr>
              <a:t>L</a:t>
            </a:r>
            <a:endParaRPr lang="en-US" sz="1600" i="1" dirty="0">
              <a:latin typeface="Courier" pitchFamily="2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D10836E-E0C3-7785-52CE-42FB99AAA502}"/>
              </a:ext>
            </a:extLst>
          </p:cNvPr>
          <p:cNvSpPr txBox="1"/>
          <p:nvPr/>
        </p:nvSpPr>
        <p:spPr>
          <a:xfrm>
            <a:off x="4294288" y="4095714"/>
            <a:ext cx="2051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Dynamic Graph G=(</a:t>
            </a:r>
            <a:r>
              <a:rPr lang="en-US" sz="1600" i="1" dirty="0">
                <a:latin typeface="Courier" pitchFamily="2" charset="0"/>
              </a:rPr>
              <a:t>G0,</a:t>
            </a:r>
            <a:r>
              <a:rPr lang="el-GR" sz="1600" i="1" dirty="0">
                <a:latin typeface="Courier" pitchFamily="2" charset="0"/>
              </a:rPr>
              <a:t>Δ</a:t>
            </a:r>
            <a:r>
              <a:rPr lang="en-US" sz="1600" i="1" dirty="0">
                <a:latin typeface="Courier" pitchFamily="2" charset="0"/>
              </a:rPr>
              <a:t>G)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72FD01-8640-424F-B03E-7DFEDB32E9C1}"/>
              </a:ext>
            </a:extLst>
          </p:cNvPr>
          <p:cNvSpPr txBox="1"/>
          <p:nvPr/>
        </p:nvSpPr>
        <p:spPr>
          <a:xfrm>
            <a:off x="4077325" y="2415661"/>
            <a:ext cx="2139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Courier" pitchFamily="2" charset="0"/>
              </a:rPr>
              <a:t>Unified Memory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3662177-B18C-D026-4838-473C2C591748}"/>
              </a:ext>
            </a:extLst>
          </p:cNvPr>
          <p:cNvSpPr/>
          <p:nvPr/>
        </p:nvSpPr>
        <p:spPr>
          <a:xfrm>
            <a:off x="6354941" y="3820687"/>
            <a:ext cx="45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GPU2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7F8CAA-0A3E-0A1F-8ABB-20E844957639}"/>
              </a:ext>
            </a:extLst>
          </p:cNvPr>
          <p:cNvSpPr/>
          <p:nvPr/>
        </p:nvSpPr>
        <p:spPr>
          <a:xfrm>
            <a:off x="6354941" y="4344568"/>
            <a:ext cx="45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GPU3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96797C0-0BD5-DEFE-30CC-A1799A342AFB}"/>
              </a:ext>
            </a:extLst>
          </p:cNvPr>
          <p:cNvSpPr/>
          <p:nvPr/>
        </p:nvSpPr>
        <p:spPr>
          <a:xfrm>
            <a:off x="6352723" y="4897017"/>
            <a:ext cx="4572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GPU4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D6C2751-E734-1CE9-F6CD-DF9EFB21A108}"/>
              </a:ext>
            </a:extLst>
          </p:cNvPr>
          <p:cNvSpPr/>
          <p:nvPr/>
        </p:nvSpPr>
        <p:spPr>
          <a:xfrm>
            <a:off x="7423404" y="3087584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Pop L</a:t>
            </a:r>
            <a:endParaRPr lang="en-US" sz="1600" dirty="0"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84FD406C-F8D6-A664-3F00-77DD01BA76CE}"/>
              </a:ext>
            </a:extLst>
          </p:cNvPr>
          <p:cNvSpPr/>
          <p:nvPr/>
        </p:nvSpPr>
        <p:spPr>
          <a:xfrm>
            <a:off x="7423404" y="3842102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Matching</a:t>
            </a:r>
            <a:endParaRPr lang="en-US" sz="1600" dirty="0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8826E397-15FA-6435-5E04-BBC281969B4F}"/>
              </a:ext>
            </a:extLst>
          </p:cNvPr>
          <p:cNvSpPr/>
          <p:nvPr/>
        </p:nvSpPr>
        <p:spPr>
          <a:xfrm>
            <a:off x="7423404" y="4602318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365BD07-D8BB-CE6C-08C6-9C417E5DD988}"/>
              </a:ext>
            </a:extLst>
          </p:cNvPr>
          <p:cNvCxnSpPr>
            <a:stCxn id="82" idx="2"/>
            <a:endCxn id="83" idx="0"/>
          </p:cNvCxnSpPr>
          <p:nvPr/>
        </p:nvCxnSpPr>
        <p:spPr>
          <a:xfrm>
            <a:off x="8017764" y="3453344"/>
            <a:ext cx="0" cy="388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F1DFF90-840D-41A0-04D4-2D891EA7DEA0}"/>
              </a:ext>
            </a:extLst>
          </p:cNvPr>
          <p:cNvCxnSpPr>
            <a:cxnSpLocks/>
            <a:stCxn id="83" idx="2"/>
            <a:endCxn id="84" idx="0"/>
          </p:cNvCxnSpPr>
          <p:nvPr/>
        </p:nvCxnSpPr>
        <p:spPr>
          <a:xfrm>
            <a:off x="8017764" y="4207862"/>
            <a:ext cx="0" cy="3944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38947C4F-0BB5-A43E-82FF-01E7B4A4996C}"/>
              </a:ext>
            </a:extLst>
          </p:cNvPr>
          <p:cNvCxnSpPr>
            <a:stCxn id="84" idx="2"/>
            <a:endCxn id="82" idx="0"/>
          </p:cNvCxnSpPr>
          <p:nvPr/>
        </p:nvCxnSpPr>
        <p:spPr>
          <a:xfrm rot="5400000" flipH="1">
            <a:off x="7077517" y="4027831"/>
            <a:ext cx="1880494" cy="12700"/>
          </a:xfrm>
          <a:prstGeom prst="bentConnector5">
            <a:avLst>
              <a:gd name="adj1" fmla="val -12156"/>
              <a:gd name="adj2" fmla="val -6503614"/>
              <a:gd name="adj3" fmla="val 11215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FF725C1-05EE-B90C-85A5-ED8E47D13003}"/>
              </a:ext>
            </a:extLst>
          </p:cNvPr>
          <p:cNvSpPr/>
          <p:nvPr/>
        </p:nvSpPr>
        <p:spPr>
          <a:xfrm>
            <a:off x="7377415" y="2989794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86E4D84-14BD-B41E-D252-8D7A2FB76853}"/>
              </a:ext>
            </a:extLst>
          </p:cNvPr>
          <p:cNvSpPr/>
          <p:nvPr/>
        </p:nvSpPr>
        <p:spPr>
          <a:xfrm>
            <a:off x="7377415" y="374431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en-US" sz="12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8662BB50-A9EF-9C13-1532-8AC2EB864BCB}"/>
              </a:ext>
            </a:extLst>
          </p:cNvPr>
          <p:cNvSpPr/>
          <p:nvPr/>
        </p:nvSpPr>
        <p:spPr>
          <a:xfrm>
            <a:off x="7377415" y="451087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</a:t>
            </a:r>
            <a:endParaRPr lang="en-US" sz="1200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8D3D9E9-75C5-70D4-B293-45956C59F05F}"/>
              </a:ext>
            </a:extLst>
          </p:cNvPr>
          <p:cNvSpPr/>
          <p:nvPr/>
        </p:nvSpPr>
        <p:spPr>
          <a:xfrm>
            <a:off x="7206441" y="2718897"/>
            <a:ext cx="1820983" cy="2679505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A63FDC3A-1AAD-CC9D-D785-B008A001F58C}"/>
              </a:ext>
            </a:extLst>
          </p:cNvPr>
          <p:cNvSpPr/>
          <p:nvPr/>
        </p:nvSpPr>
        <p:spPr>
          <a:xfrm>
            <a:off x="1753536" y="3109722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600" dirty="0"/>
              <a:t>Receive Edge</a:t>
            </a:r>
            <a:endParaRPr lang="en-US" sz="1600" dirty="0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F036F765-4C76-B3FC-A941-7A5ADBCC6192}"/>
              </a:ext>
            </a:extLst>
          </p:cNvPr>
          <p:cNvSpPr/>
          <p:nvPr/>
        </p:nvSpPr>
        <p:spPr>
          <a:xfrm>
            <a:off x="1753536" y="3864240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600" dirty="0"/>
              <a:t>Update G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A605E1D2-7682-E401-0F86-57722BECDFE5}"/>
              </a:ext>
            </a:extLst>
          </p:cNvPr>
          <p:cNvSpPr/>
          <p:nvPr/>
        </p:nvSpPr>
        <p:spPr>
          <a:xfrm>
            <a:off x="1753536" y="4624456"/>
            <a:ext cx="1188720" cy="3657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1600" dirty="0"/>
              <a:t>Push </a:t>
            </a:r>
            <a:r>
              <a:rPr lang="en-US" altLang="zh-CN" sz="1600" dirty="0"/>
              <a:t>L</a:t>
            </a:r>
            <a:endParaRPr lang="en-US" sz="16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B08F8D3-0CDD-FD5C-A8EE-9001F0A3A6FB}"/>
              </a:ext>
            </a:extLst>
          </p:cNvPr>
          <p:cNvCxnSpPr>
            <a:stCxn id="110" idx="2"/>
            <a:endCxn id="111" idx="0"/>
          </p:cNvCxnSpPr>
          <p:nvPr/>
        </p:nvCxnSpPr>
        <p:spPr>
          <a:xfrm>
            <a:off x="2347896" y="3475482"/>
            <a:ext cx="0" cy="388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16B59D2-3CA3-A775-74A2-46A8E2271C2B}"/>
              </a:ext>
            </a:extLst>
          </p:cNvPr>
          <p:cNvCxnSpPr>
            <a:cxnSpLocks/>
            <a:stCxn id="111" idx="2"/>
            <a:endCxn id="112" idx="0"/>
          </p:cNvCxnSpPr>
          <p:nvPr/>
        </p:nvCxnSpPr>
        <p:spPr>
          <a:xfrm>
            <a:off x="2347896" y="4230000"/>
            <a:ext cx="0" cy="3944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B76189DE-054A-8D95-CD5E-23E8880C0375}"/>
              </a:ext>
            </a:extLst>
          </p:cNvPr>
          <p:cNvCxnSpPr>
            <a:stCxn id="112" idx="2"/>
            <a:endCxn id="110" idx="0"/>
          </p:cNvCxnSpPr>
          <p:nvPr/>
        </p:nvCxnSpPr>
        <p:spPr>
          <a:xfrm rot="5400000" flipH="1">
            <a:off x="1407649" y="4049969"/>
            <a:ext cx="1880494" cy="12700"/>
          </a:xfrm>
          <a:prstGeom prst="bentConnector5">
            <a:avLst>
              <a:gd name="adj1" fmla="val -12156"/>
              <a:gd name="adj2" fmla="val 6479992"/>
              <a:gd name="adj3" fmla="val 11215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5ED300F1-8AB5-6D1B-F48D-4D065EB2F81A}"/>
              </a:ext>
            </a:extLst>
          </p:cNvPr>
          <p:cNvSpPr/>
          <p:nvPr/>
        </p:nvSpPr>
        <p:spPr>
          <a:xfrm>
            <a:off x="1707547" y="3011932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384D9A9-7760-B1FE-FBDF-C74516130F15}"/>
              </a:ext>
            </a:extLst>
          </p:cNvPr>
          <p:cNvSpPr/>
          <p:nvPr/>
        </p:nvSpPr>
        <p:spPr>
          <a:xfrm>
            <a:off x="1707547" y="3766450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2</a:t>
            </a:r>
            <a:endParaRPr lang="en-US" sz="1200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B3A0491-0FB8-4CB1-35E7-F3F23869EA60}"/>
              </a:ext>
            </a:extLst>
          </p:cNvPr>
          <p:cNvSpPr/>
          <p:nvPr/>
        </p:nvSpPr>
        <p:spPr>
          <a:xfrm>
            <a:off x="1707547" y="4533016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</a:t>
            </a:r>
            <a:endParaRPr lang="en-US" sz="12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DCF831-AE13-1378-5E60-F6BEF45F5310}"/>
              </a:ext>
            </a:extLst>
          </p:cNvPr>
          <p:cNvSpPr/>
          <p:nvPr/>
        </p:nvSpPr>
        <p:spPr>
          <a:xfrm>
            <a:off x="1388237" y="2754318"/>
            <a:ext cx="1646729" cy="2679505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EA74E51-0B53-6D9F-AC2D-A2A4A2D6260D}"/>
              </a:ext>
            </a:extLst>
          </p:cNvPr>
          <p:cNvSpPr txBox="1"/>
          <p:nvPr/>
        </p:nvSpPr>
        <p:spPr>
          <a:xfrm>
            <a:off x="1284475" y="2448092"/>
            <a:ext cx="2139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  <a:latin typeface="Courier" pitchFamily="2" charset="0"/>
              </a:rPr>
              <a:t>CPU Procedure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444735-8831-2C1E-4E89-90E529DF2F04}"/>
              </a:ext>
            </a:extLst>
          </p:cNvPr>
          <p:cNvSpPr txBox="1"/>
          <p:nvPr/>
        </p:nvSpPr>
        <p:spPr>
          <a:xfrm>
            <a:off x="7121164" y="2415661"/>
            <a:ext cx="2139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/>
                </a:solidFill>
                <a:latin typeface="Courier" pitchFamily="2" charset="0"/>
              </a:rPr>
              <a:t>GPU Procedure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349A680-0DAA-0163-E85A-70C8C957EF64}"/>
              </a:ext>
            </a:extLst>
          </p:cNvPr>
          <p:cNvCxnSpPr>
            <a:cxnSpLocks/>
          </p:cNvCxnSpPr>
          <p:nvPr/>
        </p:nvCxnSpPr>
        <p:spPr>
          <a:xfrm flipH="1" flipV="1">
            <a:off x="3045302" y="2761924"/>
            <a:ext cx="331934" cy="24722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21B03BC-560B-F5D8-DED4-3DB619F3203B}"/>
              </a:ext>
            </a:extLst>
          </p:cNvPr>
          <p:cNvCxnSpPr>
            <a:cxnSpLocks/>
          </p:cNvCxnSpPr>
          <p:nvPr/>
        </p:nvCxnSpPr>
        <p:spPr>
          <a:xfrm flipH="1" flipV="1">
            <a:off x="3034966" y="5426911"/>
            <a:ext cx="341069" cy="22651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68FF52A-8166-21A6-866C-66D80B80F778}"/>
              </a:ext>
            </a:extLst>
          </p:cNvPr>
          <p:cNvCxnSpPr>
            <a:cxnSpLocks/>
          </p:cNvCxnSpPr>
          <p:nvPr/>
        </p:nvCxnSpPr>
        <p:spPr>
          <a:xfrm>
            <a:off x="6809923" y="2728129"/>
            <a:ext cx="386182" cy="26189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A8E08C5-4460-08E2-771B-9955F2676645}"/>
              </a:ext>
            </a:extLst>
          </p:cNvPr>
          <p:cNvCxnSpPr>
            <a:cxnSpLocks/>
          </p:cNvCxnSpPr>
          <p:nvPr/>
        </p:nvCxnSpPr>
        <p:spPr>
          <a:xfrm>
            <a:off x="6819646" y="3171269"/>
            <a:ext cx="384577" cy="2227133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784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636EF98-FF25-B9E6-0544-49FB7D2806B7}"/>
              </a:ext>
            </a:extLst>
          </p:cNvPr>
          <p:cNvCxnSpPr>
            <a:cxnSpLocks/>
          </p:cNvCxnSpPr>
          <p:nvPr/>
        </p:nvCxnSpPr>
        <p:spPr>
          <a:xfrm>
            <a:off x="2636008" y="5196121"/>
            <a:ext cx="330914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38F342-69A6-D19D-8B1E-FBDB448AAE99}"/>
              </a:ext>
            </a:extLst>
          </p:cNvPr>
          <p:cNvCxnSpPr>
            <a:cxnSpLocks/>
          </p:cNvCxnSpPr>
          <p:nvPr/>
        </p:nvCxnSpPr>
        <p:spPr>
          <a:xfrm flipV="1">
            <a:off x="2636008" y="3869683"/>
            <a:ext cx="0" cy="13264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D426E2-D7B4-E6FE-F1E4-B6D730FE499F}"/>
              </a:ext>
            </a:extLst>
          </p:cNvPr>
          <p:cNvSpPr txBox="1"/>
          <p:nvPr/>
        </p:nvSpPr>
        <p:spPr>
          <a:xfrm>
            <a:off x="5478287" y="4857567"/>
            <a:ext cx="728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" pitchFamily="2" charset="0"/>
              </a:rPr>
              <a:t>Time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4C147F-8ACC-885E-9C04-9DF265F0A53F}"/>
              </a:ext>
            </a:extLst>
          </p:cNvPr>
          <p:cNvSpPr txBox="1"/>
          <p:nvPr/>
        </p:nvSpPr>
        <p:spPr>
          <a:xfrm>
            <a:off x="2660427" y="3824069"/>
            <a:ext cx="12967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Warp ID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72427662-D8D0-85FE-F63E-8BF822FEC4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684651"/>
              </p:ext>
            </p:extLst>
          </p:nvPr>
        </p:nvGraphicFramePr>
        <p:xfrm>
          <a:off x="2720005" y="4367249"/>
          <a:ext cx="1828799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903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603109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  <a:gridCol w="87787">
                  <a:extLst>
                    <a:ext uri="{9D8B030D-6E8A-4147-A177-3AD203B41FA5}">
                      <a16:colId xmlns:a16="http://schemas.microsoft.com/office/drawing/2014/main" val="150605288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5122EB13-86A1-1E46-3D9C-D4947A54F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150027"/>
              </p:ext>
            </p:extLst>
          </p:nvPr>
        </p:nvGraphicFramePr>
        <p:xfrm>
          <a:off x="2990504" y="4567308"/>
          <a:ext cx="1828799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903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614998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  <a:gridCol w="75898">
                  <a:extLst>
                    <a:ext uri="{9D8B030D-6E8A-4147-A177-3AD203B41FA5}">
                      <a16:colId xmlns:a16="http://schemas.microsoft.com/office/drawing/2014/main" val="344191247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AAF24D60-C6D0-BB20-407C-832981768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677918"/>
              </p:ext>
            </p:extLst>
          </p:nvPr>
        </p:nvGraphicFramePr>
        <p:xfrm>
          <a:off x="3257489" y="4767367"/>
          <a:ext cx="1828799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903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616955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  <a:gridCol w="73941">
                  <a:extLst>
                    <a:ext uri="{9D8B030D-6E8A-4147-A177-3AD203B41FA5}">
                      <a16:colId xmlns:a16="http://schemas.microsoft.com/office/drawing/2014/main" val="390022715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graphicFrame>
        <p:nvGraphicFramePr>
          <p:cNvPr id="18" name="Table 13">
            <a:extLst>
              <a:ext uri="{FF2B5EF4-FFF2-40B4-BE49-F238E27FC236}">
                <a16:creationId xmlns:a16="http://schemas.microsoft.com/office/drawing/2014/main" id="{111DD175-C0DF-FB13-2D9F-454F1BA22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548111"/>
              </p:ext>
            </p:extLst>
          </p:nvPr>
        </p:nvGraphicFramePr>
        <p:xfrm>
          <a:off x="3526193" y="4967426"/>
          <a:ext cx="1828799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903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603745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  <a:gridCol w="87151">
                  <a:extLst>
                    <a:ext uri="{9D8B030D-6E8A-4147-A177-3AD203B41FA5}">
                      <a16:colId xmlns:a16="http://schemas.microsoft.com/office/drawing/2014/main" val="90788089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3FCBCEF-C6A5-DDC7-6149-25E37894156A}"/>
              </a:ext>
            </a:extLst>
          </p:cNvPr>
          <p:cNvSpPr/>
          <p:nvPr/>
        </p:nvSpPr>
        <p:spPr>
          <a:xfrm>
            <a:off x="6466838" y="4291161"/>
            <a:ext cx="137160" cy="13716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B26988-9DE3-6BAD-6D6C-466741F3D030}"/>
              </a:ext>
            </a:extLst>
          </p:cNvPr>
          <p:cNvSpPr/>
          <p:nvPr/>
        </p:nvSpPr>
        <p:spPr>
          <a:xfrm>
            <a:off x="6463740" y="4531237"/>
            <a:ext cx="137160" cy="1371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F32137-1537-06B5-023C-3C660BC614C4}"/>
              </a:ext>
            </a:extLst>
          </p:cNvPr>
          <p:cNvSpPr txBox="1"/>
          <p:nvPr/>
        </p:nvSpPr>
        <p:spPr>
          <a:xfrm>
            <a:off x="6591911" y="4189788"/>
            <a:ext cx="933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urier" pitchFamily="2" charset="0"/>
              </a:rPr>
              <a:t>Pop </a:t>
            </a:r>
            <a:r>
              <a:rPr lang="en-US" altLang="zh-CN" sz="1600" i="1" dirty="0">
                <a:latin typeface="Courier" pitchFamily="2" charset="0"/>
              </a:rPr>
              <a:t>L</a:t>
            </a:r>
            <a:endParaRPr lang="en-US" sz="1600" i="1" dirty="0">
              <a:latin typeface="Courier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4B333B-07C5-57FC-7A14-CB24E2A86AD8}"/>
              </a:ext>
            </a:extLst>
          </p:cNvPr>
          <p:cNvSpPr txBox="1"/>
          <p:nvPr/>
        </p:nvSpPr>
        <p:spPr>
          <a:xfrm>
            <a:off x="6598571" y="4440027"/>
            <a:ext cx="1168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Matching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9CDDE6-F98F-1B68-7FFA-50744F5D397B}"/>
              </a:ext>
            </a:extLst>
          </p:cNvPr>
          <p:cNvSpPr txBox="1"/>
          <p:nvPr/>
        </p:nvSpPr>
        <p:spPr>
          <a:xfrm>
            <a:off x="2372171" y="4311907"/>
            <a:ext cx="270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0</a:t>
            </a:r>
          </a:p>
          <a:p>
            <a:r>
              <a:rPr lang="en-US" sz="1400" dirty="0">
                <a:latin typeface="Courier" pitchFamily="2" charset="0"/>
              </a:rPr>
              <a:t>1</a:t>
            </a:r>
          </a:p>
          <a:p>
            <a:r>
              <a:rPr lang="en-US" sz="1400" dirty="0">
                <a:latin typeface="Courier" pitchFamily="2" charset="0"/>
              </a:rPr>
              <a:t>2</a:t>
            </a:r>
          </a:p>
          <a:p>
            <a:r>
              <a:rPr lang="en-US" sz="1400" dirty="0">
                <a:latin typeface="Courier" pitchFamily="2" charset="0"/>
              </a:rPr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13305-EA00-A74D-EECF-27F1B5A1BEB6}"/>
              </a:ext>
            </a:extLst>
          </p:cNvPr>
          <p:cNvSpPr/>
          <p:nvPr/>
        </p:nvSpPr>
        <p:spPr>
          <a:xfrm>
            <a:off x="6463740" y="4790660"/>
            <a:ext cx="137160" cy="137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05CD0-9E21-22B0-9B9F-AB64D0F45582}"/>
              </a:ext>
            </a:extLst>
          </p:cNvPr>
          <p:cNvSpPr txBox="1"/>
          <p:nvPr/>
        </p:nvSpPr>
        <p:spPr>
          <a:xfrm>
            <a:off x="6598571" y="4688290"/>
            <a:ext cx="1168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0347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2E56B2C-2DA2-854C-4EBC-10F9AA286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5020"/>
              </p:ext>
            </p:extLst>
          </p:nvPr>
        </p:nvGraphicFramePr>
        <p:xfrm>
          <a:off x="3737679" y="2132473"/>
          <a:ext cx="548640" cy="28620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332782-C648-B63B-BCD6-258B7D3EFF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553562"/>
              </p:ext>
            </p:extLst>
          </p:nvPr>
        </p:nvGraphicFramePr>
        <p:xfrm>
          <a:off x="5420298" y="1388851"/>
          <a:ext cx="182880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351019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119512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u="none" dirty="0"/>
                        <a:t>v</a:t>
                      </a:r>
                      <a:r>
                        <a:rPr lang="en-US" sz="2400" i="1" u="none" baseline="-25000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u="none" dirty="0"/>
                        <a:t>v</a:t>
                      </a:r>
                      <a:r>
                        <a:rPr lang="en-US" sz="2400" i="1" u="none" baseline="-25000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u="none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u="none" baseline="-25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i="1" u="none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u="none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u="non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u="none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u="none" dirty="0"/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u="none" dirty="0"/>
                        <a:t>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u="none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u="none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5045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F2D29B-0703-4FD8-3FC3-A0E5F6999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66569"/>
              </p:ext>
            </p:extLst>
          </p:nvPr>
        </p:nvGraphicFramePr>
        <p:xfrm>
          <a:off x="5420298" y="4418706"/>
          <a:ext cx="274320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312653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0919064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8338333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12601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9512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BF1606-39D7-46E7-E15A-A84B9C09E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894248"/>
              </p:ext>
            </p:extLst>
          </p:nvPr>
        </p:nvGraphicFramePr>
        <p:xfrm>
          <a:off x="5420298" y="2892169"/>
          <a:ext cx="2743200" cy="1371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312653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3764175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6212702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8308479"/>
                    </a:ext>
                  </a:extLst>
                </a:gridCol>
              </a:tblGrid>
              <a:tr h="3968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sz="2400" i="1" baseline="-25000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altLang="zh-CN" sz="2400" i="1" baseline="-25000" dirty="0"/>
                        <a:t>3</a:t>
                      </a: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dirty="0"/>
                        <a:t>v</a:t>
                      </a:r>
                      <a:r>
                        <a:rPr lang="en-US" altLang="zh-CN" sz="2400" i="1" baseline="-25000" dirty="0"/>
                        <a:t>5</a:t>
                      </a: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  <a:tr h="258792"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i="1" dirty="0"/>
                        <a:t>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i="1" dirty="0"/>
                        <a:t>0</a:t>
                      </a:r>
                      <a:endParaRPr lang="en-US" sz="240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i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278209"/>
                  </a:ext>
                </a:extLst>
              </a:tr>
              <a:tr h="25879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i="1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951209"/>
                  </a:ext>
                </a:extLst>
              </a:tr>
            </a:tbl>
          </a:graphicData>
        </a:graphic>
      </p:graphicFrame>
      <p:graphicFrame>
        <p:nvGraphicFramePr>
          <p:cNvPr id="9" name="Table 2">
            <a:extLst>
              <a:ext uri="{FF2B5EF4-FFF2-40B4-BE49-F238E27FC236}">
                <a16:creationId xmlns:a16="http://schemas.microsoft.com/office/drawing/2014/main" id="{559B3482-A8B9-AD69-CA5C-DB7D69065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344893"/>
              </p:ext>
            </p:extLst>
          </p:nvPr>
        </p:nvGraphicFramePr>
        <p:xfrm>
          <a:off x="1740343" y="2132473"/>
          <a:ext cx="457200" cy="28621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baseline="0" dirty="0"/>
                        <a:t>a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i="1" baseline="0" dirty="0"/>
                        <a:t>c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baseline="0" dirty="0"/>
                        <a:t>a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baseline="0" dirty="0"/>
                        <a:t>b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baseline="0" dirty="0"/>
                        <a:t>d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1" baseline="0" dirty="0"/>
                        <a:t>c</a:t>
                      </a:r>
                      <a:endParaRPr lang="en-US" sz="2400" b="1" i="1" baseline="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52F5FA23-DCAE-CF14-4C20-849416410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080385"/>
              </p:ext>
            </p:extLst>
          </p:nvPr>
        </p:nvGraphicFramePr>
        <p:xfrm>
          <a:off x="7317426" y="1353487"/>
          <a:ext cx="3288249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88249">
                  <a:extLst>
                    <a:ext uri="{9D8B030D-6E8A-4147-A177-3AD203B41FA5}">
                      <a16:colId xmlns:a16="http://schemas.microsoft.com/office/drawing/2014/main" val="406524229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/>
                        <a:t>id (vertex ID)</a:t>
                      </a:r>
                      <a:endParaRPr 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95130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itime  (insertion time)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5065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dtime (deletion time)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25234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E26771-C29F-5F4D-71AF-CE254634F4CE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021880" y="2074651"/>
            <a:ext cx="1398418" cy="8175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38789D-A70E-33FD-EB33-98C217BF0307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092625" y="3774340"/>
            <a:ext cx="1327673" cy="13301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D140B5-E050-7FDF-E5F4-7FC48AF55CE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064913" y="3321692"/>
            <a:ext cx="1355385" cy="256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77143A6-030A-F136-F47B-6353C12314C8}"/>
              </a:ext>
            </a:extLst>
          </p:cNvPr>
          <p:cNvSpPr txBox="1"/>
          <p:nvPr/>
        </p:nvSpPr>
        <p:spPr>
          <a:xfrm>
            <a:off x="5348294" y="891822"/>
            <a:ext cx="2575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Neighbor 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427292-636D-14A7-CEC0-69814D36E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37389"/>
              </p:ext>
            </p:extLst>
          </p:nvPr>
        </p:nvGraphicFramePr>
        <p:xfrm>
          <a:off x="1219546" y="2142868"/>
          <a:ext cx="548640" cy="286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0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1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2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3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4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v</a:t>
                      </a:r>
                      <a:r>
                        <a:rPr lang="en-US" sz="2400" b="0" baseline="-25000" dirty="0"/>
                        <a:t>5</a:t>
                      </a:r>
                      <a:endParaRPr lang="en-US" sz="2400" b="0" i="1" baseline="-25000" dirty="0"/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graphicFrame>
        <p:nvGraphicFramePr>
          <p:cNvPr id="21" name="Table 2">
            <a:extLst>
              <a:ext uri="{FF2B5EF4-FFF2-40B4-BE49-F238E27FC236}">
                <a16:creationId xmlns:a16="http://schemas.microsoft.com/office/drawing/2014/main" id="{49811487-E41D-6959-8B1E-2D961B9DD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90609"/>
              </p:ext>
            </p:extLst>
          </p:nvPr>
        </p:nvGraphicFramePr>
        <p:xfrm>
          <a:off x="2345765" y="2135050"/>
          <a:ext cx="548640" cy="28620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1" baseline="0" dirty="0"/>
                        <a:t>2</a:t>
                      </a:r>
                    </a:p>
                  </a:txBody>
                  <a:tcPr marL="111259" marR="111259" marT="55630" marB="5563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0" dirty="0"/>
                        <a:t>3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0" dirty="0"/>
                        <a:t>3</a:t>
                      </a:r>
                    </a:p>
                  </a:txBody>
                  <a:tcPr marL="111259" marR="111259" marT="55630" marB="5563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graphicFrame>
        <p:nvGraphicFramePr>
          <p:cNvPr id="22" name="Table 2">
            <a:extLst>
              <a:ext uri="{FF2B5EF4-FFF2-40B4-BE49-F238E27FC236}">
                <a16:creationId xmlns:a16="http://schemas.microsoft.com/office/drawing/2014/main" id="{012D4568-CD04-6FB1-9C21-157600898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41488"/>
              </p:ext>
            </p:extLst>
          </p:nvPr>
        </p:nvGraphicFramePr>
        <p:xfrm>
          <a:off x="3042627" y="2132473"/>
          <a:ext cx="548640" cy="28620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1" baseline="0" dirty="0"/>
                        <a:t>4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0" dirty="0"/>
                        <a:t>6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0" dirty="0"/>
                        <a:t>6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algn="ctr"/>
                      <a:r>
                        <a:rPr lang="en-US" sz="2400" b="0" i="1" baseline="-25000" dirty="0"/>
                        <a:t>…</a:t>
                      </a:r>
                    </a:p>
                  </a:txBody>
                  <a:tcPr marL="111259" marR="111259" marT="55630" marB="55630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66C4CD2-6DC7-E704-0705-E12E3282A5E2}"/>
              </a:ext>
            </a:extLst>
          </p:cNvPr>
          <p:cNvSpPr txBox="1"/>
          <p:nvPr/>
        </p:nvSpPr>
        <p:spPr>
          <a:xfrm rot="19686955">
            <a:off x="3026647" y="1373736"/>
            <a:ext cx="138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capacity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40EAFB-0778-039A-5FAD-208B6F154CE0}"/>
              </a:ext>
            </a:extLst>
          </p:cNvPr>
          <p:cNvSpPr txBox="1"/>
          <p:nvPr/>
        </p:nvSpPr>
        <p:spPr>
          <a:xfrm rot="19686955">
            <a:off x="2290855" y="1136204"/>
            <a:ext cx="2362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size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F92C27-6774-7DF2-BDF7-41005011AEE2}"/>
              </a:ext>
            </a:extLst>
          </p:cNvPr>
          <p:cNvSpPr txBox="1"/>
          <p:nvPr/>
        </p:nvSpPr>
        <p:spPr>
          <a:xfrm rot="19686955">
            <a:off x="1639111" y="1128147"/>
            <a:ext cx="2362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label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E21897-7300-FEC5-7AE1-BD43C0C75F91}"/>
              </a:ext>
            </a:extLst>
          </p:cNvPr>
          <p:cNvSpPr txBox="1"/>
          <p:nvPr/>
        </p:nvSpPr>
        <p:spPr>
          <a:xfrm rot="19686955">
            <a:off x="3820273" y="1393007"/>
            <a:ext cx="138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neighbor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A0491-9F06-218C-D1C7-D16AEF19BFDB}"/>
              </a:ext>
            </a:extLst>
          </p:cNvPr>
          <p:cNvSpPr txBox="1"/>
          <p:nvPr/>
        </p:nvSpPr>
        <p:spPr>
          <a:xfrm>
            <a:off x="8689491" y="3095267"/>
            <a:ext cx="3109772" cy="193899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Courier" pitchFamily="2" charset="0"/>
              </a:rPr>
              <a:t>struct </a:t>
            </a:r>
            <a:r>
              <a:rPr lang="en-US" altLang="zh-CN" sz="2400" dirty="0">
                <a:latin typeface="Courier" pitchFamily="2" charset="0"/>
              </a:rPr>
              <a:t>NB{</a:t>
            </a:r>
          </a:p>
          <a:p>
            <a:r>
              <a:rPr lang="en-US" altLang="zh-CN" sz="2400" dirty="0">
                <a:solidFill>
                  <a:schemeClr val="accent1"/>
                </a:solidFill>
                <a:latin typeface="Courier" pitchFamily="2" charset="0"/>
              </a:rPr>
              <a:t> size_t </a:t>
            </a:r>
            <a:r>
              <a:rPr lang="en-US" altLang="zh-CN" sz="2400" dirty="0">
                <a:latin typeface="Courier" pitchFamily="2" charset="0"/>
              </a:rPr>
              <a:t>id;</a:t>
            </a:r>
          </a:p>
          <a:p>
            <a:r>
              <a:rPr lang="en-US" altLang="zh-CN" sz="2400" dirty="0">
                <a:solidFill>
                  <a:schemeClr val="accent1"/>
                </a:solidFill>
                <a:latin typeface="Courier" pitchFamily="2" charset="0"/>
              </a:rPr>
              <a:t> size_t </a:t>
            </a:r>
            <a:r>
              <a:rPr lang="en-US" altLang="zh-CN" sz="2400" dirty="0">
                <a:latin typeface="Courier" pitchFamily="2" charset="0"/>
              </a:rPr>
              <a:t>itime;</a:t>
            </a:r>
          </a:p>
          <a:p>
            <a:r>
              <a:rPr lang="en-US" altLang="zh-CN" sz="2400" dirty="0">
                <a:solidFill>
                  <a:schemeClr val="accent1"/>
                </a:solidFill>
                <a:latin typeface="Courier" pitchFamily="2" charset="0"/>
              </a:rPr>
              <a:t> size_t </a:t>
            </a:r>
            <a:r>
              <a:rPr lang="en-US" altLang="zh-CN" sz="2400" dirty="0">
                <a:latin typeface="Courier" pitchFamily="2" charset="0"/>
              </a:rPr>
              <a:t>dtime;</a:t>
            </a:r>
          </a:p>
          <a:p>
            <a:r>
              <a:rPr lang="en-US" altLang="zh-CN" sz="2400" dirty="0">
                <a:latin typeface="Courier" pitchFamily="2" charset="0"/>
              </a:rPr>
              <a:t>};</a:t>
            </a:r>
            <a:endParaRPr lang="en-US" sz="24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27EE9-5AF2-BEEF-731C-BA95B278F962}"/>
              </a:ext>
            </a:extLst>
          </p:cNvPr>
          <p:cNvSpPr/>
          <p:nvPr/>
        </p:nvSpPr>
        <p:spPr>
          <a:xfrm>
            <a:off x="7710521" y="2880024"/>
            <a:ext cx="452978" cy="1383745"/>
          </a:xfrm>
          <a:prstGeom prst="rect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370297-D060-47A7-137A-CB0142D64DC6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8163499" y="3571897"/>
            <a:ext cx="525992" cy="4928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C3A92B-D025-F472-8CFE-60F02F766E95}"/>
              </a:ext>
            </a:extLst>
          </p:cNvPr>
          <p:cNvSpPr txBox="1"/>
          <p:nvPr/>
        </p:nvSpPr>
        <p:spPr>
          <a:xfrm rot="2567601">
            <a:off x="4267917" y="4143578"/>
            <a:ext cx="1389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Point to</a:t>
            </a:r>
          </a:p>
        </p:txBody>
      </p:sp>
    </p:spTree>
    <p:extLst>
      <p:ext uri="{BB962C8B-B14F-4D97-AF65-F5344CB8AC3E}">
        <p14:creationId xmlns:p14="http://schemas.microsoft.com/office/powerpoint/2010/main" val="1688075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7">
            <a:extLst>
              <a:ext uri="{FF2B5EF4-FFF2-40B4-BE49-F238E27FC236}">
                <a16:creationId xmlns:a16="http://schemas.microsoft.com/office/drawing/2014/main" id="{FFF85C07-4655-2836-D1F0-112063CF1806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71F067E2-B016-9E45-838E-953EF177DF52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395F8D49-5FE2-376A-A59F-EF6D3A492F2E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3B2702D8-6E7D-B241-1BD3-398F92FE87C8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0840BA-44C5-1A73-558B-5591BC3E3946}"/>
              </a:ext>
            </a:extLst>
          </p:cNvPr>
          <p:cNvCxnSpPr>
            <a:cxnSpLocks/>
            <a:stCxn id="9" idx="4"/>
            <a:endCxn id="11" idx="0"/>
          </p:cNvCxnSpPr>
          <p:nvPr/>
        </p:nvCxnSpPr>
        <p:spPr>
          <a:xfrm>
            <a:off x="2071103" y="2397741"/>
            <a:ext cx="0" cy="53079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273B2C-C62E-D5BD-3D4A-41657ACD49A4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2299703" y="2169141"/>
            <a:ext cx="511973" cy="0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6662C3-612C-0472-4375-39279BFA79DA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2232748" y="2330786"/>
            <a:ext cx="664932" cy="66470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E80160-E28C-86C3-8745-000588E2E8D5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3040276" y="2397741"/>
            <a:ext cx="19049" cy="53079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BBF1CD-780F-FEF8-DB91-22F1252678DD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2299703" y="3157138"/>
            <a:ext cx="531022" cy="0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502367D-69E4-0B9D-B530-2DECDD4CEEDA}"/>
              </a:ext>
            </a:extLst>
          </p:cNvPr>
          <p:cNvSpPr txBox="1"/>
          <p:nvPr/>
        </p:nvSpPr>
        <p:spPr>
          <a:xfrm>
            <a:off x="2299703" y="1707476"/>
            <a:ext cx="66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A8629-08F0-A902-3CEC-2453CD093EDD}"/>
              </a:ext>
            </a:extLst>
          </p:cNvPr>
          <p:cNvSpPr txBox="1"/>
          <p:nvPr/>
        </p:nvSpPr>
        <p:spPr>
          <a:xfrm>
            <a:off x="1573785" y="2432306"/>
            <a:ext cx="66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137495-36AF-CB69-549E-252D911F2048}"/>
              </a:ext>
            </a:extLst>
          </p:cNvPr>
          <p:cNvSpPr txBox="1"/>
          <p:nvPr/>
        </p:nvSpPr>
        <p:spPr>
          <a:xfrm>
            <a:off x="2182525" y="2552688"/>
            <a:ext cx="506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R3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B219B7-3CCE-6FEB-6094-D5896F36F1DF}"/>
              </a:ext>
            </a:extLst>
          </p:cNvPr>
          <p:cNvSpPr txBox="1"/>
          <p:nvPr/>
        </p:nvSpPr>
        <p:spPr>
          <a:xfrm>
            <a:off x="3029417" y="2432305"/>
            <a:ext cx="66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EF45F5-5FC8-F2B8-8E06-6D42E810A34B}"/>
              </a:ext>
            </a:extLst>
          </p:cNvPr>
          <p:cNvSpPr txBox="1"/>
          <p:nvPr/>
        </p:nvSpPr>
        <p:spPr>
          <a:xfrm>
            <a:off x="2299703" y="3154905"/>
            <a:ext cx="6604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R5</a:t>
            </a:r>
          </a:p>
        </p:txBody>
      </p:sp>
    </p:spTree>
    <p:extLst>
      <p:ext uri="{BB962C8B-B14F-4D97-AF65-F5344CB8AC3E}">
        <p14:creationId xmlns:p14="http://schemas.microsoft.com/office/powerpoint/2010/main" val="228176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7">
            <a:extLst>
              <a:ext uri="{FF2B5EF4-FFF2-40B4-BE49-F238E27FC236}">
                <a16:creationId xmlns:a16="http://schemas.microsoft.com/office/drawing/2014/main" id="{FFF85C07-4655-2836-D1F0-112063CF1806}"/>
              </a:ext>
            </a:extLst>
          </p:cNvPr>
          <p:cNvSpPr/>
          <p:nvPr/>
        </p:nvSpPr>
        <p:spPr>
          <a:xfrm>
            <a:off x="1842503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0</a:t>
            </a:r>
            <a:endParaRPr kumimoji="1" lang="zh-CN" altLang="en-US" sz="2400" i="1" baseline="-25000" dirty="0"/>
          </a:p>
        </p:txBody>
      </p:sp>
      <p:sp>
        <p:nvSpPr>
          <p:cNvPr id="10" name="椭圆 7">
            <a:extLst>
              <a:ext uri="{FF2B5EF4-FFF2-40B4-BE49-F238E27FC236}">
                <a16:creationId xmlns:a16="http://schemas.microsoft.com/office/drawing/2014/main" id="{71F067E2-B016-9E45-838E-953EF177DF52}"/>
              </a:ext>
            </a:extLst>
          </p:cNvPr>
          <p:cNvSpPr/>
          <p:nvPr/>
        </p:nvSpPr>
        <p:spPr>
          <a:xfrm>
            <a:off x="2811676" y="1940541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1</a:t>
            </a:r>
            <a:endParaRPr kumimoji="1" lang="zh-CN" altLang="en-US" sz="2400" i="1" baseline="-25000" dirty="0"/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395F8D49-5FE2-376A-A59F-EF6D3A492F2E}"/>
              </a:ext>
            </a:extLst>
          </p:cNvPr>
          <p:cNvSpPr/>
          <p:nvPr/>
        </p:nvSpPr>
        <p:spPr>
          <a:xfrm>
            <a:off x="1842503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2</a:t>
            </a:r>
            <a:endParaRPr kumimoji="1" lang="zh-CN" altLang="en-US" sz="2400" i="1" baseline="-25000" dirty="0"/>
          </a:p>
        </p:txBody>
      </p:sp>
      <p:sp>
        <p:nvSpPr>
          <p:cNvPr id="12" name="椭圆 7">
            <a:extLst>
              <a:ext uri="{FF2B5EF4-FFF2-40B4-BE49-F238E27FC236}">
                <a16:creationId xmlns:a16="http://schemas.microsoft.com/office/drawing/2014/main" id="{3B2702D8-6E7D-B241-1BD3-398F92FE87C8}"/>
              </a:ext>
            </a:extLst>
          </p:cNvPr>
          <p:cNvSpPr/>
          <p:nvPr/>
        </p:nvSpPr>
        <p:spPr>
          <a:xfrm>
            <a:off x="2830725" y="2928538"/>
            <a:ext cx="457200" cy="4572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2400" i="1" dirty="0"/>
              <a:t>u</a:t>
            </a:r>
            <a:r>
              <a:rPr kumimoji="1" lang="en-US" altLang="zh-CN" sz="2400" i="1" baseline="-25000" dirty="0"/>
              <a:t>3</a:t>
            </a:r>
            <a:endParaRPr kumimoji="1" lang="zh-CN" altLang="en-US" sz="2400" i="1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0840BA-44C5-1A73-558B-5591BC3E3946}"/>
              </a:ext>
            </a:extLst>
          </p:cNvPr>
          <p:cNvCxnSpPr>
            <a:cxnSpLocks/>
            <a:stCxn id="11" idx="0"/>
            <a:endCxn id="9" idx="4"/>
          </p:cNvCxnSpPr>
          <p:nvPr/>
        </p:nvCxnSpPr>
        <p:spPr>
          <a:xfrm flipV="1">
            <a:off x="2071103" y="2397741"/>
            <a:ext cx="0" cy="53079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273B2C-C62E-D5BD-3D4A-41657ACD49A4}"/>
              </a:ext>
            </a:extLst>
          </p:cNvPr>
          <p:cNvCxnSpPr>
            <a:cxnSpLocks/>
            <a:stCxn id="10" idx="2"/>
            <a:endCxn id="9" idx="6"/>
          </p:cNvCxnSpPr>
          <p:nvPr/>
        </p:nvCxnSpPr>
        <p:spPr>
          <a:xfrm flipH="1">
            <a:off x="2299703" y="2169141"/>
            <a:ext cx="511973" cy="0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6662C3-612C-0472-4375-39279BFA79DA}"/>
              </a:ext>
            </a:extLst>
          </p:cNvPr>
          <p:cNvCxnSpPr>
            <a:cxnSpLocks/>
            <a:stCxn id="12" idx="1"/>
            <a:endCxn id="9" idx="5"/>
          </p:cNvCxnSpPr>
          <p:nvPr/>
        </p:nvCxnSpPr>
        <p:spPr>
          <a:xfrm flipH="1" flipV="1">
            <a:off x="2232748" y="2330786"/>
            <a:ext cx="664932" cy="66470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E80160-E28C-86C3-8745-000588E2E8D5}"/>
              </a:ext>
            </a:extLst>
          </p:cNvPr>
          <p:cNvCxnSpPr>
            <a:cxnSpLocks/>
            <a:stCxn id="12" idx="0"/>
            <a:endCxn id="10" idx="4"/>
          </p:cNvCxnSpPr>
          <p:nvPr/>
        </p:nvCxnSpPr>
        <p:spPr>
          <a:xfrm flipH="1" flipV="1">
            <a:off x="3040276" y="2397741"/>
            <a:ext cx="19049" cy="530797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BBF1CD-780F-FEF8-DB91-22F1252678DD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>
            <a:off x="2299703" y="3157138"/>
            <a:ext cx="531022" cy="0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1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EF3ED4-DCF3-791D-0BD2-2795FB02183A}"/>
              </a:ext>
            </a:extLst>
          </p:cNvPr>
          <p:cNvSpPr txBox="1"/>
          <p:nvPr/>
        </p:nvSpPr>
        <p:spPr>
          <a:xfrm>
            <a:off x="1850561" y="81930"/>
            <a:ext cx="5219053" cy="65710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//nb:   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neighbor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in Figure 6</a:t>
            </a:r>
            <a:endParaRPr lang="en-US" sz="800" b="0" dirty="0">
              <a:solidFill>
                <a:schemeClr val="accent6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//label: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label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   in Figure 6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//x2,x3: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NB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type object of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, ⊕) </a:t>
            </a:r>
            <a:endParaRPr lang="en-US" sz="800" dirty="0">
              <a:solidFill>
                <a:schemeClr val="accent6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//type:  edge insertion or edge deletion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chemeClr val="accent1"/>
                </a:solidFill>
                <a:effectLst/>
                <a:latin typeface="Courier" pitchFamily="2" charset="0"/>
              </a:rPr>
              <a:t>void</a:t>
            </a:r>
            <a:r>
              <a:rPr lang="en-US" sz="800" b="0" dirty="0">
                <a:solidFill>
                  <a:srgbClr val="D4D4D4"/>
                </a:solidFill>
                <a:effectLst/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2"/>
                </a:solidFill>
                <a:effectLst/>
                <a:latin typeface="Courier" pitchFamily="2" charset="0"/>
              </a:rPr>
              <a:t>5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nb, label,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x2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,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x3, type</a:t>
            </a:r>
            <a:r>
              <a:rPr lang="en-US" sz="800" b="0" dirty="0">
                <a:effectLst/>
                <a:latin typeface="Courier" pitchFamily="2" charset="0"/>
              </a:rPr>
              <a:t>){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 assert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x2.itime </a:t>
            </a:r>
            <a:r>
              <a:rPr lang="en-US" sz="800" b="0" dirty="0">
                <a:effectLst/>
                <a:latin typeface="Courier" pitchFamily="2" charset="0"/>
              </a:rPr>
              <a:t>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x3.itime</a:t>
            </a:r>
            <a:r>
              <a:rPr lang="en-US" sz="800" b="0" dirty="0">
                <a:effectLst/>
                <a:latin typeface="Courier" pitchFamily="2" charset="0"/>
              </a:rPr>
              <a:t>);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assert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x2.dtime </a:t>
            </a:r>
            <a:r>
              <a:rPr lang="en-US" sz="800" b="0" dirty="0">
                <a:effectLst/>
                <a:latin typeface="Courier" pitchFamily="2" charset="0"/>
              </a:rPr>
              <a:t>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x3.dtime</a:t>
            </a:r>
            <a:r>
              <a:rPr lang="en-US" sz="800" b="0" dirty="0">
                <a:effectLst/>
                <a:latin typeface="Courier" pitchFamily="2" charset="0"/>
              </a:rPr>
              <a:t>);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(type==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+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) t</a:t>
            </a:r>
            <a:r>
              <a:rPr lang="en-US" sz="800" dirty="0">
                <a:latin typeface="Courier" pitchFamily="2" charset="0"/>
              </a:rPr>
              <a:t> 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x2.itime;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(type==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-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) t</a:t>
            </a:r>
            <a:r>
              <a:rPr lang="en-US" sz="800" dirty="0">
                <a:latin typeface="Courier" pitchFamily="2" charset="0"/>
              </a:rPr>
              <a:t> 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x2.dtime;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 </a:t>
            </a:r>
            <a:endParaRPr lang="en-US" sz="800" b="0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//Nested loop executing </a:t>
            </a:r>
            <a:r>
              <a:rPr lang="el-GR" sz="800" dirty="0">
                <a:solidFill>
                  <a:schemeClr val="accent6"/>
                </a:solidFill>
                <a:latin typeface="Courier" pitchFamily="2" charset="0"/>
              </a:rPr>
              <a:t>Δ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D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5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(Q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).</a:t>
            </a:r>
            <a:endParaRPr lang="en-US" sz="800" baseline="-25000" dirty="0">
              <a:solidFill>
                <a:schemeClr val="accent6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 </a:t>
            </a:r>
            <a:endParaRPr lang="en-US" sz="800" b="0" dirty="0">
              <a:solidFill>
                <a:schemeClr val="accent6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// </a:t>
            </a:r>
            <a:r>
              <a:rPr lang="el-GR" altLang="zh-CN" sz="800" i="1" dirty="0">
                <a:solidFill>
                  <a:schemeClr val="accent6"/>
                </a:solidFill>
                <a:latin typeface="Courier" pitchFamily="2" charset="0"/>
              </a:rPr>
              <a:t>Δ</a:t>
            </a:r>
            <a:r>
              <a:rPr lang="en-US" altLang="zh-CN" sz="800" i="1" dirty="0">
                <a:solidFill>
                  <a:schemeClr val="accent6"/>
                </a:solidFill>
                <a:latin typeface="Courier" pitchFamily="2" charset="0"/>
              </a:rPr>
              <a:t>R5(</a:t>
            </a:r>
            <a:r>
              <a:rPr lang="el-GR" sz="800" i="1" dirty="0">
                <a:solidFill>
                  <a:schemeClr val="accent6"/>
                </a:solidFill>
                <a:latin typeface="Courier" pitchFamily="2" charset="0"/>
              </a:rPr>
              <a:t>Δ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R(</a:t>
            </a:r>
            <a:r>
              <a:rPr lang="en-US" altLang="zh-CN" sz="800" i="1" dirty="0">
                <a:solidFill>
                  <a:schemeClr val="accent6"/>
                </a:solidFill>
                <a:latin typeface="Courier" pitchFamily="2" charset="0"/>
              </a:rPr>
              <a:t>u</a:t>
            </a:r>
            <a:r>
              <a:rPr lang="en-US" altLang="zh-CN" sz="800" i="1" baseline="-25000" dirty="0">
                <a:solidFill>
                  <a:schemeClr val="accent6"/>
                </a:solidFill>
                <a:latin typeface="Courier" pitchFamily="2" charset="0"/>
              </a:rPr>
              <a:t>2</a:t>
            </a:r>
            <a:r>
              <a:rPr lang="en-US" altLang="zh-CN" sz="800" i="1" dirty="0">
                <a:solidFill>
                  <a:schemeClr val="accent6"/>
                </a:solidFill>
                <a:latin typeface="Courier" pitchFamily="2" charset="0"/>
              </a:rPr>
              <a:t>, u</a:t>
            </a:r>
            <a:r>
              <a:rPr lang="en-US" altLang="zh-CN" sz="800" i="1" baseline="-25000" dirty="0">
                <a:solidFill>
                  <a:schemeClr val="accent6"/>
                </a:solidFill>
                <a:latin typeface="Courier" pitchFamily="2" charset="0"/>
              </a:rPr>
              <a:t>3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)) ⋈ 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R2(R(u</a:t>
            </a:r>
            <a:r>
              <a:rPr lang="en-US" sz="800" b="0" i="1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2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, u</a:t>
            </a:r>
            <a:r>
              <a:rPr lang="en-US" sz="800" b="0" i="1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0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))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 for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</a:t>
            </a:r>
            <a:r>
              <a:rPr lang="en-US" sz="800" b="0" dirty="0">
                <a:effectLst/>
                <a:latin typeface="Courier" pitchFamily="2" charset="0"/>
              </a:rPr>
              <a:t> ∈ </a:t>
            </a:r>
            <a:r>
              <a:rPr lang="en-US" sz="800" b="0" dirty="0">
                <a:solidFill>
                  <a:schemeClr val="tx1"/>
                </a:solidFill>
                <a:latin typeface="Courier" pitchFamily="2" charset="0"/>
              </a:rPr>
              <a:t>nb</a:t>
            </a:r>
            <a:r>
              <a:rPr lang="en-US" sz="800" b="0" dirty="0">
                <a:effectLst/>
                <a:latin typeface="Courier" pitchFamily="2" charset="0"/>
              </a:rPr>
              <a:t>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x2.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id</a:t>
            </a:r>
            <a:r>
              <a:rPr lang="en-US" sz="800" b="0" dirty="0">
                <a:effectLst/>
                <a:latin typeface="Courier" pitchFamily="2" charset="0"/>
              </a:rPr>
              <a:t>] &amp;&amp; </a:t>
            </a:r>
            <a:r>
              <a:rPr lang="en-US" sz="800" b="0" dirty="0">
                <a:solidFill>
                  <a:schemeClr val="tx1"/>
                </a:solidFill>
                <a:latin typeface="Courier" pitchFamily="2" charset="0"/>
              </a:rPr>
              <a:t>l</a:t>
            </a:r>
            <a:r>
              <a:rPr lang="en-US" sz="800" dirty="0">
                <a:solidFill>
                  <a:schemeClr val="tx1"/>
                </a:solidFill>
                <a:effectLst/>
                <a:latin typeface="Courier" pitchFamily="2" charset="0"/>
              </a:rPr>
              <a:t>abel</a:t>
            </a:r>
            <a:r>
              <a:rPr lang="en-US" sz="800" b="0" dirty="0">
                <a:effectLst/>
                <a:latin typeface="Courier" pitchFamily="2" charset="0"/>
              </a:rPr>
              <a:t>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x0.id</a:t>
            </a:r>
            <a:r>
              <a:rPr lang="en-US" sz="800" b="0" dirty="0">
                <a:effectLst/>
                <a:latin typeface="Courier" pitchFamily="2" charset="0"/>
              </a:rPr>
              <a:t>]==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'a’</a:t>
            </a:r>
            <a:r>
              <a:rPr lang="en-US" sz="800" b="0" dirty="0">
                <a:effectLst/>
                <a:latin typeface="Courier" pitchFamily="2" charset="0"/>
              </a:rPr>
              <a:t>){</a:t>
            </a: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//nb[x2.id]: neighbor list of x2.id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D4D4D4"/>
                </a:solidFill>
                <a:effectLst/>
                <a:latin typeface="Courier" pitchFamily="2" charset="0"/>
              </a:rPr>
              <a:t>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0.id </a:t>
            </a:r>
            <a:r>
              <a:rPr lang="en-US" altLang="zh-CN" sz="800" b="0" dirty="0">
                <a:solidFill>
                  <a:schemeClr val="tx1"/>
                </a:solidFill>
                <a:effectLst/>
                <a:latin typeface="Courier" pitchFamily="2" charset="0"/>
              </a:rPr>
              <a:t>=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=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x3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.id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0.itime </a:t>
            </a:r>
            <a:r>
              <a:rPr lang="en-US" sz="800" b="0" dirty="0">
                <a:effectLst/>
                <a:latin typeface="Courier" pitchFamily="2" charset="0"/>
              </a:rPr>
              <a:t>&gt;=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  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0.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</a:t>
            </a:r>
            <a:r>
              <a:rPr lang="en-US" sz="800" b="0" dirty="0">
                <a:effectLst/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  <a:endParaRPr lang="en-US" sz="800" dirty="0">
              <a:solidFill>
                <a:srgbClr val="D4D4D4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D4D4D4"/>
                </a:solidFill>
                <a:effectLst/>
                <a:latin typeface="Courier" pitchFamily="2" charset="0"/>
              </a:rPr>
              <a:t> 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//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⋈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 R3(R(u</a:t>
            </a:r>
            <a:r>
              <a:rPr lang="en-US" sz="800" i="1" baseline="-25000" dirty="0">
                <a:solidFill>
                  <a:schemeClr val="accent6"/>
                </a:solidFill>
                <a:latin typeface="Courier" pitchFamily="2" charset="0"/>
              </a:rPr>
              <a:t>3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, u</a:t>
            </a:r>
            <a:r>
              <a:rPr lang="en-US" sz="800" b="0" i="1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0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))</a:t>
            </a:r>
            <a:endParaRPr lang="en-US" sz="800" b="0" i="1" dirty="0">
              <a:solidFill>
                <a:srgbClr val="D4D4D4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 ∈ nb[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x3.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id] </a:t>
            </a:r>
            <a:r>
              <a:rPr lang="en-US" sz="800" b="0" dirty="0">
                <a:effectLst/>
                <a:latin typeface="Courier" pitchFamily="2" charset="0"/>
              </a:rPr>
              <a:t>&amp;&amp;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l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abel</a:t>
            </a:r>
            <a:r>
              <a:rPr lang="en-US" sz="800" b="0" dirty="0">
                <a:effectLst/>
                <a:latin typeface="Courier" pitchFamily="2" charset="0"/>
              </a:rPr>
              <a:t>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.id</a:t>
            </a:r>
            <a:r>
              <a:rPr lang="en-US" sz="800" b="0" dirty="0">
                <a:effectLst/>
                <a:latin typeface="Courier" pitchFamily="2" charset="0"/>
              </a:rPr>
              <a:t>]==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'a'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){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   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0'.id !=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0.id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0'.itime </a:t>
            </a:r>
            <a:r>
              <a:rPr lang="en-US" sz="800" b="0" dirty="0">
                <a:effectLst/>
                <a:latin typeface="Courier" pitchFamily="2" charset="0"/>
              </a:rPr>
              <a:t>&gt;=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0'.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</a:t>
            </a:r>
            <a:r>
              <a:rPr lang="en-US" sz="800" b="0" dirty="0">
                <a:effectLst/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  <a:endParaRPr lang="en-US" sz="800" dirty="0">
              <a:solidFill>
                <a:srgbClr val="D4D4D4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D4D4D4"/>
                </a:solidFill>
                <a:effectLst/>
                <a:latin typeface="Courier" pitchFamily="2" charset="0"/>
              </a:rPr>
              <a:t>  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D4D4D4"/>
                </a:solidFill>
                <a:latin typeface="Courier" pitchFamily="2" charset="0"/>
              </a:rPr>
              <a:t>  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//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⋈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 R4(R(u</a:t>
            </a:r>
            <a:r>
              <a:rPr lang="en-US" sz="800" i="1" baseline="-25000" dirty="0">
                <a:solidFill>
                  <a:schemeClr val="accent6"/>
                </a:solidFill>
                <a:latin typeface="Courier" pitchFamily="2" charset="0"/>
              </a:rPr>
              <a:t>3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, u</a:t>
            </a:r>
            <a:r>
              <a:rPr lang="en-US" sz="800" i="1" baseline="-25000" dirty="0">
                <a:solidFill>
                  <a:schemeClr val="accent6"/>
                </a:solidFill>
                <a:latin typeface="Courier" pitchFamily="2" charset="0"/>
              </a:rPr>
              <a:t>1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))</a:t>
            </a:r>
            <a:endParaRPr lang="en-US" sz="800" b="0" i="1" dirty="0">
              <a:solidFill>
                <a:srgbClr val="7030A0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 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1 ∈ nb[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x3.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id] </a:t>
            </a:r>
            <a:r>
              <a:rPr lang="en-US" sz="800" b="0" dirty="0">
                <a:effectLst/>
                <a:latin typeface="Courier" pitchFamily="2" charset="0"/>
              </a:rPr>
              <a:t>&amp;&amp;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l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abel</a:t>
            </a:r>
            <a:r>
              <a:rPr lang="en-US" sz="800" b="0" dirty="0">
                <a:effectLst/>
                <a:latin typeface="Courier" pitchFamily="2" charset="0"/>
              </a:rPr>
              <a:t>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x1.id</a:t>
            </a:r>
            <a:r>
              <a:rPr lang="en-US" sz="800" b="0" dirty="0">
                <a:effectLst/>
                <a:latin typeface="Courier" pitchFamily="2" charset="0"/>
              </a:rPr>
              <a:t>]==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'a'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){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x1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.id ==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x2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.id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x1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.id ==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0.id</a:t>
            </a:r>
            <a:r>
              <a:rPr lang="en-US" sz="800" b="0" dirty="0">
                <a:effectLst/>
                <a:latin typeface="Courier" pitchFamily="2" charset="0"/>
              </a:rPr>
              <a:t>)</a:t>
            </a:r>
            <a:r>
              <a:rPr lang="en-US" sz="800" dirty="0">
                <a:latin typeface="Courier" pitchFamily="2" charset="0"/>
              </a:rPr>
              <a:t>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1.itime &gt;= 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x1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</a:t>
            </a:r>
            <a:r>
              <a:rPr lang="en-US" sz="800" b="0" dirty="0">
                <a:effectLst/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   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//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</a:rPr>
              <a:t>⋈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 R1(R(u</a:t>
            </a:r>
            <a:r>
              <a:rPr lang="en-US" sz="800" b="0" i="1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1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, u</a:t>
            </a:r>
            <a:r>
              <a:rPr lang="en-US" sz="800" b="0" i="1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0</a:t>
            </a:r>
            <a:r>
              <a:rPr lang="en-US" sz="800" b="0" i="1" dirty="0">
                <a:solidFill>
                  <a:schemeClr val="accent6"/>
                </a:solidFill>
                <a:effectLst/>
                <a:latin typeface="Courier" pitchFamily="2" charset="0"/>
              </a:rPr>
              <a:t>))</a:t>
            </a:r>
            <a:endParaRPr lang="en-US" sz="800" b="0" i="1" dirty="0"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    for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0''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∈ nb[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1.id] </a:t>
            </a:r>
            <a:r>
              <a:rPr lang="en-US" sz="800" b="0" dirty="0">
                <a:effectLst/>
                <a:latin typeface="Courier" pitchFamily="2" charset="0"/>
              </a:rPr>
              <a:t>&amp;&amp; 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l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abel</a:t>
            </a:r>
            <a:r>
              <a:rPr lang="en-US" sz="800" b="0" dirty="0">
                <a:effectLst/>
                <a:latin typeface="Courier" pitchFamily="2" charset="0"/>
              </a:rPr>
              <a:t>[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0''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.id</a:t>
            </a:r>
            <a:r>
              <a:rPr lang="en-US" sz="800" b="0" dirty="0">
                <a:effectLst/>
                <a:latin typeface="Courier" pitchFamily="2" charset="0"/>
              </a:rPr>
              <a:t>]==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'a'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){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     if</a:t>
            </a:r>
            <a:r>
              <a:rPr lang="en-US" sz="800" b="0" dirty="0">
                <a:effectLst/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0''.id != x0.id</a:t>
            </a:r>
            <a:r>
              <a:rPr lang="en-US" sz="800" b="0" dirty="0">
                <a:effectLst/>
                <a:latin typeface="Courier" pitchFamily="2" charset="0"/>
              </a:rPr>
              <a:t>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0''.itime </a:t>
            </a:r>
            <a:r>
              <a:rPr lang="en-US" sz="800" b="0" dirty="0">
                <a:effectLst/>
                <a:latin typeface="Courier" pitchFamily="2" charset="0"/>
              </a:rPr>
              <a:t>&gt;= t)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latin typeface="Courier" pitchFamily="2" charset="0"/>
              </a:rPr>
              <a:t>     </a:t>
            </a:r>
            <a:r>
              <a:rPr lang="en-US" sz="800" dirty="0">
                <a:solidFill>
                  <a:srgbClr val="7030A0"/>
                </a:solidFill>
                <a:latin typeface="Courier" pitchFamily="2" charset="0"/>
              </a:rPr>
              <a:t>if(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0''.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</a:t>
            </a:r>
            <a:r>
              <a:rPr lang="en-US" sz="800" b="0" dirty="0">
                <a:effectLst/>
                <a:latin typeface="Courier" pitchFamily="2" charset="0"/>
              </a:rPr>
              <a:t> t) </a:t>
            </a:r>
            <a:r>
              <a:rPr lang="en-US" sz="8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800" b="0" dirty="0">
                <a:effectLst/>
                <a:latin typeface="Courier" pitchFamily="2" charset="0"/>
              </a:rPr>
              <a:t>;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     </a:t>
            </a:r>
            <a:endParaRPr lang="en-US" sz="800" b="0" dirty="0">
              <a:solidFill>
                <a:srgbClr val="D4D4D4"/>
              </a:solidFill>
              <a:effectLst/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4"/>
                </a:solidFill>
                <a:latin typeface="Courier" pitchFamily="2" charset="0"/>
              </a:rPr>
              <a:t>    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Output</a:t>
            </a:r>
            <a:r>
              <a:rPr lang="en-US" sz="800" dirty="0">
                <a:latin typeface="Courier" pitchFamily="2" charset="0"/>
              </a:rPr>
              <a:t>(x0, x1, x2, x3, </a:t>
            </a:r>
            <a:r>
              <a:rPr lang="en-US" sz="800" b="0" dirty="0">
                <a:solidFill>
                  <a:schemeClr val="tx1"/>
                </a:solidFill>
                <a:effectLst/>
                <a:latin typeface="Courier" pitchFamily="2" charset="0"/>
              </a:rPr>
              <a:t>type</a:t>
            </a:r>
            <a:r>
              <a:rPr lang="en-US" sz="800" dirty="0">
                <a:latin typeface="Courier" pitchFamily="2" charset="0"/>
              </a:rPr>
              <a:t>);</a:t>
            </a:r>
            <a:r>
              <a:rPr lang="en-US" sz="800" b="0" dirty="0">
                <a:effectLst/>
                <a:latin typeface="Courier" pitchFamily="2" charset="0"/>
              </a:rPr>
              <a:t>}}}}</a:t>
            </a:r>
            <a:endParaRPr lang="en-US" sz="800" dirty="0"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altLang="zh-CN" sz="800" dirty="0">
                <a:latin typeface="Courier" pitchFamily="2" charset="0"/>
              </a:rPr>
              <a:t>}</a:t>
            </a:r>
            <a:r>
              <a:rPr lang="en-US" altLang="zh-CN" sz="800" dirty="0">
                <a:solidFill>
                  <a:schemeClr val="accent6"/>
                </a:solidFill>
                <a:latin typeface="Courier" pitchFamily="2" charset="0"/>
              </a:rPr>
              <a:t>//end of Func</a:t>
            </a:r>
            <a:r>
              <a:rPr lang="el-GR" altLang="zh-CN" sz="800" dirty="0">
                <a:solidFill>
                  <a:schemeClr val="accent6"/>
                </a:solidFill>
                <a:latin typeface="Courier" pitchFamily="2" charset="0"/>
              </a:rPr>
              <a:t>Δ</a:t>
            </a:r>
            <a:r>
              <a:rPr lang="en-US" altLang="zh-CN" sz="800" dirty="0">
                <a:solidFill>
                  <a:schemeClr val="accent6"/>
                </a:solidFill>
                <a:latin typeface="Courier" pitchFamily="2" charset="0"/>
              </a:rPr>
              <a:t>D</a:t>
            </a:r>
            <a:r>
              <a:rPr lang="en-US" altLang="zh-CN" sz="800" baseline="-25000" dirty="0">
                <a:solidFill>
                  <a:schemeClr val="accent6"/>
                </a:solidFill>
                <a:latin typeface="Courier" pitchFamily="2" charset="0"/>
              </a:rPr>
              <a:t>5</a:t>
            </a:r>
            <a:r>
              <a:rPr lang="en-US" altLang="zh-CN" sz="800" dirty="0">
                <a:solidFill>
                  <a:schemeClr val="accent6"/>
                </a:solidFill>
                <a:latin typeface="Courier" pitchFamily="2" charset="0"/>
              </a:rPr>
              <a:t>Q</a:t>
            </a:r>
            <a:r>
              <a:rPr lang="en-US" altLang="zh-CN" sz="800" baseline="-25000" dirty="0">
                <a:solidFill>
                  <a:schemeClr val="accent6"/>
                </a:solidFill>
                <a:latin typeface="Courier" pitchFamily="2" charset="0"/>
              </a:rPr>
              <a:t>d</a:t>
            </a:r>
            <a:endParaRPr lang="en-US" sz="800" dirty="0">
              <a:solidFill>
                <a:schemeClr val="accent6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//The following is executed by a warp </a:t>
            </a:r>
            <a:r>
              <a:rPr lang="en-US" sz="800" i="1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, ⊕) =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  <a:cs typeface="Courier New" panose="02070309020205020404" pitchFamily="49" charset="0"/>
              </a:rPr>
              <a:t>PopJobQueueL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  <a:cs typeface="Courier New" panose="02070309020205020404" pitchFamily="49" charset="0"/>
              </a:rPr>
              <a:t>maps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(u0, u1))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1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(…)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  <a:cs typeface="Courier New" panose="02070309020205020404" pitchFamily="49" charset="0"/>
              </a:rPr>
              <a:t>maps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(u0, u2))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2"/>
                </a:solidFill>
                <a:effectLst/>
                <a:latin typeface="Courier" pitchFamily="2" charset="0"/>
              </a:rPr>
              <a:t>2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(…)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  <a:cs typeface="Courier New" panose="02070309020205020404" pitchFamily="49" charset="0"/>
              </a:rPr>
              <a:t>maps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(u0, u3))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2"/>
                </a:solidFill>
                <a:effectLst/>
                <a:latin typeface="Courier" pitchFamily="2" charset="0"/>
              </a:rPr>
              <a:t>3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(…)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  <a:cs typeface="Courier New" panose="02070309020205020404" pitchFamily="49" charset="0"/>
              </a:rPr>
              <a:t>maps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(u1, u3))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2"/>
                </a:solidFill>
                <a:effectLst/>
                <a:latin typeface="Courier" pitchFamily="2" charset="0"/>
              </a:rPr>
              <a:t>4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(…)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rgbClr val="7030A0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  <a:cs typeface="Courier New" panose="02070309020205020404" pitchFamily="49" charset="0"/>
              </a:rPr>
              <a:t>maps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  <a:cs typeface="Courier New" panose="02070309020205020404" pitchFamily="49" charset="0"/>
              </a:rPr>
              <a:t> (u2, u3))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Func</a:t>
            </a:r>
            <a:r>
              <a:rPr lang="el-GR" sz="800" dirty="0">
                <a:solidFill>
                  <a:schemeClr val="accent2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2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2"/>
                </a:solidFill>
                <a:effectLst/>
                <a:latin typeface="Courier" pitchFamily="2" charset="0"/>
              </a:rPr>
              <a:t>5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2"/>
                </a:solidFill>
                <a:latin typeface="Courier" pitchFamily="2" charset="0"/>
              </a:rPr>
              <a:t>d</a:t>
            </a:r>
            <a:r>
              <a:rPr lang="en-US" sz="800" dirty="0">
                <a:solidFill>
                  <a:schemeClr val="tx1"/>
                </a:solidFill>
                <a:latin typeface="Courier" pitchFamily="2" charset="0"/>
              </a:rPr>
              <a:t>(…)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//e.g. For edge insertion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(e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t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, ⊕)=(v1,v3,+)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//x2 =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NB{v1, 1, m},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  <a:cs typeface="Courier New" panose="02070309020205020404" pitchFamily="49" charset="0"/>
              </a:rPr>
              <a:t>x3 = 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NB{v3, 1, m};</a:t>
            </a:r>
            <a:endParaRPr lang="en-US" sz="800" dirty="0">
              <a:solidFill>
                <a:schemeClr val="accent6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//Func</a:t>
            </a:r>
            <a:r>
              <a:rPr lang="el-GR" sz="800" dirty="0">
                <a:solidFill>
                  <a:schemeClr val="accent6"/>
                </a:solidFill>
                <a:latin typeface="Courier" pitchFamily="2" charset="0"/>
              </a:rPr>
              <a:t>Δ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D</a:t>
            </a:r>
            <a:r>
              <a:rPr lang="en-US" sz="800" b="0" baseline="-25000" dirty="0">
                <a:solidFill>
                  <a:schemeClr val="accent6"/>
                </a:solidFill>
                <a:effectLst/>
                <a:latin typeface="Courier" pitchFamily="2" charset="0"/>
              </a:rPr>
              <a:t>5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Q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d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(neighbor, 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l</a:t>
            </a:r>
            <a:r>
              <a:rPr lang="en-US" sz="800" b="0" dirty="0">
                <a:solidFill>
                  <a:schemeClr val="accent6"/>
                </a:solidFill>
                <a:effectLst/>
                <a:latin typeface="Courier" pitchFamily="2" charset="0"/>
              </a:rPr>
              <a:t>abel, x2, x3, +);</a:t>
            </a:r>
            <a:endParaRPr lang="en-US" sz="800" dirty="0">
              <a:solidFill>
                <a:schemeClr val="tx1"/>
              </a:solidFill>
              <a:latin typeface="Courier" pitchFamily="2" charset="0"/>
            </a:endParaRPr>
          </a:p>
          <a:p>
            <a:pPr marL="228600" indent="-228600">
              <a:buClr>
                <a:schemeClr val="tx1"/>
              </a:buClr>
              <a:buFont typeface="+mj-lt"/>
              <a:buAutoNum type="arabicParenR"/>
            </a:pPr>
            <a:endParaRPr lang="en-US" sz="800" dirty="0">
              <a:solidFill>
                <a:schemeClr val="tx1"/>
              </a:solidFill>
              <a:latin typeface="Courier" pitchFamily="2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34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93B8459-80FB-4C8A-E084-CF39C69C8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51887"/>
              </p:ext>
            </p:extLst>
          </p:nvPr>
        </p:nvGraphicFramePr>
        <p:xfrm>
          <a:off x="2174918" y="3701290"/>
          <a:ext cx="3124200" cy="3968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16276311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312653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191357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48505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778954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83052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23992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901494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21717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292679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0232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3713266"/>
                    </a:ext>
                  </a:extLst>
                </a:gridCol>
              </a:tblGrid>
              <a:tr h="3968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i="1" baseline="-250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i="1" baseline="-250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F78C804-4D3E-6F95-B9CE-B5F27082A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532385"/>
              </p:ext>
            </p:extLst>
          </p:nvPr>
        </p:nvGraphicFramePr>
        <p:xfrm>
          <a:off x="2198524" y="4109514"/>
          <a:ext cx="31242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560">
                  <a:extLst>
                    <a:ext uri="{9D8B030D-6E8A-4147-A177-3AD203B41FA5}">
                      <a16:colId xmlns:a16="http://schemas.microsoft.com/office/drawing/2014/main" val="3354254256"/>
                    </a:ext>
                  </a:extLst>
                </a:gridCol>
                <a:gridCol w="624840">
                  <a:extLst>
                    <a:ext uri="{9D8B030D-6E8A-4147-A177-3AD203B41FA5}">
                      <a16:colId xmlns:a16="http://schemas.microsoft.com/office/drawing/2014/main" val="20312653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191357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48505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778954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983052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239922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901494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217173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292679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200232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3713266"/>
                    </a:ext>
                  </a:extLst>
                </a:gridCol>
              </a:tblGrid>
              <a:tr h="237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aseline="0" dirty="0"/>
                        <a:t>|L|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baseline="0" dirty="0"/>
                        <a:t>…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9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8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7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6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5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4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3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2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1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/>
                        <a:t>0</a:t>
                      </a:r>
                      <a:endParaRPr lang="en-US" sz="1800" i="1" baseline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5226344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02BB1F7-B21D-1358-F718-663A3FABE1AB}"/>
              </a:ext>
            </a:extLst>
          </p:cNvPr>
          <p:cNvCxnSpPr>
            <a:cxnSpLocks/>
          </p:cNvCxnSpPr>
          <p:nvPr/>
        </p:nvCxnSpPr>
        <p:spPr>
          <a:xfrm>
            <a:off x="4768105" y="3426970"/>
            <a:ext cx="0" cy="2743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BE58C0A-C521-BB0E-0B3D-E373882DA246}"/>
              </a:ext>
            </a:extLst>
          </p:cNvPr>
          <p:cNvCxnSpPr>
            <a:cxnSpLocks/>
          </p:cNvCxnSpPr>
          <p:nvPr/>
        </p:nvCxnSpPr>
        <p:spPr>
          <a:xfrm>
            <a:off x="2488825" y="3426970"/>
            <a:ext cx="0" cy="2743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2B19F40-24D7-B6B8-6552-07C927D9A0A2}"/>
              </a:ext>
            </a:extLst>
          </p:cNvPr>
          <p:cNvSpPr txBox="1"/>
          <p:nvPr/>
        </p:nvSpPr>
        <p:spPr>
          <a:xfrm>
            <a:off x="4213486" y="3073587"/>
            <a:ext cx="110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/>
              <a:t>cpu_pos</a:t>
            </a:r>
            <a:endParaRPr lang="en-US" b="1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AEA9BC-9E4F-01E6-56C0-F795F8A976D5}"/>
              </a:ext>
            </a:extLst>
          </p:cNvPr>
          <p:cNvSpPr txBox="1"/>
          <p:nvPr/>
        </p:nvSpPr>
        <p:spPr>
          <a:xfrm>
            <a:off x="1934206" y="3073587"/>
            <a:ext cx="1109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/>
              <a:t>gpu_pos</a:t>
            </a:r>
            <a:endParaRPr lang="en-US" b="1" i="1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D8F0DB6-97C3-E6AB-F0C5-E627EB216639}"/>
              </a:ext>
            </a:extLst>
          </p:cNvPr>
          <p:cNvCxnSpPr>
            <a:cxnSpLocks/>
          </p:cNvCxnSpPr>
          <p:nvPr/>
        </p:nvCxnSpPr>
        <p:spPr>
          <a:xfrm flipH="1">
            <a:off x="2024716" y="4395112"/>
            <a:ext cx="393021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9F5D01C-BD64-D24B-C587-73634F79FC06}"/>
              </a:ext>
            </a:extLst>
          </p:cNvPr>
          <p:cNvSpPr txBox="1"/>
          <p:nvPr/>
        </p:nvSpPr>
        <p:spPr>
          <a:xfrm>
            <a:off x="5410526" y="4062008"/>
            <a:ext cx="101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" pitchFamily="2" charset="0"/>
              </a:rPr>
              <a:t>Offset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3ECF685-5E5F-A7BD-A953-D0CB25B94212}"/>
              </a:ext>
            </a:extLst>
          </p:cNvPr>
          <p:cNvSpPr txBox="1"/>
          <p:nvPr/>
        </p:nvSpPr>
        <p:spPr>
          <a:xfrm>
            <a:off x="6769947" y="2990077"/>
            <a:ext cx="2767937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struct</a:t>
            </a:r>
            <a:r>
              <a:rPr lang="en-US" sz="1600" dirty="0">
                <a:latin typeface="Courier" pitchFamily="2" charset="0"/>
              </a:rPr>
              <a:t> Edge{</a:t>
            </a:r>
          </a:p>
          <a:p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uint32_t </a:t>
            </a:r>
            <a:r>
              <a:rPr lang="en-US" sz="1600" dirty="0">
                <a:latin typeface="Courier" pitchFamily="2" charset="0"/>
              </a:rPr>
              <a:t>v0;</a:t>
            </a:r>
          </a:p>
          <a:p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uint32_t</a:t>
            </a:r>
            <a:r>
              <a:rPr lang="en-US" sz="1600" dirty="0">
                <a:latin typeface="Courier" pitchFamily="2" charset="0"/>
              </a:rPr>
              <a:t> v1;</a:t>
            </a:r>
          </a:p>
          <a:p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int64_t</a:t>
            </a:r>
            <a:r>
              <a:rPr lang="en-US" sz="1600" dirty="0">
                <a:latin typeface="Courier" pitchFamily="2" charset="0"/>
              </a:rPr>
              <a:t>  time;</a:t>
            </a:r>
          </a:p>
          <a:p>
            <a:r>
              <a:rPr lang="en-US" sz="1600" dirty="0">
                <a:latin typeface="Courier" pitchFamily="2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bool</a:t>
            </a:r>
            <a:r>
              <a:rPr lang="en-US" sz="1600" dirty="0">
                <a:latin typeface="Courier" pitchFamily="2" charset="0"/>
              </a:rPr>
              <a:t>     type;</a:t>
            </a:r>
          </a:p>
          <a:p>
            <a:r>
              <a:rPr lang="en-US" sz="1600" dirty="0">
                <a:latin typeface="Courier" pitchFamily="2" charset="0"/>
              </a:rPr>
              <a:t>};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D735DB5-7681-DEB6-B57C-6BBD61540D08}"/>
              </a:ext>
            </a:extLst>
          </p:cNvPr>
          <p:cNvCxnSpPr>
            <a:cxnSpLocks/>
          </p:cNvCxnSpPr>
          <p:nvPr/>
        </p:nvCxnSpPr>
        <p:spPr>
          <a:xfrm flipV="1">
            <a:off x="4972050" y="3701290"/>
            <a:ext cx="1643063" cy="213485"/>
          </a:xfrm>
          <a:prstGeom prst="straightConnector1">
            <a:avLst/>
          </a:prstGeom>
          <a:ln w="19050"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1E65EF0-9602-19D1-8B58-02FFDC68899F}"/>
              </a:ext>
            </a:extLst>
          </p:cNvPr>
          <p:cNvSpPr txBox="1"/>
          <p:nvPr/>
        </p:nvSpPr>
        <p:spPr>
          <a:xfrm>
            <a:off x="1691409" y="3712124"/>
            <a:ext cx="54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L:</a:t>
            </a:r>
          </a:p>
        </p:txBody>
      </p:sp>
    </p:spTree>
    <p:extLst>
      <p:ext uri="{BB962C8B-B14F-4D97-AF65-F5344CB8AC3E}">
        <p14:creationId xmlns:p14="http://schemas.microsoft.com/office/powerpoint/2010/main" val="324929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C22477-9227-96BA-106E-731611F7FBAB}"/>
              </a:ext>
            </a:extLst>
          </p:cNvPr>
          <p:cNvSpPr txBox="1"/>
          <p:nvPr/>
        </p:nvSpPr>
        <p:spPr>
          <a:xfrm>
            <a:off x="794519" y="746659"/>
            <a:ext cx="5048720" cy="5170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struct</a:t>
            </a:r>
            <a:r>
              <a:rPr lang="en-US" sz="1200" dirty="0">
                <a:latin typeface="Courier" pitchFamily="2" charset="0"/>
              </a:rPr>
              <a:t> kArgs{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solidFill>
                  <a:schemeClr val="accent6"/>
                </a:solidFill>
                <a:latin typeface="Courier" pitchFamily="2" charset="0"/>
              </a:rPr>
              <a:t>//For incremental matching</a:t>
            </a:r>
            <a:endParaRPr lang="en-US" sz="1200" dirty="0">
              <a:latin typeface="Courier" pitchFamily="2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 volatile uint32_t</a:t>
            </a:r>
            <a:r>
              <a:rPr lang="zh-CN" altLang="en-US" sz="1200" dirty="0">
                <a:solidFill>
                  <a:schemeClr val="accent1"/>
                </a:solidFill>
                <a:latin typeface="Courier" pitchFamily="2" charset="0"/>
              </a:rPr>
              <a:t>  </a:t>
            </a:r>
            <a:r>
              <a:rPr lang="en-US" sz="1200" dirty="0">
                <a:latin typeface="Courier" pitchFamily="2" charset="0"/>
              </a:rPr>
              <a:t>*label,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size,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capacity;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volatile uint64_t</a:t>
            </a:r>
            <a:r>
              <a:rPr lang="zh-CN" altLang="en-US" sz="1200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neighbor;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volatile void</a:t>
            </a:r>
            <a:r>
              <a:rPr lang="en-US" sz="1200" dirty="0">
                <a:latin typeface="Courier" pitchFamily="2" charset="0"/>
              </a:rPr>
              <a:t>      *output;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volatile void     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 err="1">
                <a:latin typeface="Courier" pitchFamily="2" charset="0"/>
              </a:rPr>
              <a:t>volatile_start</a:t>
            </a:r>
            <a:r>
              <a:rPr lang="en-US" sz="1200" dirty="0">
                <a:latin typeface="Courier" pitchFamily="2" charset="0"/>
              </a:rPr>
              <a:t>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      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void     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 err="1">
                <a:latin typeface="Courier" pitchFamily="2" charset="0"/>
              </a:rPr>
              <a:t>non_volatile_start</a:t>
            </a:r>
            <a:r>
              <a:rPr lang="en-US" sz="1200" dirty="0">
                <a:latin typeface="Courier" pitchFamily="2" charset="0"/>
              </a:rPr>
              <a:t>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</a:p>
          <a:p>
            <a:pPr marL="228600" indent="-228600">
              <a:buFont typeface="+mj-lt"/>
              <a:buAutoNum type="arabicParenR"/>
            </a:pPr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solidFill>
                  <a:schemeClr val="accent6"/>
                </a:solidFill>
                <a:latin typeface="Courier" pitchFamily="2" charset="0"/>
              </a:rPr>
              <a:t>//For job queue</a:t>
            </a:r>
            <a:endParaRPr lang="en-US" sz="1200" dirty="0">
              <a:latin typeface="Courier" pitchFamily="2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volatile uint64_t</a:t>
            </a:r>
            <a:r>
              <a:rPr lang="zh-CN" altLang="en-US" sz="1200" dirty="0">
                <a:solidFill>
                  <a:schemeClr val="accent1"/>
                </a:solidFill>
                <a:latin typeface="Courier" pitchFamily="2" charset="0"/>
              </a:rPr>
              <a:t>  </a:t>
            </a:r>
            <a:r>
              <a:rPr lang="en-US" sz="1200" dirty="0">
                <a:latin typeface="Courier" pitchFamily="2" charset="0"/>
              </a:rPr>
              <a:t>*mutex,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gpu_pos,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cpu_pos;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volatile Edge</a:t>
            </a:r>
            <a:r>
              <a:rPr lang="en-US" sz="1200" dirty="0">
                <a:latin typeface="Courier" pitchFamily="2" charset="0"/>
              </a:rPr>
              <a:t>      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altLang="zh-CN" sz="1200" dirty="0">
                <a:latin typeface="Courier" pitchFamily="2" charset="0"/>
              </a:rPr>
              <a:t>L</a:t>
            </a:r>
            <a:r>
              <a:rPr lang="en-US" sz="1200" dirty="0">
                <a:latin typeface="Courier" pitchFamily="2" charset="0"/>
              </a:rPr>
              <a:t>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       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Edge</a:t>
            </a:r>
            <a:r>
              <a:rPr lang="zh-CN" altLang="en-US" sz="1200" dirty="0">
                <a:latin typeface="Courier" pitchFamily="2" charset="0"/>
              </a:rPr>
              <a:t>     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zh-CN" altLang="en-US" sz="1200" dirty="0">
                <a:latin typeface="Courier" pitchFamily="2" charset="0"/>
              </a:rPr>
              <a:t>*</a:t>
            </a:r>
            <a:r>
              <a:rPr lang="en-US" sz="1200" dirty="0">
                <a:latin typeface="Courier" pitchFamily="2" charset="0"/>
              </a:rPr>
              <a:t>local_queue)[JOB_SIZE];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}; 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__global__ void</a:t>
            </a: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PersistentKernel</a:t>
            </a:r>
            <a:r>
              <a:rPr lang="en-US" sz="1200" dirty="0">
                <a:latin typeface="Courier" pitchFamily="2" charset="0"/>
              </a:rPr>
              <a:t>(kArgs args){</a:t>
            </a:r>
            <a:endParaRPr lang="en-US" sz="1200" dirty="0">
              <a:solidFill>
                <a:srgbClr val="7030A0"/>
              </a:solidFill>
              <a:latin typeface="Courier" pitchFamily="2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while</a:t>
            </a:r>
            <a:r>
              <a:rPr lang="en-US" sz="1200" dirty="0"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true</a:t>
            </a:r>
            <a:r>
              <a:rPr lang="en-US" sz="1200" dirty="0">
                <a:latin typeface="Courier" pitchFamily="2" charset="0"/>
              </a:rPr>
              <a:t>){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  <a:r>
              <a:rPr lang="en-US" sz="1200" dirty="0">
                <a:solidFill>
                  <a:schemeClr val="accent4"/>
                </a:solidFill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lock</a:t>
            </a:r>
            <a:r>
              <a:rPr lang="en-US" sz="1200" dirty="0">
                <a:latin typeface="Courier" pitchFamily="2" charset="0"/>
              </a:rPr>
              <a:t>(args.mutex);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copy</a:t>
            </a:r>
            <a:r>
              <a:rPr lang="en-US" sz="1200" dirty="0">
                <a:latin typeface="Courier" pitchFamily="2" charset="0"/>
              </a:rPr>
              <a:t>(args.local_queue[WARP_ID], </a:t>
            </a:r>
            <a:r>
              <a:rPr lang="en-US" sz="1200" dirty="0" err="1">
                <a:latin typeface="Courier" pitchFamily="2" charset="0"/>
              </a:rPr>
              <a:t>args.L</a:t>
            </a:r>
            <a:r>
              <a:rPr lang="en-US" sz="1200" dirty="0">
                <a:latin typeface="Courier" pitchFamily="2" charset="0"/>
              </a:rPr>
              <a:t>);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unlock</a:t>
            </a:r>
            <a:r>
              <a:rPr lang="en-US" sz="1200" dirty="0">
                <a:latin typeface="Courier" pitchFamily="2" charset="0"/>
              </a:rPr>
              <a:t>(args.mutex);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for</a:t>
            </a:r>
            <a:r>
              <a:rPr lang="en-US" sz="1200" dirty="0">
                <a:latin typeface="Courier" pitchFamily="2" charset="0"/>
              </a:rPr>
              <a:t>(Edge e 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∈ </a:t>
            </a:r>
            <a:r>
              <a:rPr lang="en-US" sz="1200" dirty="0">
                <a:latin typeface="Courier" pitchFamily="2" charset="0"/>
              </a:rPr>
              <a:t>args.local_queue[WARP_ID]){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  </a:t>
            </a:r>
            <a:r>
              <a:rPr lang="en-US" sz="1200" dirty="0">
                <a:solidFill>
                  <a:schemeClr val="accent6"/>
                </a:solidFill>
                <a:latin typeface="Courier" pitchFamily="2" charset="0"/>
              </a:rPr>
              <a:t>//Call Matching Function for e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accent6"/>
                </a:solidFill>
                <a:latin typeface="Courier" pitchFamily="2" charset="0"/>
              </a:rPr>
              <a:t>   //Form </a:t>
            </a:r>
            <a:r>
              <a:rPr lang="en-US" sz="1200" dirty="0" err="1">
                <a:solidFill>
                  <a:schemeClr val="accent6"/>
                </a:solidFill>
                <a:latin typeface="Courier" pitchFamily="2" charset="0"/>
              </a:rPr>
              <a:t>DeltaDi</a:t>
            </a:r>
            <a:r>
              <a:rPr lang="en-US" sz="1200" dirty="0">
                <a:solidFill>
                  <a:schemeClr val="accent6"/>
                </a:solidFill>
                <a:latin typeface="Courier" pitchFamily="2" charset="0"/>
              </a:rPr>
              <a:t> parameters here with args &amp; e</a:t>
            </a:r>
            <a:endParaRPr lang="en-US" sz="1200" dirty="0">
              <a:latin typeface="Courier" pitchFamily="2" charset="0"/>
            </a:endParaRP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   if</a:t>
            </a:r>
            <a:r>
              <a:rPr lang="en-US" sz="1200" dirty="0">
                <a:latin typeface="Courier" pitchFamily="2" charset="0"/>
              </a:rPr>
              <a:t>(e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match</a:t>
            </a:r>
            <a:r>
              <a:rPr lang="en-US" sz="1200" dirty="0">
                <a:latin typeface="Courier" pitchFamily="2" charset="0"/>
              </a:rPr>
              <a:t> R1)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DeltaD1</a:t>
            </a:r>
            <a:r>
              <a:rPr lang="en-US" sz="1200" dirty="0">
                <a:latin typeface="Courier" pitchFamily="2" charset="0"/>
              </a:rPr>
              <a:t>(…); 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  …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latin typeface="Courier" pitchFamily="2" charset="0"/>
              </a:rPr>
              <a:t>(e </a:t>
            </a:r>
            <a:r>
              <a:rPr lang="en-US" sz="1200" dirty="0">
                <a:solidFill>
                  <a:schemeClr val="accent1"/>
                </a:solidFill>
                <a:latin typeface="Courier" pitchFamily="2" charset="0"/>
              </a:rPr>
              <a:t>match</a:t>
            </a:r>
            <a:r>
              <a:rPr lang="en-US" sz="1200" dirty="0">
                <a:latin typeface="Courier" pitchFamily="2" charset="0"/>
              </a:rPr>
              <a:t> R5) </a:t>
            </a:r>
            <a:r>
              <a:rPr lang="en-US" sz="1200" dirty="0">
                <a:solidFill>
                  <a:schemeClr val="accent2"/>
                </a:solidFill>
                <a:latin typeface="Courier" pitchFamily="2" charset="0"/>
              </a:rPr>
              <a:t>DeltaD5</a:t>
            </a:r>
            <a:r>
              <a:rPr lang="en-US" sz="1200" dirty="0">
                <a:latin typeface="Courier" pitchFamily="2" charset="0"/>
              </a:rPr>
              <a:t>(…);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200" dirty="0">
                <a:latin typeface="Courier" pitchFamily="2" charset="0"/>
              </a:rPr>
              <a:t>   }}}</a:t>
            </a:r>
          </a:p>
        </p:txBody>
      </p:sp>
    </p:spTree>
    <p:extLst>
      <p:ext uri="{BB962C8B-B14F-4D97-AF65-F5344CB8AC3E}">
        <p14:creationId xmlns:p14="http://schemas.microsoft.com/office/powerpoint/2010/main" val="676681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7">
            <a:extLst>
              <a:ext uri="{FF2B5EF4-FFF2-40B4-BE49-F238E27FC236}">
                <a16:creationId xmlns:a16="http://schemas.microsoft.com/office/drawing/2014/main" id="{E6518398-3EFD-A662-89EA-7FC57911D7B9}"/>
              </a:ext>
            </a:extLst>
          </p:cNvPr>
          <p:cNvSpPr/>
          <p:nvPr/>
        </p:nvSpPr>
        <p:spPr>
          <a:xfrm>
            <a:off x="2020992" y="234361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a</a:t>
            </a:r>
            <a:endParaRPr kumimoji="1" lang="zh-CN" altLang="en-US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C739A6-6809-F439-5AA2-046B3ADC43F8}"/>
              </a:ext>
            </a:extLst>
          </p:cNvPr>
          <p:cNvCxnSpPr>
            <a:cxnSpLocks/>
            <a:stCxn id="5" idx="4"/>
            <a:endCxn id="28" idx="0"/>
          </p:cNvCxnSpPr>
          <p:nvPr/>
        </p:nvCxnSpPr>
        <p:spPr>
          <a:xfrm>
            <a:off x="2135292" y="2572219"/>
            <a:ext cx="0" cy="206061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椭圆 7">
            <a:extLst>
              <a:ext uri="{FF2B5EF4-FFF2-40B4-BE49-F238E27FC236}">
                <a16:creationId xmlns:a16="http://schemas.microsoft.com/office/drawing/2014/main" id="{F7AD1F8C-C8B8-8BEF-5181-CC15D0F19790}"/>
              </a:ext>
            </a:extLst>
          </p:cNvPr>
          <p:cNvSpPr/>
          <p:nvPr/>
        </p:nvSpPr>
        <p:spPr>
          <a:xfrm>
            <a:off x="2020992" y="277828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b</a:t>
            </a:r>
            <a:endParaRPr kumimoji="1" lang="zh-CN" altLang="en-US" sz="1600" dirty="0"/>
          </a:p>
        </p:txBody>
      </p:sp>
      <p:sp>
        <p:nvSpPr>
          <p:cNvPr id="29" name="椭圆 7">
            <a:extLst>
              <a:ext uri="{FF2B5EF4-FFF2-40B4-BE49-F238E27FC236}">
                <a16:creationId xmlns:a16="http://schemas.microsoft.com/office/drawing/2014/main" id="{66B94714-C615-6849-EBA0-3128B9D087C7}"/>
              </a:ext>
            </a:extLst>
          </p:cNvPr>
          <p:cNvSpPr/>
          <p:nvPr/>
        </p:nvSpPr>
        <p:spPr>
          <a:xfrm>
            <a:off x="1620694" y="3182041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c</a:t>
            </a:r>
            <a:endParaRPr kumimoji="1" lang="zh-CN" alt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65F38EF-65FA-D13B-F208-C859A6E6F0B6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 flipH="1">
            <a:off x="1734994" y="2973402"/>
            <a:ext cx="319476" cy="20863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椭圆 7">
            <a:extLst>
              <a:ext uri="{FF2B5EF4-FFF2-40B4-BE49-F238E27FC236}">
                <a16:creationId xmlns:a16="http://schemas.microsoft.com/office/drawing/2014/main" id="{2EB4D24D-CE26-443C-75B8-A20CEFFCBD22}"/>
              </a:ext>
            </a:extLst>
          </p:cNvPr>
          <p:cNvSpPr/>
          <p:nvPr/>
        </p:nvSpPr>
        <p:spPr>
          <a:xfrm>
            <a:off x="2432124" y="3182041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d</a:t>
            </a:r>
            <a:endParaRPr kumimoji="1" lang="zh-CN" altLang="en-US" sz="1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D444AF8-AE34-EF9A-7030-1ED033C4487C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249631" y="2973402"/>
            <a:ext cx="296793" cy="20863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椭圆 7">
            <a:extLst>
              <a:ext uri="{FF2B5EF4-FFF2-40B4-BE49-F238E27FC236}">
                <a16:creationId xmlns:a16="http://schemas.microsoft.com/office/drawing/2014/main" id="{9DFC0EF3-5078-E6FB-6BCD-8DB8AAA402CC}"/>
              </a:ext>
            </a:extLst>
          </p:cNvPr>
          <p:cNvSpPr/>
          <p:nvPr/>
        </p:nvSpPr>
        <p:spPr>
          <a:xfrm>
            <a:off x="1244214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e</a:t>
            </a:r>
            <a:endParaRPr kumimoji="1" lang="zh-CN" altLang="en-US" sz="16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BD2B08-F83E-B05A-AD44-01D4EBF2232A}"/>
              </a:ext>
            </a:extLst>
          </p:cNvPr>
          <p:cNvCxnSpPr>
            <a:cxnSpLocks/>
            <a:stCxn id="29" idx="4"/>
            <a:endCxn id="52" idx="0"/>
          </p:cNvCxnSpPr>
          <p:nvPr/>
        </p:nvCxnSpPr>
        <p:spPr>
          <a:xfrm flipH="1">
            <a:off x="1358514" y="3410641"/>
            <a:ext cx="37648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椭圆 7">
            <a:extLst>
              <a:ext uri="{FF2B5EF4-FFF2-40B4-BE49-F238E27FC236}">
                <a16:creationId xmlns:a16="http://schemas.microsoft.com/office/drawing/2014/main" id="{4A269150-3495-964A-5A66-D5685AAEBB07}"/>
              </a:ext>
            </a:extLst>
          </p:cNvPr>
          <p:cNvSpPr/>
          <p:nvPr/>
        </p:nvSpPr>
        <p:spPr>
          <a:xfrm>
            <a:off x="1997175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g</a:t>
            </a:r>
            <a:endParaRPr kumimoji="1" lang="zh-CN" altLang="en-US" sz="1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F916173-9387-B2A3-8F36-21BB622B01AF}"/>
              </a:ext>
            </a:extLst>
          </p:cNvPr>
          <p:cNvCxnSpPr>
            <a:cxnSpLocks/>
            <a:stCxn id="29" idx="4"/>
            <a:endCxn id="54" idx="0"/>
          </p:cNvCxnSpPr>
          <p:nvPr/>
        </p:nvCxnSpPr>
        <p:spPr>
          <a:xfrm>
            <a:off x="1734994" y="3410641"/>
            <a:ext cx="376481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椭圆 7">
            <a:extLst>
              <a:ext uri="{FF2B5EF4-FFF2-40B4-BE49-F238E27FC236}">
                <a16:creationId xmlns:a16="http://schemas.microsoft.com/office/drawing/2014/main" id="{4D518DF8-E31D-4492-C5E2-3373F748A583}"/>
              </a:ext>
            </a:extLst>
          </p:cNvPr>
          <p:cNvSpPr/>
          <p:nvPr/>
        </p:nvSpPr>
        <p:spPr>
          <a:xfrm>
            <a:off x="2432124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h</a:t>
            </a:r>
            <a:endParaRPr kumimoji="1" lang="zh-CN" altLang="en-US" sz="16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A5A0D34-2C9A-AF36-AD81-6F83EB0A57EF}"/>
              </a:ext>
            </a:extLst>
          </p:cNvPr>
          <p:cNvCxnSpPr>
            <a:cxnSpLocks/>
            <a:stCxn id="41" idx="4"/>
            <a:endCxn id="64" idx="0"/>
          </p:cNvCxnSpPr>
          <p:nvPr/>
        </p:nvCxnSpPr>
        <p:spPr>
          <a:xfrm>
            <a:off x="2546424" y="3410641"/>
            <a:ext cx="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椭圆 7">
            <a:extLst>
              <a:ext uri="{FF2B5EF4-FFF2-40B4-BE49-F238E27FC236}">
                <a16:creationId xmlns:a16="http://schemas.microsoft.com/office/drawing/2014/main" id="{43E6C4A2-E62C-EFCB-5FCF-CC1780251A1B}"/>
              </a:ext>
            </a:extLst>
          </p:cNvPr>
          <p:cNvSpPr/>
          <p:nvPr/>
        </p:nvSpPr>
        <p:spPr>
          <a:xfrm>
            <a:off x="1620694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f</a:t>
            </a:r>
            <a:endParaRPr kumimoji="1" lang="zh-CN" altLang="en-US" sz="1600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F4B0959-ACE3-AC5E-B54D-359A475B859F}"/>
              </a:ext>
            </a:extLst>
          </p:cNvPr>
          <p:cNvCxnSpPr>
            <a:cxnSpLocks/>
            <a:stCxn id="29" idx="4"/>
            <a:endCxn id="101" idx="0"/>
          </p:cNvCxnSpPr>
          <p:nvPr/>
        </p:nvCxnSpPr>
        <p:spPr>
          <a:xfrm>
            <a:off x="1734994" y="3410641"/>
            <a:ext cx="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椭圆 7">
            <a:extLst>
              <a:ext uri="{FF2B5EF4-FFF2-40B4-BE49-F238E27FC236}">
                <a16:creationId xmlns:a16="http://schemas.microsoft.com/office/drawing/2014/main" id="{27AE2572-6526-911E-7BDE-569D396922BB}"/>
              </a:ext>
            </a:extLst>
          </p:cNvPr>
          <p:cNvSpPr/>
          <p:nvPr/>
        </p:nvSpPr>
        <p:spPr>
          <a:xfrm>
            <a:off x="4503444" y="3182041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c</a:t>
            </a:r>
            <a:endParaRPr kumimoji="1" lang="zh-CN" altLang="en-US" sz="1600" dirty="0"/>
          </a:p>
        </p:txBody>
      </p:sp>
      <p:sp>
        <p:nvSpPr>
          <p:cNvPr id="111" name="椭圆 7">
            <a:extLst>
              <a:ext uri="{FF2B5EF4-FFF2-40B4-BE49-F238E27FC236}">
                <a16:creationId xmlns:a16="http://schemas.microsoft.com/office/drawing/2014/main" id="{0E680C9B-E90C-B7E0-80DF-99BEB9DBF8A2}"/>
              </a:ext>
            </a:extLst>
          </p:cNvPr>
          <p:cNvSpPr/>
          <p:nvPr/>
        </p:nvSpPr>
        <p:spPr>
          <a:xfrm>
            <a:off x="5314932" y="3182041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d</a:t>
            </a:r>
            <a:endParaRPr kumimoji="1" lang="zh-CN" altLang="en-US" sz="1600" dirty="0"/>
          </a:p>
        </p:txBody>
      </p:sp>
      <p:sp>
        <p:nvSpPr>
          <p:cNvPr id="113" name="椭圆 7">
            <a:extLst>
              <a:ext uri="{FF2B5EF4-FFF2-40B4-BE49-F238E27FC236}">
                <a16:creationId xmlns:a16="http://schemas.microsoft.com/office/drawing/2014/main" id="{658E1033-B187-F6B1-D894-5A7406837DFF}"/>
              </a:ext>
            </a:extLst>
          </p:cNvPr>
          <p:cNvSpPr/>
          <p:nvPr/>
        </p:nvSpPr>
        <p:spPr>
          <a:xfrm>
            <a:off x="4092313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e</a:t>
            </a:r>
            <a:endParaRPr kumimoji="1" lang="zh-CN" altLang="en-US" sz="16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62AB91A-9917-C763-5404-A46DFFE23FEE}"/>
              </a:ext>
            </a:extLst>
          </p:cNvPr>
          <p:cNvCxnSpPr>
            <a:cxnSpLocks/>
            <a:stCxn id="122" idx="4"/>
            <a:endCxn id="113" idx="0"/>
          </p:cNvCxnSpPr>
          <p:nvPr/>
        </p:nvCxnSpPr>
        <p:spPr>
          <a:xfrm>
            <a:off x="4206613" y="3410640"/>
            <a:ext cx="0" cy="26532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椭圆 7">
            <a:extLst>
              <a:ext uri="{FF2B5EF4-FFF2-40B4-BE49-F238E27FC236}">
                <a16:creationId xmlns:a16="http://schemas.microsoft.com/office/drawing/2014/main" id="{51AC9617-580F-BB18-AF01-AFE0153833C2}"/>
              </a:ext>
            </a:extLst>
          </p:cNvPr>
          <p:cNvSpPr/>
          <p:nvPr/>
        </p:nvSpPr>
        <p:spPr>
          <a:xfrm>
            <a:off x="4914575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g</a:t>
            </a:r>
            <a:endParaRPr kumimoji="1" lang="zh-CN" altLang="en-US" sz="1600" dirty="0"/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02CDF33-064E-5B21-119D-EA220562B665}"/>
              </a:ext>
            </a:extLst>
          </p:cNvPr>
          <p:cNvCxnSpPr>
            <a:cxnSpLocks/>
            <a:stCxn id="125" idx="4"/>
            <a:endCxn id="115" idx="0"/>
          </p:cNvCxnSpPr>
          <p:nvPr/>
        </p:nvCxnSpPr>
        <p:spPr>
          <a:xfrm>
            <a:off x="5028874" y="3416734"/>
            <a:ext cx="1" cy="25922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椭圆 7">
            <a:extLst>
              <a:ext uri="{FF2B5EF4-FFF2-40B4-BE49-F238E27FC236}">
                <a16:creationId xmlns:a16="http://schemas.microsoft.com/office/drawing/2014/main" id="{90777470-C014-0681-4BF2-F0B4C7ECE18A}"/>
              </a:ext>
            </a:extLst>
          </p:cNvPr>
          <p:cNvSpPr/>
          <p:nvPr/>
        </p:nvSpPr>
        <p:spPr>
          <a:xfrm>
            <a:off x="5325705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h</a:t>
            </a:r>
            <a:endParaRPr kumimoji="1" lang="zh-CN" altLang="en-US" sz="1600" dirty="0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E4699AC-52BA-ED01-7D57-B2151C307576}"/>
              </a:ext>
            </a:extLst>
          </p:cNvPr>
          <p:cNvCxnSpPr>
            <a:cxnSpLocks/>
            <a:stCxn id="111" idx="4"/>
            <a:endCxn id="117" idx="0"/>
          </p:cNvCxnSpPr>
          <p:nvPr/>
        </p:nvCxnSpPr>
        <p:spPr>
          <a:xfrm>
            <a:off x="5429232" y="3410641"/>
            <a:ext cx="10773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椭圆 7">
            <a:extLst>
              <a:ext uri="{FF2B5EF4-FFF2-40B4-BE49-F238E27FC236}">
                <a16:creationId xmlns:a16="http://schemas.microsoft.com/office/drawing/2014/main" id="{4A26060B-7F2F-D209-C045-8CA56054DA18}"/>
              </a:ext>
            </a:extLst>
          </p:cNvPr>
          <p:cNvSpPr/>
          <p:nvPr/>
        </p:nvSpPr>
        <p:spPr>
          <a:xfrm>
            <a:off x="4503444" y="367596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f</a:t>
            </a:r>
            <a:endParaRPr kumimoji="1" lang="zh-CN" altLang="en-US" sz="16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92C06D33-7CA9-49B4-4AF9-7F328300A88D}"/>
              </a:ext>
            </a:extLst>
          </p:cNvPr>
          <p:cNvCxnSpPr>
            <a:cxnSpLocks/>
            <a:stCxn id="109" idx="4"/>
            <a:endCxn id="119" idx="0"/>
          </p:cNvCxnSpPr>
          <p:nvPr/>
        </p:nvCxnSpPr>
        <p:spPr>
          <a:xfrm>
            <a:off x="4617744" y="3410641"/>
            <a:ext cx="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椭圆 7">
            <a:extLst>
              <a:ext uri="{FF2B5EF4-FFF2-40B4-BE49-F238E27FC236}">
                <a16:creationId xmlns:a16="http://schemas.microsoft.com/office/drawing/2014/main" id="{96BE0DFC-1EA5-58EE-9DA7-D0DCCCD23764}"/>
              </a:ext>
            </a:extLst>
          </p:cNvPr>
          <p:cNvSpPr/>
          <p:nvPr/>
        </p:nvSpPr>
        <p:spPr>
          <a:xfrm>
            <a:off x="4092313" y="318204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c</a:t>
            </a:r>
            <a:endParaRPr kumimoji="1" lang="zh-CN" altLang="en-US" sz="1600" dirty="0"/>
          </a:p>
        </p:txBody>
      </p:sp>
      <p:sp>
        <p:nvSpPr>
          <p:cNvPr id="125" name="椭圆 7">
            <a:extLst>
              <a:ext uri="{FF2B5EF4-FFF2-40B4-BE49-F238E27FC236}">
                <a16:creationId xmlns:a16="http://schemas.microsoft.com/office/drawing/2014/main" id="{F03AC81C-DAB5-C880-C832-11AF7CB3C8E0}"/>
              </a:ext>
            </a:extLst>
          </p:cNvPr>
          <p:cNvSpPr/>
          <p:nvPr/>
        </p:nvSpPr>
        <p:spPr>
          <a:xfrm>
            <a:off x="4914574" y="3188134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c</a:t>
            </a:r>
            <a:endParaRPr kumimoji="1" lang="zh-CN" altLang="en-US" sz="1600" dirty="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C389C5F-1EBE-A847-6429-6A7062F6ED7A}"/>
              </a:ext>
            </a:extLst>
          </p:cNvPr>
          <p:cNvCxnSpPr>
            <a:cxnSpLocks/>
            <a:stCxn id="173" idx="4"/>
            <a:endCxn id="122" idx="0"/>
          </p:cNvCxnSpPr>
          <p:nvPr/>
        </p:nvCxnSpPr>
        <p:spPr>
          <a:xfrm flipH="1">
            <a:off x="4206613" y="2892580"/>
            <a:ext cx="639731" cy="28946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6E3E929-C481-E700-7218-86AEF9AA70BB}"/>
              </a:ext>
            </a:extLst>
          </p:cNvPr>
          <p:cNvCxnSpPr>
            <a:cxnSpLocks/>
            <a:stCxn id="173" idx="4"/>
            <a:endCxn id="125" idx="0"/>
          </p:cNvCxnSpPr>
          <p:nvPr/>
        </p:nvCxnSpPr>
        <p:spPr>
          <a:xfrm>
            <a:off x="4846344" y="2892580"/>
            <a:ext cx="182530" cy="295554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68E4FEB-5754-D672-5025-EFAD66AC8637}"/>
              </a:ext>
            </a:extLst>
          </p:cNvPr>
          <p:cNvCxnSpPr>
            <a:cxnSpLocks/>
            <a:stCxn id="173" idx="4"/>
            <a:endCxn id="111" idx="0"/>
          </p:cNvCxnSpPr>
          <p:nvPr/>
        </p:nvCxnSpPr>
        <p:spPr>
          <a:xfrm>
            <a:off x="4846344" y="2892580"/>
            <a:ext cx="582888" cy="289461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B96BE6E-DCD2-7BF0-C61D-2C297121CC69}"/>
              </a:ext>
            </a:extLst>
          </p:cNvPr>
          <p:cNvCxnSpPr>
            <a:cxnSpLocks/>
            <a:stCxn id="173" idx="4"/>
            <a:endCxn id="109" idx="0"/>
          </p:cNvCxnSpPr>
          <p:nvPr/>
        </p:nvCxnSpPr>
        <p:spPr>
          <a:xfrm flipH="1">
            <a:off x="4617744" y="2892580"/>
            <a:ext cx="228600" cy="289461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椭圆 7">
            <a:extLst>
              <a:ext uri="{FF2B5EF4-FFF2-40B4-BE49-F238E27FC236}">
                <a16:creationId xmlns:a16="http://schemas.microsoft.com/office/drawing/2014/main" id="{804E9029-53DB-AD1E-DC26-1D9CEDB8D03A}"/>
              </a:ext>
            </a:extLst>
          </p:cNvPr>
          <p:cNvSpPr/>
          <p:nvPr/>
        </p:nvSpPr>
        <p:spPr>
          <a:xfrm>
            <a:off x="4732044" y="222931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a</a:t>
            </a:r>
            <a:endParaRPr kumimoji="1" lang="zh-CN" altLang="en-US" sz="1600" dirty="0"/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8D502D2C-50B3-55BE-6FD0-A597DE52E009}"/>
              </a:ext>
            </a:extLst>
          </p:cNvPr>
          <p:cNvCxnSpPr>
            <a:cxnSpLocks/>
            <a:stCxn id="171" idx="4"/>
            <a:endCxn id="173" idx="0"/>
          </p:cNvCxnSpPr>
          <p:nvPr/>
        </p:nvCxnSpPr>
        <p:spPr>
          <a:xfrm>
            <a:off x="4846344" y="2457919"/>
            <a:ext cx="0" cy="206061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椭圆 7">
            <a:extLst>
              <a:ext uri="{FF2B5EF4-FFF2-40B4-BE49-F238E27FC236}">
                <a16:creationId xmlns:a16="http://schemas.microsoft.com/office/drawing/2014/main" id="{9C68762D-81F8-C805-CFC8-F50913C03D4C}"/>
              </a:ext>
            </a:extLst>
          </p:cNvPr>
          <p:cNvSpPr/>
          <p:nvPr/>
        </p:nvSpPr>
        <p:spPr>
          <a:xfrm>
            <a:off x="4732044" y="266398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zh-CN" sz="1600" dirty="0"/>
              <a:t>b</a:t>
            </a:r>
            <a:endParaRPr kumimoji="1" lang="zh-CN" altLang="en-US" sz="1600" dirty="0"/>
          </a:p>
        </p:txBody>
      </p:sp>
      <p:sp>
        <p:nvSpPr>
          <p:cNvPr id="180" name="Right Arrow 179">
            <a:extLst>
              <a:ext uri="{FF2B5EF4-FFF2-40B4-BE49-F238E27FC236}">
                <a16:creationId xmlns:a16="http://schemas.microsoft.com/office/drawing/2014/main" id="{A7C3296D-B37F-8F3A-C99B-B6FA10C78BA6}"/>
              </a:ext>
            </a:extLst>
          </p:cNvPr>
          <p:cNvSpPr/>
          <p:nvPr/>
        </p:nvSpPr>
        <p:spPr>
          <a:xfrm>
            <a:off x="3208179" y="3028872"/>
            <a:ext cx="427511" cy="306336"/>
          </a:xfrm>
          <a:prstGeom prst="rightArrow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B537D89F-4F4F-57A3-DC2E-D12D2F63CEB4}"/>
              </a:ext>
            </a:extLst>
          </p:cNvPr>
          <p:cNvCxnSpPr>
            <a:cxnSpLocks/>
          </p:cNvCxnSpPr>
          <p:nvPr/>
        </p:nvCxnSpPr>
        <p:spPr>
          <a:xfrm flipH="1">
            <a:off x="982033" y="3904560"/>
            <a:ext cx="37648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9D5E1E57-6B01-3AB8-4B35-36E3193619E3}"/>
              </a:ext>
            </a:extLst>
          </p:cNvPr>
          <p:cNvCxnSpPr>
            <a:cxnSpLocks/>
          </p:cNvCxnSpPr>
          <p:nvPr/>
        </p:nvCxnSpPr>
        <p:spPr>
          <a:xfrm>
            <a:off x="1358513" y="3904560"/>
            <a:ext cx="376481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871D52FC-EB11-6588-D1FA-6E422539AB96}"/>
              </a:ext>
            </a:extLst>
          </p:cNvPr>
          <p:cNvCxnSpPr>
            <a:cxnSpLocks/>
          </p:cNvCxnSpPr>
          <p:nvPr/>
        </p:nvCxnSpPr>
        <p:spPr>
          <a:xfrm>
            <a:off x="1358513" y="3904560"/>
            <a:ext cx="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0F1293F0-C2CA-6C8A-7114-F430F27BADC3}"/>
              </a:ext>
            </a:extLst>
          </p:cNvPr>
          <p:cNvCxnSpPr>
            <a:cxnSpLocks/>
            <a:stCxn id="54" idx="4"/>
          </p:cNvCxnSpPr>
          <p:nvPr/>
        </p:nvCxnSpPr>
        <p:spPr>
          <a:xfrm flipH="1">
            <a:off x="1882874" y="3904560"/>
            <a:ext cx="228601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04A899C4-8667-303B-E72C-796A14ECA0CB}"/>
              </a:ext>
            </a:extLst>
          </p:cNvPr>
          <p:cNvCxnSpPr>
            <a:cxnSpLocks/>
            <a:stCxn id="54" idx="4"/>
          </p:cNvCxnSpPr>
          <p:nvPr/>
        </p:nvCxnSpPr>
        <p:spPr>
          <a:xfrm>
            <a:off x="2111475" y="3904560"/>
            <a:ext cx="26218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78B6FDB8-AEDE-E8D3-7353-79042EF1DF9C}"/>
              </a:ext>
            </a:extLst>
          </p:cNvPr>
          <p:cNvSpPr txBox="1"/>
          <p:nvPr/>
        </p:nvSpPr>
        <p:spPr>
          <a:xfrm>
            <a:off x="1022189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8729BFF-3B21-42EF-D113-0187C32CF9C7}"/>
              </a:ext>
            </a:extLst>
          </p:cNvPr>
          <p:cNvSpPr txBox="1"/>
          <p:nvPr/>
        </p:nvSpPr>
        <p:spPr>
          <a:xfrm>
            <a:off x="1822210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F4A1AFE-4527-CAF4-12AE-2DF5B06D2708}"/>
              </a:ext>
            </a:extLst>
          </p:cNvPr>
          <p:cNvSpPr txBox="1"/>
          <p:nvPr/>
        </p:nvSpPr>
        <p:spPr>
          <a:xfrm>
            <a:off x="2248801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EDD54F1-B480-47AA-6297-66846C6884F3}"/>
              </a:ext>
            </a:extLst>
          </p:cNvPr>
          <p:cNvCxnSpPr>
            <a:cxnSpLocks/>
          </p:cNvCxnSpPr>
          <p:nvPr/>
        </p:nvCxnSpPr>
        <p:spPr>
          <a:xfrm flipH="1">
            <a:off x="3826139" y="3904560"/>
            <a:ext cx="37648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BCB3CD3C-B0DD-D988-6E78-47476CF6BCF2}"/>
              </a:ext>
            </a:extLst>
          </p:cNvPr>
          <p:cNvCxnSpPr>
            <a:cxnSpLocks/>
          </p:cNvCxnSpPr>
          <p:nvPr/>
        </p:nvCxnSpPr>
        <p:spPr>
          <a:xfrm>
            <a:off x="4202619" y="3904560"/>
            <a:ext cx="376481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4A202076-D9E2-A119-6012-0E22AF1C9357}"/>
              </a:ext>
            </a:extLst>
          </p:cNvPr>
          <p:cNvCxnSpPr>
            <a:cxnSpLocks/>
          </p:cNvCxnSpPr>
          <p:nvPr/>
        </p:nvCxnSpPr>
        <p:spPr>
          <a:xfrm>
            <a:off x="4202619" y="3904560"/>
            <a:ext cx="0" cy="26531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CA79994-1591-0B3E-CE2C-C636EC0CC52D}"/>
              </a:ext>
            </a:extLst>
          </p:cNvPr>
          <p:cNvCxnSpPr>
            <a:cxnSpLocks/>
            <a:stCxn id="115" idx="4"/>
          </p:cNvCxnSpPr>
          <p:nvPr/>
        </p:nvCxnSpPr>
        <p:spPr>
          <a:xfrm flipH="1">
            <a:off x="4794392" y="3904560"/>
            <a:ext cx="234483" cy="25922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52DDFD0-2780-3FEB-DED7-EA651506572A}"/>
              </a:ext>
            </a:extLst>
          </p:cNvPr>
          <p:cNvCxnSpPr>
            <a:cxnSpLocks/>
            <a:stCxn id="115" idx="4"/>
          </p:cNvCxnSpPr>
          <p:nvPr/>
        </p:nvCxnSpPr>
        <p:spPr>
          <a:xfrm>
            <a:off x="5028875" y="3904560"/>
            <a:ext cx="215292" cy="25922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C04779F5-B72D-970A-0127-7A5DCF672165}"/>
              </a:ext>
            </a:extLst>
          </p:cNvPr>
          <p:cNvSpPr txBox="1"/>
          <p:nvPr/>
        </p:nvSpPr>
        <p:spPr>
          <a:xfrm>
            <a:off x="3866295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5B97C81-4101-13D3-D5C6-9BAE5B7EE5A4}"/>
              </a:ext>
            </a:extLst>
          </p:cNvPr>
          <p:cNvSpPr txBox="1"/>
          <p:nvPr/>
        </p:nvSpPr>
        <p:spPr>
          <a:xfrm>
            <a:off x="4666316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B7D087C0-5173-98EF-491F-B7A8E6FBD410}"/>
              </a:ext>
            </a:extLst>
          </p:cNvPr>
          <p:cNvSpPr txBox="1"/>
          <p:nvPr/>
        </p:nvSpPr>
        <p:spPr>
          <a:xfrm>
            <a:off x="5092907" y="4133160"/>
            <a:ext cx="67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…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05147D4-3AC4-75F9-D122-299C62A71D46}"/>
              </a:ext>
            </a:extLst>
          </p:cNvPr>
          <p:cNvSpPr txBox="1"/>
          <p:nvPr/>
        </p:nvSpPr>
        <p:spPr>
          <a:xfrm>
            <a:off x="2921451" y="2630844"/>
            <a:ext cx="988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coalesce</a:t>
            </a:r>
          </a:p>
        </p:txBody>
      </p:sp>
    </p:spTree>
    <p:extLst>
      <p:ext uri="{BB962C8B-B14F-4D97-AF65-F5344CB8AC3E}">
        <p14:creationId xmlns:p14="http://schemas.microsoft.com/office/powerpoint/2010/main" val="44384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42036FD9-828A-DE3C-4F81-467D30368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610916"/>
              </p:ext>
            </p:extLst>
          </p:nvPr>
        </p:nvGraphicFramePr>
        <p:xfrm>
          <a:off x="5932487" y="1095345"/>
          <a:ext cx="2286000" cy="457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728383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v</a:t>
                      </a:r>
                      <a:r>
                        <a:rPr lang="en-US" sz="2400" baseline="-25000" dirty="0" err="1"/>
                        <a:t>n</a:t>
                      </a:r>
                      <a:endParaRPr lang="en-US" sz="2400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7DE5C3A-369E-95D7-A3AB-65CE9266D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626192"/>
              </p:ext>
            </p:extLst>
          </p:nvPr>
        </p:nvGraphicFramePr>
        <p:xfrm>
          <a:off x="4307681" y="3002207"/>
          <a:ext cx="2286000" cy="457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728383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v</a:t>
                      </a:r>
                      <a:r>
                        <a:rPr lang="en-US" sz="2400" baseline="-25000" dirty="0" err="1"/>
                        <a:t>n</a:t>
                      </a:r>
                      <a:endParaRPr lang="en-US" sz="2400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453C4A4-9A91-D3B9-3D72-69052528C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143728"/>
              </p:ext>
            </p:extLst>
          </p:nvPr>
        </p:nvGraphicFramePr>
        <p:xfrm>
          <a:off x="7075487" y="4057249"/>
          <a:ext cx="2286000" cy="457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728383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v</a:t>
                      </a:r>
                      <a:r>
                        <a:rPr lang="en-US" sz="2400" baseline="-25000" dirty="0" err="1"/>
                        <a:t>n</a:t>
                      </a:r>
                      <a:endParaRPr lang="en-US" sz="2400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258C507-D7AE-5A00-855F-078D70E34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537364"/>
              </p:ext>
            </p:extLst>
          </p:nvPr>
        </p:nvGraphicFramePr>
        <p:xfrm>
          <a:off x="7965861" y="2188999"/>
          <a:ext cx="2286000" cy="457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7283835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v</a:t>
                      </a:r>
                      <a:r>
                        <a:rPr lang="en-US" sz="2400" baseline="-25000" dirty="0" err="1"/>
                        <a:t>n</a:t>
                      </a:r>
                      <a:endParaRPr lang="en-US" sz="2400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D76163-EA1A-3C53-5F1A-8663671CE198}"/>
              </a:ext>
            </a:extLst>
          </p:cNvPr>
          <p:cNvCxnSpPr>
            <a:cxnSpLocks/>
          </p:cNvCxnSpPr>
          <p:nvPr/>
        </p:nvCxnSpPr>
        <p:spPr>
          <a:xfrm flipH="1">
            <a:off x="4634839" y="1552545"/>
            <a:ext cx="1565936" cy="1447429"/>
          </a:xfrm>
          <a:prstGeom prst="line">
            <a:avLst/>
          </a:prstGeom>
          <a:ln w="190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07E130F-65D2-2F38-D740-728469B3BF98}"/>
              </a:ext>
            </a:extLst>
          </p:cNvPr>
          <p:cNvCxnSpPr>
            <a:cxnSpLocks/>
          </p:cNvCxnSpPr>
          <p:nvPr/>
        </p:nvCxnSpPr>
        <p:spPr>
          <a:xfrm flipH="1">
            <a:off x="5036744" y="1550312"/>
            <a:ext cx="1164031" cy="1449662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AD331FD-B5A8-6C72-79A6-738352D822AF}"/>
              </a:ext>
            </a:extLst>
          </p:cNvPr>
          <p:cNvCxnSpPr>
            <a:cxnSpLocks/>
          </p:cNvCxnSpPr>
          <p:nvPr/>
        </p:nvCxnSpPr>
        <p:spPr>
          <a:xfrm>
            <a:off x="6200775" y="1554778"/>
            <a:ext cx="152400" cy="1445196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6376AB-46A3-2307-016D-83E3D401E634}"/>
              </a:ext>
            </a:extLst>
          </p:cNvPr>
          <p:cNvCxnSpPr>
            <a:cxnSpLocks/>
          </p:cNvCxnSpPr>
          <p:nvPr/>
        </p:nvCxnSpPr>
        <p:spPr>
          <a:xfrm flipH="1">
            <a:off x="4665548" y="1554778"/>
            <a:ext cx="1928133" cy="1445196"/>
          </a:xfrm>
          <a:prstGeom prst="line">
            <a:avLst/>
          </a:prstGeom>
          <a:ln w="190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4535FF9-8385-BE45-9C48-975E976AD2C5}"/>
              </a:ext>
            </a:extLst>
          </p:cNvPr>
          <p:cNvCxnSpPr>
            <a:cxnSpLocks/>
          </p:cNvCxnSpPr>
          <p:nvPr/>
        </p:nvCxnSpPr>
        <p:spPr>
          <a:xfrm flipH="1">
            <a:off x="5894644" y="1545846"/>
            <a:ext cx="718086" cy="1451895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DFBE58E-A61B-B96A-7ED9-3DF5014EEBFC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5450681" y="1552545"/>
            <a:ext cx="1624806" cy="1449662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023B45B-2898-546F-8478-E4109C63B3C8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6351844" y="1552545"/>
            <a:ext cx="723643" cy="1454128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753C123-2FEA-62A5-1EDF-09B4C3D934C7}"/>
              </a:ext>
            </a:extLst>
          </p:cNvPr>
          <p:cNvCxnSpPr>
            <a:cxnSpLocks/>
          </p:cNvCxnSpPr>
          <p:nvPr/>
        </p:nvCxnSpPr>
        <p:spPr>
          <a:xfrm flipH="1">
            <a:off x="5889087" y="1569618"/>
            <a:ext cx="1642147" cy="1441521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F6B3471-9D88-13EF-10A2-635DEAA72D9E}"/>
              </a:ext>
            </a:extLst>
          </p:cNvPr>
          <p:cNvCxnSpPr>
            <a:cxnSpLocks/>
          </p:cNvCxnSpPr>
          <p:nvPr/>
        </p:nvCxnSpPr>
        <p:spPr>
          <a:xfrm flipH="1">
            <a:off x="6325946" y="1541380"/>
            <a:ext cx="1649251" cy="1465293"/>
          </a:xfrm>
          <a:prstGeom prst="line">
            <a:avLst/>
          </a:prstGeom>
          <a:ln w="19050">
            <a:solidFill>
              <a:srgbClr val="00B05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DED58A0-7CC4-6E11-F730-94A4B035D319}"/>
              </a:ext>
            </a:extLst>
          </p:cNvPr>
          <p:cNvCxnSpPr>
            <a:cxnSpLocks/>
          </p:cNvCxnSpPr>
          <p:nvPr/>
        </p:nvCxnSpPr>
        <p:spPr>
          <a:xfrm>
            <a:off x="6200775" y="1569618"/>
            <a:ext cx="2017712" cy="597307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4C782EC-93C9-CAD7-D07A-5DB9AAB88F3A}"/>
              </a:ext>
            </a:extLst>
          </p:cNvPr>
          <p:cNvCxnSpPr>
            <a:cxnSpLocks/>
          </p:cNvCxnSpPr>
          <p:nvPr/>
        </p:nvCxnSpPr>
        <p:spPr>
          <a:xfrm>
            <a:off x="6612730" y="1541380"/>
            <a:ext cx="1605757" cy="625545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1D21753-0DE9-59A9-B5F8-B14B03B06323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075487" y="1552545"/>
            <a:ext cx="1539876" cy="636454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853458C-AD42-6D06-E219-7CA99873B51C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7975197" y="1541380"/>
            <a:ext cx="1133664" cy="647619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632B672-51ED-47EB-DFA3-499C06E811FA}"/>
              </a:ext>
            </a:extLst>
          </p:cNvPr>
          <p:cNvCxnSpPr>
            <a:cxnSpLocks/>
          </p:cNvCxnSpPr>
          <p:nvPr/>
        </p:nvCxnSpPr>
        <p:spPr>
          <a:xfrm>
            <a:off x="7531234" y="1550312"/>
            <a:ext cx="2069966" cy="616613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E8BAA64-D355-5EC4-C6E2-6FDD1B5A0995}"/>
              </a:ext>
            </a:extLst>
          </p:cNvPr>
          <p:cNvCxnSpPr>
            <a:cxnSpLocks/>
          </p:cNvCxnSpPr>
          <p:nvPr/>
        </p:nvCxnSpPr>
        <p:spPr>
          <a:xfrm>
            <a:off x="7975197" y="1569618"/>
            <a:ext cx="640166" cy="619381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99039FD-15AD-F77B-2D7B-21A3D12A1100}"/>
              </a:ext>
            </a:extLst>
          </p:cNvPr>
          <p:cNvCxnSpPr>
            <a:cxnSpLocks/>
          </p:cNvCxnSpPr>
          <p:nvPr/>
        </p:nvCxnSpPr>
        <p:spPr>
          <a:xfrm>
            <a:off x="7975197" y="1550312"/>
            <a:ext cx="2073211" cy="638687"/>
          </a:xfrm>
          <a:prstGeom prst="line">
            <a:avLst/>
          </a:prstGeom>
          <a:ln w="19050">
            <a:solidFill>
              <a:schemeClr val="accent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53095BF-00FF-287E-8C1A-FEC6FE3BADAA}"/>
              </a:ext>
            </a:extLst>
          </p:cNvPr>
          <p:cNvCxnSpPr>
            <a:cxnSpLocks/>
          </p:cNvCxnSpPr>
          <p:nvPr/>
        </p:nvCxnSpPr>
        <p:spPr>
          <a:xfrm flipH="1">
            <a:off x="7358063" y="2646199"/>
            <a:ext cx="860424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C39E50A-F1D2-1DD8-4E91-123DCE1A05C7}"/>
              </a:ext>
            </a:extLst>
          </p:cNvPr>
          <p:cNvCxnSpPr>
            <a:cxnSpLocks/>
          </p:cNvCxnSpPr>
          <p:nvPr/>
        </p:nvCxnSpPr>
        <p:spPr>
          <a:xfrm flipH="1">
            <a:off x="7772400" y="2646199"/>
            <a:ext cx="446087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139D690-AEAB-AFB1-F5D8-817DF46634DF}"/>
              </a:ext>
            </a:extLst>
          </p:cNvPr>
          <p:cNvCxnSpPr>
            <a:cxnSpLocks/>
          </p:cNvCxnSpPr>
          <p:nvPr/>
        </p:nvCxnSpPr>
        <p:spPr>
          <a:xfrm flipH="1">
            <a:off x="7772400" y="2646199"/>
            <a:ext cx="842963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9540554-3742-37D2-915C-42F7A2E52CBF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 flipH="1">
            <a:off x="8218487" y="2646199"/>
            <a:ext cx="890374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F9F8204-270F-72AF-2BA7-9C168C042DA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108861" y="2646199"/>
            <a:ext cx="0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CA8D54A-228A-8913-CD92-EA68A0459F3C}"/>
              </a:ext>
            </a:extLst>
          </p:cNvPr>
          <p:cNvCxnSpPr>
            <a:cxnSpLocks/>
          </p:cNvCxnSpPr>
          <p:nvPr/>
        </p:nvCxnSpPr>
        <p:spPr>
          <a:xfrm>
            <a:off x="8615363" y="2646199"/>
            <a:ext cx="493498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0205950-BB95-A5AD-83C6-84BA378AB6A5}"/>
              </a:ext>
            </a:extLst>
          </p:cNvPr>
          <p:cNvCxnSpPr>
            <a:cxnSpLocks/>
          </p:cNvCxnSpPr>
          <p:nvPr/>
        </p:nvCxnSpPr>
        <p:spPr>
          <a:xfrm flipH="1">
            <a:off x="9108861" y="2628590"/>
            <a:ext cx="492339" cy="1428659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830FEBF-869A-31DF-6E05-B449FCFA77F6}"/>
              </a:ext>
            </a:extLst>
          </p:cNvPr>
          <p:cNvCxnSpPr>
            <a:cxnSpLocks/>
          </p:cNvCxnSpPr>
          <p:nvPr/>
        </p:nvCxnSpPr>
        <p:spPr>
          <a:xfrm>
            <a:off x="8218487" y="2646199"/>
            <a:ext cx="890374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ED699ED9-B3B6-EA72-2ED7-6151168747B6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218487" y="2646199"/>
            <a:ext cx="0" cy="1411050"/>
          </a:xfrm>
          <a:prstGeom prst="line">
            <a:avLst/>
          </a:prstGeom>
          <a:ln w="19050">
            <a:solidFill>
              <a:srgbClr val="FFC00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C3B4D0A-442F-A0DC-F7A5-72314E154E4F}"/>
              </a:ext>
            </a:extLst>
          </p:cNvPr>
          <p:cNvCxnSpPr>
            <a:cxnSpLocks/>
          </p:cNvCxnSpPr>
          <p:nvPr/>
        </p:nvCxnSpPr>
        <p:spPr>
          <a:xfrm>
            <a:off x="4634839" y="3459407"/>
            <a:ext cx="2723224" cy="597842"/>
          </a:xfrm>
          <a:prstGeom prst="line">
            <a:avLst/>
          </a:prstGeom>
          <a:ln w="190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B22A938-AD18-B8D2-689D-3AA71744716C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450681" y="3459407"/>
            <a:ext cx="2767806" cy="597842"/>
          </a:xfrm>
          <a:prstGeom prst="line">
            <a:avLst/>
          </a:prstGeom>
          <a:ln w="19050">
            <a:solidFill>
              <a:srgbClr val="7030A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4F3F000-6D09-A59A-6DEE-EF2F20184A2A}"/>
              </a:ext>
            </a:extLst>
          </p:cNvPr>
          <p:cNvCxnSpPr>
            <a:cxnSpLocks/>
          </p:cNvCxnSpPr>
          <p:nvPr/>
        </p:nvCxnSpPr>
        <p:spPr>
          <a:xfrm>
            <a:off x="6351844" y="3459407"/>
            <a:ext cx="1006219" cy="597842"/>
          </a:xfrm>
          <a:prstGeom prst="line">
            <a:avLst/>
          </a:prstGeom>
          <a:ln w="19050">
            <a:solidFill>
              <a:srgbClr val="7030A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ADBABCA-E420-96F9-6C49-8510AE711674}"/>
              </a:ext>
            </a:extLst>
          </p:cNvPr>
          <p:cNvCxnSpPr>
            <a:cxnSpLocks/>
          </p:cNvCxnSpPr>
          <p:nvPr/>
        </p:nvCxnSpPr>
        <p:spPr>
          <a:xfrm>
            <a:off x="6325946" y="3459407"/>
            <a:ext cx="2403717" cy="597842"/>
          </a:xfrm>
          <a:prstGeom prst="line">
            <a:avLst/>
          </a:prstGeom>
          <a:ln w="19050">
            <a:solidFill>
              <a:srgbClr val="7030A0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0923085A-00C0-9CE0-14F1-D36F8D937AD3}"/>
              </a:ext>
            </a:extLst>
          </p:cNvPr>
          <p:cNvCxnSpPr>
            <a:cxnSpLocks/>
          </p:cNvCxnSpPr>
          <p:nvPr/>
        </p:nvCxnSpPr>
        <p:spPr>
          <a:xfrm>
            <a:off x="6200775" y="1569618"/>
            <a:ext cx="1157288" cy="2487631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29200B5A-5271-6B02-8B8C-FDF50CD1A1EF}"/>
              </a:ext>
            </a:extLst>
          </p:cNvPr>
          <p:cNvCxnSpPr>
            <a:cxnSpLocks/>
          </p:cNvCxnSpPr>
          <p:nvPr/>
        </p:nvCxnSpPr>
        <p:spPr>
          <a:xfrm>
            <a:off x="6593681" y="1569618"/>
            <a:ext cx="764382" cy="2487631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689C2CE-2696-D393-DE48-B4B2C61E164B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612730" y="1550312"/>
            <a:ext cx="1605757" cy="2506937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6EC382E-4A9C-B59A-4670-2CE978FC158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075487" y="1552545"/>
            <a:ext cx="282576" cy="2504704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6C1D7D2-D3BC-0E87-DFB9-553B20F7270C}"/>
              </a:ext>
            </a:extLst>
          </p:cNvPr>
          <p:cNvCxnSpPr>
            <a:cxnSpLocks/>
          </p:cNvCxnSpPr>
          <p:nvPr/>
        </p:nvCxnSpPr>
        <p:spPr>
          <a:xfrm>
            <a:off x="7531234" y="1541380"/>
            <a:ext cx="241166" cy="2515869"/>
          </a:xfrm>
          <a:prstGeom prst="line">
            <a:avLst/>
          </a:prstGeom>
          <a:ln w="19050"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8A233954-C080-BE94-4A9C-5B4F0BBEFBCB}"/>
              </a:ext>
            </a:extLst>
          </p:cNvPr>
          <p:cNvSpPr txBox="1"/>
          <p:nvPr/>
        </p:nvSpPr>
        <p:spPr>
          <a:xfrm>
            <a:off x="5535611" y="1059687"/>
            <a:ext cx="543583" cy="47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0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E21E2E1-5D88-F69D-6110-3EDBB9ABD12D}"/>
              </a:ext>
            </a:extLst>
          </p:cNvPr>
          <p:cNvSpPr txBox="1"/>
          <p:nvPr/>
        </p:nvSpPr>
        <p:spPr>
          <a:xfrm>
            <a:off x="3855713" y="2974451"/>
            <a:ext cx="543583" cy="47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2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BE48B94-89A3-24C3-5668-5DDDCF7100C9}"/>
              </a:ext>
            </a:extLst>
          </p:cNvPr>
          <p:cNvSpPr txBox="1"/>
          <p:nvPr/>
        </p:nvSpPr>
        <p:spPr>
          <a:xfrm>
            <a:off x="6639419" y="4026778"/>
            <a:ext cx="543583" cy="47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B00F091E-0846-47FD-E892-B549DF7F0138}"/>
              </a:ext>
            </a:extLst>
          </p:cNvPr>
          <p:cNvSpPr txBox="1"/>
          <p:nvPr/>
        </p:nvSpPr>
        <p:spPr>
          <a:xfrm>
            <a:off x="10247100" y="2178229"/>
            <a:ext cx="543583" cy="47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</a:t>
            </a:r>
            <a:r>
              <a:rPr lang="en-US" sz="2400" baseline="-25000" dirty="0"/>
              <a:t>1</a:t>
            </a:r>
          </a:p>
        </p:txBody>
      </p:sp>
      <p:graphicFrame>
        <p:nvGraphicFramePr>
          <p:cNvPr id="206" name="Table 19">
            <a:extLst>
              <a:ext uri="{FF2B5EF4-FFF2-40B4-BE49-F238E27FC236}">
                <a16:creationId xmlns:a16="http://schemas.microsoft.com/office/drawing/2014/main" id="{354BD06B-1602-6856-C2DC-09420B6AD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426885"/>
              </p:ext>
            </p:extLst>
          </p:nvPr>
        </p:nvGraphicFramePr>
        <p:xfrm>
          <a:off x="10737986" y="2974451"/>
          <a:ext cx="500710" cy="1920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00142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1572838350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07" name="Table 19">
            <a:extLst>
              <a:ext uri="{FF2B5EF4-FFF2-40B4-BE49-F238E27FC236}">
                <a16:creationId xmlns:a16="http://schemas.microsoft.com/office/drawing/2014/main" id="{247F2753-6CF3-B69A-7506-EAD50D2F2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72471"/>
              </p:ext>
            </p:extLst>
          </p:nvPr>
        </p:nvGraphicFramePr>
        <p:xfrm>
          <a:off x="10745000" y="3273372"/>
          <a:ext cx="303191" cy="1920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00142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102907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L="37166" marR="37166" marT="18583" marB="18583"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08" name="Table 19">
            <a:extLst>
              <a:ext uri="{FF2B5EF4-FFF2-40B4-BE49-F238E27FC236}">
                <a16:creationId xmlns:a16="http://schemas.microsoft.com/office/drawing/2014/main" id="{810312C7-BC1D-60CB-36A2-F8551C5CAB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551187"/>
              </p:ext>
            </p:extLst>
          </p:nvPr>
        </p:nvGraphicFramePr>
        <p:xfrm>
          <a:off x="10737986" y="3544015"/>
          <a:ext cx="100142" cy="1920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00142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09" name="Table 19">
            <a:extLst>
              <a:ext uri="{FF2B5EF4-FFF2-40B4-BE49-F238E27FC236}">
                <a16:creationId xmlns:a16="http://schemas.microsoft.com/office/drawing/2014/main" id="{84B24A3E-B89A-2AEF-BF92-2BB69ECC8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625706"/>
              </p:ext>
            </p:extLst>
          </p:nvPr>
        </p:nvGraphicFramePr>
        <p:xfrm>
          <a:off x="10744520" y="3811646"/>
          <a:ext cx="400568" cy="1920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00142">
                  <a:extLst>
                    <a:ext uri="{9D8B030D-6E8A-4147-A177-3AD203B41FA5}">
                      <a16:colId xmlns:a16="http://schemas.microsoft.com/office/drawing/2014/main" val="280309895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4035035545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980036776"/>
                    </a:ext>
                  </a:extLst>
                </a:gridCol>
                <a:gridCol w="100142">
                  <a:extLst>
                    <a:ext uri="{9D8B030D-6E8A-4147-A177-3AD203B41FA5}">
                      <a16:colId xmlns:a16="http://schemas.microsoft.com/office/drawing/2014/main" val="213844582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aseline="-25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L="37166" marR="37166" marT="18583" marB="18583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marL="37166" marR="37166" marT="18583" marB="18583" anchor="ctr"/>
                </a:tc>
                <a:extLst>
                  <a:ext uri="{0D108BD9-81ED-4DB2-BD59-A6C34878D82A}">
                    <a16:rowId xmlns:a16="http://schemas.microsoft.com/office/drawing/2014/main" val="1038038948"/>
                  </a:ext>
                </a:extLst>
              </a:tr>
            </a:tbl>
          </a:graphicData>
        </a:graphic>
      </p:graphicFrame>
      <p:graphicFrame>
        <p:nvGraphicFramePr>
          <p:cNvPr id="214" name="Table 2">
            <a:extLst>
              <a:ext uri="{FF2B5EF4-FFF2-40B4-BE49-F238E27FC236}">
                <a16:creationId xmlns:a16="http://schemas.microsoft.com/office/drawing/2014/main" id="{5DE6A94A-EDF4-9909-F805-93C2CF264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029674"/>
              </p:ext>
            </p:extLst>
          </p:nvPr>
        </p:nvGraphicFramePr>
        <p:xfrm>
          <a:off x="10435405" y="2974451"/>
          <a:ext cx="204293" cy="100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204293">
                  <a:extLst>
                    <a:ext uri="{9D8B030D-6E8A-4147-A177-3AD203B41FA5}">
                      <a16:colId xmlns:a16="http://schemas.microsoft.com/office/drawing/2014/main" val="1971567559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 baseline="-25000" dirty="0"/>
                        <a:t>…</a:t>
                      </a:r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2849127046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baseline="-25000" dirty="0"/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126165664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endParaRPr lang="en-US" sz="1000" b="0" i="1" baseline="-25000" dirty="0"/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65596741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endParaRPr lang="en-US" sz="1000" b="0" i="1" baseline="-25000" dirty="0"/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89656985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 baseline="-25000" dirty="0"/>
                        <a:t>…</a:t>
                      </a:r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1857823477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1" baseline="-25000" dirty="0"/>
                        <a:t>…</a:t>
                      </a:r>
                    </a:p>
                  </a:txBody>
                  <a:tcPr marL="36658" marR="36658" marT="18332" marB="18332" anchor="ctr"/>
                </a:tc>
                <a:extLst>
                  <a:ext uri="{0D108BD9-81ED-4DB2-BD59-A6C34878D82A}">
                    <a16:rowId xmlns:a16="http://schemas.microsoft.com/office/drawing/2014/main" val="1864016217"/>
                  </a:ext>
                </a:extLst>
              </a:tr>
            </a:tbl>
          </a:graphicData>
        </a:graphic>
      </p:graphicFrame>
      <p:sp>
        <p:nvSpPr>
          <p:cNvPr id="215" name="TextBox 214">
            <a:extLst>
              <a:ext uri="{FF2B5EF4-FFF2-40B4-BE49-F238E27FC236}">
                <a16:creationId xmlns:a16="http://schemas.microsoft.com/office/drawing/2014/main" id="{2D8F6462-2031-4BB8-5193-C6CF63E6A776}"/>
              </a:ext>
            </a:extLst>
          </p:cNvPr>
          <p:cNvSpPr txBox="1"/>
          <p:nvPr/>
        </p:nvSpPr>
        <p:spPr>
          <a:xfrm>
            <a:off x="4294555" y="1747479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R(u</a:t>
            </a:r>
            <a:r>
              <a:rPr lang="en-US" sz="2000" baseline="-25000" dirty="0">
                <a:solidFill>
                  <a:schemeClr val="accent6"/>
                </a:solidFill>
              </a:rPr>
              <a:t>0</a:t>
            </a:r>
            <a:r>
              <a:rPr lang="en-US" sz="2000" dirty="0">
                <a:solidFill>
                  <a:schemeClr val="accent6"/>
                </a:solidFill>
              </a:rPr>
              <a:t>, u</a:t>
            </a:r>
            <a:r>
              <a:rPr lang="en-US" sz="2000" baseline="-25000" dirty="0">
                <a:solidFill>
                  <a:schemeClr val="accent6"/>
                </a:solidFill>
              </a:rPr>
              <a:t>2</a:t>
            </a:r>
            <a:r>
              <a:rPr lang="en-US" sz="2000" dirty="0">
                <a:solidFill>
                  <a:schemeClr val="accent6"/>
                </a:solidFill>
              </a:rPr>
              <a:t>)</a:t>
            </a:r>
            <a:endParaRPr lang="en-US" sz="2000" baseline="-25000" dirty="0">
              <a:solidFill>
                <a:schemeClr val="accent6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78A31DE-8E1A-68F6-A18A-A31E9B20B871}"/>
              </a:ext>
            </a:extLst>
          </p:cNvPr>
          <p:cNvSpPr txBox="1"/>
          <p:nvPr/>
        </p:nvSpPr>
        <p:spPr>
          <a:xfrm>
            <a:off x="4290864" y="2126073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R(u</a:t>
            </a:r>
            <a:r>
              <a:rPr lang="en-US" sz="2000" baseline="-25000" dirty="0">
                <a:solidFill>
                  <a:schemeClr val="accent6"/>
                </a:solidFill>
              </a:rPr>
              <a:t>2</a:t>
            </a:r>
            <a:r>
              <a:rPr lang="en-US" sz="2000" dirty="0">
                <a:solidFill>
                  <a:schemeClr val="accent6"/>
                </a:solidFill>
              </a:rPr>
              <a:t>, u</a:t>
            </a:r>
            <a:r>
              <a:rPr lang="en-US" sz="2000" baseline="-25000" dirty="0">
                <a:solidFill>
                  <a:schemeClr val="accent6"/>
                </a:solidFill>
              </a:rPr>
              <a:t>0</a:t>
            </a:r>
            <a:r>
              <a:rPr lang="en-US" sz="2000" dirty="0">
                <a:solidFill>
                  <a:schemeClr val="accent6"/>
                </a:solidFill>
              </a:rPr>
              <a:t>)</a:t>
            </a:r>
            <a:endParaRPr lang="en-US" sz="2000" baseline="-25000" dirty="0">
              <a:solidFill>
                <a:schemeClr val="accent6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80DB60D8-14EB-DC14-EBE1-5C1DC273BD45}"/>
              </a:ext>
            </a:extLst>
          </p:cNvPr>
          <p:cNvSpPr txBox="1"/>
          <p:nvPr/>
        </p:nvSpPr>
        <p:spPr>
          <a:xfrm>
            <a:off x="8969537" y="1173951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R(u</a:t>
            </a:r>
            <a:r>
              <a:rPr lang="en-US" sz="2000" baseline="-25000" dirty="0">
                <a:solidFill>
                  <a:schemeClr val="accent1"/>
                </a:solidFill>
              </a:rPr>
              <a:t>0</a:t>
            </a:r>
            <a:r>
              <a:rPr lang="en-US" sz="2000" dirty="0">
                <a:solidFill>
                  <a:schemeClr val="accent1"/>
                </a:solidFill>
              </a:rPr>
              <a:t>, u</a:t>
            </a:r>
            <a:r>
              <a:rPr lang="en-US" sz="2000" baseline="-25000" dirty="0">
                <a:solidFill>
                  <a:schemeClr val="accent1"/>
                </a:solidFill>
              </a:rPr>
              <a:t>1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endParaRPr lang="en-US" sz="2000" baseline="-25000" dirty="0">
              <a:solidFill>
                <a:schemeClr val="accent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684F1BF2-31E8-BB15-73FF-F3D8DD9A74E0}"/>
              </a:ext>
            </a:extLst>
          </p:cNvPr>
          <p:cNvSpPr txBox="1"/>
          <p:nvPr/>
        </p:nvSpPr>
        <p:spPr>
          <a:xfrm>
            <a:off x="8965846" y="1552545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R(u</a:t>
            </a:r>
            <a:r>
              <a:rPr lang="en-US" sz="2000" baseline="-25000" dirty="0">
                <a:solidFill>
                  <a:schemeClr val="accent1"/>
                </a:solidFill>
              </a:rPr>
              <a:t>1</a:t>
            </a:r>
            <a:r>
              <a:rPr lang="en-US" sz="2000" dirty="0">
                <a:solidFill>
                  <a:schemeClr val="accent1"/>
                </a:solidFill>
              </a:rPr>
              <a:t>, u</a:t>
            </a:r>
            <a:r>
              <a:rPr lang="en-US" sz="2000" baseline="-25000" dirty="0">
                <a:solidFill>
                  <a:schemeClr val="accent1"/>
                </a:solidFill>
              </a:rPr>
              <a:t>0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endParaRPr lang="en-US" sz="2000" baseline="-25000" dirty="0">
              <a:solidFill>
                <a:schemeClr val="accent1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5EF86F8-0927-CD90-2A83-E1707D20DB4A}"/>
              </a:ext>
            </a:extLst>
          </p:cNvPr>
          <p:cNvSpPr txBox="1"/>
          <p:nvPr/>
        </p:nvSpPr>
        <p:spPr>
          <a:xfrm>
            <a:off x="5010160" y="3648184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R(u</a:t>
            </a:r>
            <a:r>
              <a:rPr lang="en-US" sz="2000" baseline="-25000" dirty="0">
                <a:solidFill>
                  <a:srgbClr val="7030A0"/>
                </a:solidFill>
              </a:rPr>
              <a:t>2</a:t>
            </a:r>
            <a:r>
              <a:rPr lang="en-US" sz="2000" dirty="0">
                <a:solidFill>
                  <a:srgbClr val="7030A0"/>
                </a:solidFill>
              </a:rPr>
              <a:t>, u</a:t>
            </a:r>
            <a:r>
              <a:rPr lang="en-US" sz="2000" baseline="-25000" dirty="0">
                <a:solidFill>
                  <a:srgbClr val="7030A0"/>
                </a:solidFill>
              </a:rPr>
              <a:t>3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  <a:endParaRPr lang="en-US" sz="2000" baseline="-25000" dirty="0">
              <a:solidFill>
                <a:srgbClr val="7030A0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7F2D88D-78B3-224A-BE07-1C7EE4EA2527}"/>
              </a:ext>
            </a:extLst>
          </p:cNvPr>
          <p:cNvSpPr txBox="1"/>
          <p:nvPr/>
        </p:nvSpPr>
        <p:spPr>
          <a:xfrm>
            <a:off x="5006469" y="4026778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R(u</a:t>
            </a:r>
            <a:r>
              <a:rPr lang="en-US" sz="2000" baseline="-25000" dirty="0">
                <a:solidFill>
                  <a:srgbClr val="7030A0"/>
                </a:solidFill>
              </a:rPr>
              <a:t>3</a:t>
            </a:r>
            <a:r>
              <a:rPr lang="en-US" sz="2000" dirty="0">
                <a:solidFill>
                  <a:srgbClr val="7030A0"/>
                </a:solidFill>
              </a:rPr>
              <a:t>, u</a:t>
            </a:r>
            <a:r>
              <a:rPr lang="en-US" sz="2000" baseline="-25000" dirty="0">
                <a:solidFill>
                  <a:srgbClr val="7030A0"/>
                </a:solidFill>
              </a:rPr>
              <a:t>2</a:t>
            </a:r>
            <a:r>
              <a:rPr lang="en-US" sz="2000" dirty="0">
                <a:solidFill>
                  <a:srgbClr val="7030A0"/>
                </a:solidFill>
              </a:rPr>
              <a:t>)</a:t>
            </a:r>
            <a:endParaRPr lang="en-US" sz="2000" baseline="-25000" dirty="0">
              <a:solidFill>
                <a:srgbClr val="7030A0"/>
              </a:solidFill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B323367-C5B1-C27C-E3DD-34D767179D56}"/>
              </a:ext>
            </a:extLst>
          </p:cNvPr>
          <p:cNvSpPr txBox="1"/>
          <p:nvPr/>
        </p:nvSpPr>
        <p:spPr>
          <a:xfrm>
            <a:off x="9329064" y="3050406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</a:rPr>
              <a:t>R(u</a:t>
            </a:r>
            <a:r>
              <a:rPr lang="en-US" sz="2000" baseline="-25000" dirty="0">
                <a:solidFill>
                  <a:srgbClr val="FFC000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, u</a:t>
            </a:r>
            <a:r>
              <a:rPr lang="en-US" sz="2000" baseline="-25000" dirty="0">
                <a:solidFill>
                  <a:srgbClr val="FFC000"/>
                </a:solidFill>
              </a:rPr>
              <a:t>3</a:t>
            </a:r>
            <a:r>
              <a:rPr lang="en-US" sz="2000" dirty="0">
                <a:solidFill>
                  <a:srgbClr val="FFC000"/>
                </a:solidFill>
              </a:rPr>
              <a:t>)</a:t>
            </a:r>
            <a:endParaRPr lang="en-US" sz="2000" baseline="-25000" dirty="0">
              <a:solidFill>
                <a:srgbClr val="FFC000"/>
              </a:solidFill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D58B16F-A945-0226-E068-E0C32E486639}"/>
              </a:ext>
            </a:extLst>
          </p:cNvPr>
          <p:cNvSpPr txBox="1"/>
          <p:nvPr/>
        </p:nvSpPr>
        <p:spPr>
          <a:xfrm>
            <a:off x="9325373" y="3429000"/>
            <a:ext cx="15386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C000"/>
                </a:solidFill>
              </a:rPr>
              <a:t>R(u</a:t>
            </a:r>
            <a:r>
              <a:rPr lang="en-US" sz="2000" baseline="-25000" dirty="0">
                <a:solidFill>
                  <a:srgbClr val="FFC000"/>
                </a:solidFill>
              </a:rPr>
              <a:t>3</a:t>
            </a:r>
            <a:r>
              <a:rPr lang="en-US" sz="2000" dirty="0">
                <a:solidFill>
                  <a:srgbClr val="FFC000"/>
                </a:solidFill>
              </a:rPr>
              <a:t>, u</a:t>
            </a:r>
            <a:r>
              <a:rPr lang="en-US" sz="2000" baseline="-25000" dirty="0">
                <a:solidFill>
                  <a:srgbClr val="FFC000"/>
                </a:solidFill>
              </a:rPr>
              <a:t>1</a:t>
            </a:r>
            <a:r>
              <a:rPr lang="en-US" sz="2000" dirty="0">
                <a:solidFill>
                  <a:srgbClr val="FFC000"/>
                </a:solidFill>
              </a:rPr>
              <a:t>)</a:t>
            </a:r>
            <a:endParaRPr lang="en-US" sz="2000" baseline="-25000" dirty="0">
              <a:solidFill>
                <a:srgbClr val="FFC000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4738FAE7-B6FA-E0AD-06B7-54EB83565BB2}"/>
              </a:ext>
            </a:extLst>
          </p:cNvPr>
          <p:cNvSpPr txBox="1"/>
          <p:nvPr/>
        </p:nvSpPr>
        <p:spPr>
          <a:xfrm>
            <a:off x="6736218" y="2386173"/>
            <a:ext cx="115511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R(u</a:t>
            </a:r>
            <a:r>
              <a:rPr lang="en-US" sz="2000" baseline="-25000" dirty="0"/>
              <a:t>0</a:t>
            </a:r>
            <a:r>
              <a:rPr lang="en-US" sz="2000" dirty="0"/>
              <a:t>, u</a:t>
            </a:r>
            <a:r>
              <a:rPr lang="en-US" sz="2000" baseline="-25000" dirty="0"/>
              <a:t>3</a:t>
            </a:r>
            <a:r>
              <a:rPr lang="en-US" sz="2000" dirty="0"/>
              <a:t>)</a:t>
            </a:r>
            <a:endParaRPr lang="en-US" sz="2000" baseline="-250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B082E6B-53B9-936D-91A1-88F6021B7617}"/>
              </a:ext>
            </a:extLst>
          </p:cNvPr>
          <p:cNvSpPr txBox="1"/>
          <p:nvPr/>
        </p:nvSpPr>
        <p:spPr>
          <a:xfrm>
            <a:off x="6732528" y="2764767"/>
            <a:ext cx="115880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R(u</a:t>
            </a:r>
            <a:r>
              <a:rPr lang="en-US" sz="2000" baseline="-25000" dirty="0"/>
              <a:t>3</a:t>
            </a:r>
            <a:r>
              <a:rPr lang="en-US" sz="2000" dirty="0"/>
              <a:t>, u</a:t>
            </a:r>
            <a:r>
              <a:rPr lang="en-US" sz="2000" baseline="-25000" dirty="0"/>
              <a:t>0</a:t>
            </a:r>
            <a:r>
              <a:rPr lang="en-US" sz="2000" dirty="0"/>
              <a:t>)</a:t>
            </a:r>
            <a:endParaRPr lang="en-US" sz="2000" baseline="-25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1FF89B7-B81D-4A13-1F74-F46D3569BF5B}"/>
              </a:ext>
            </a:extLst>
          </p:cNvPr>
          <p:cNvSpPr txBox="1"/>
          <p:nvPr/>
        </p:nvSpPr>
        <p:spPr>
          <a:xfrm>
            <a:off x="10365403" y="4048294"/>
            <a:ext cx="1158801" cy="50270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baseline="-25000" dirty="0"/>
              <a:t>Adj List Format</a:t>
            </a:r>
          </a:p>
        </p:txBody>
      </p:sp>
    </p:spTree>
    <p:extLst>
      <p:ext uri="{BB962C8B-B14F-4D97-AF65-F5344CB8AC3E}">
        <p14:creationId xmlns:p14="http://schemas.microsoft.com/office/powerpoint/2010/main" val="1123260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2F18F8CD-8D8C-99CE-FBD5-33DED647B5C4}"/>
              </a:ext>
            </a:extLst>
          </p:cNvPr>
          <p:cNvSpPr txBox="1"/>
          <p:nvPr/>
        </p:nvSpPr>
        <p:spPr>
          <a:xfrm>
            <a:off x="3382834" y="358358"/>
            <a:ext cx="3146553" cy="1154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(%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s1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∈ </a:t>
            </a:r>
            <a:r>
              <a:rPr lang="en-US" sz="1200" dirty="0">
                <a:solidFill>
                  <a:schemeClr val="tx1"/>
                </a:solidFill>
                <a:effectLst/>
                <a:latin typeface="Courier" pitchFamily="2" charset="0"/>
              </a:rPr>
              <a:t>%s3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[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%s2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.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id]){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 %s4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if(%s1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.itime &gt;=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 if(%s1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.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 %s5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B4A17516-46ED-CD22-3AB1-0C43AD0F9DA7}"/>
              </a:ext>
            </a:extLst>
          </p:cNvPr>
          <p:cNvSpPr txBox="1"/>
          <p:nvPr/>
        </p:nvSpPr>
        <p:spPr>
          <a:xfrm>
            <a:off x="3370132" y="1830380"/>
            <a:ext cx="3146553" cy="1154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 ∈ </a:t>
            </a:r>
            <a:r>
              <a:rPr lang="en-US" sz="1200" b="0" dirty="0">
                <a:solidFill>
                  <a:schemeClr val="tx1"/>
                </a:solidFill>
                <a:latin typeface="Courier" pitchFamily="2" charset="0"/>
              </a:rPr>
              <a:t>nb20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[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x2.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id]){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0.id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=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= 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x3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.id)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0.itime &gt;=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%s5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1D9482AC-B3AD-31F6-C389-32D8E716EC53}"/>
              </a:ext>
            </a:extLst>
          </p:cNvPr>
          <p:cNvSpPr txBox="1"/>
          <p:nvPr/>
        </p:nvSpPr>
        <p:spPr>
          <a:xfrm>
            <a:off x="3382832" y="3302402"/>
            <a:ext cx="3146553" cy="2077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 ∈ </a:t>
            </a:r>
            <a:r>
              <a:rPr lang="en-US" sz="1200" b="0" dirty="0">
                <a:solidFill>
                  <a:schemeClr val="tx1"/>
                </a:solidFill>
                <a:latin typeface="Courier" pitchFamily="2" charset="0"/>
              </a:rPr>
              <a:t>nb20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[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x2.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id]){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0.id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=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= 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x3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.id)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0.itime &gt;=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  <a:endParaRPr lang="en-US" sz="1200" dirty="0">
              <a:solidFill>
                <a:schemeClr val="tx1"/>
              </a:solidFill>
              <a:latin typeface="Courier" pitchFamily="2" charset="0"/>
            </a:endParaRP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for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0_ ∈ nb30[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x3.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id]){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if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0_.id != 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0.id)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0_.itime &gt;=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break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Courier" pitchFamily="2" charset="0"/>
              </a:rPr>
              <a:t>if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(x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0_.</a:t>
            </a: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d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time &lt;= t) </a:t>
            </a:r>
            <a:r>
              <a:rPr lang="en-US" sz="1200" b="0" dirty="0">
                <a:solidFill>
                  <a:srgbClr val="7030A0"/>
                </a:solidFill>
                <a:effectLst/>
                <a:latin typeface="Courier" pitchFamily="2" charset="0"/>
              </a:rPr>
              <a:t>continue</a:t>
            </a: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  %s5</a:t>
            </a:r>
          </a:p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  }  </a:t>
            </a:r>
          </a:p>
          <a:p>
            <a:pPr>
              <a:buClr>
                <a:schemeClr val="tx1"/>
              </a:buClr>
            </a:pPr>
            <a:r>
              <a:rPr lang="en-US" sz="1200" dirty="0">
                <a:solidFill>
                  <a:schemeClr val="tx1"/>
                </a:solidFill>
                <a:latin typeface="Courier" pitchFamily="2" charset="0"/>
              </a:rPr>
              <a:t>}</a:t>
            </a:r>
            <a:endParaRPr lang="en-US" sz="1200" b="0" dirty="0">
              <a:solidFill>
                <a:schemeClr val="tx1"/>
              </a:solidFill>
              <a:effectLst/>
              <a:latin typeface="Courier" pitchFamily="2" charset="0"/>
            </a:endParaRP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115F3259-42B8-A82B-6855-FE47FEB66D7F}"/>
              </a:ext>
            </a:extLst>
          </p:cNvPr>
          <p:cNvSpPr txBox="1"/>
          <p:nvPr/>
        </p:nvSpPr>
        <p:spPr>
          <a:xfrm>
            <a:off x="3451508" y="1563339"/>
            <a:ext cx="3182932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dirty="0">
                <a:solidFill>
                  <a:schemeClr val="tx1"/>
                </a:solidFill>
                <a:effectLst/>
              </a:rPr>
              <a:t>NodeRef: {u2:1, u</a:t>
            </a:r>
            <a:r>
              <a:rPr lang="en-US" sz="1400" dirty="0">
                <a:solidFill>
                  <a:schemeClr val="tx1"/>
                </a:solidFill>
              </a:rPr>
              <a:t>3:1</a:t>
            </a:r>
            <a:r>
              <a:rPr lang="en-US" sz="1400" dirty="0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7C388F13-E08A-F4E2-B899-FE1BD7EFDC81}"/>
              </a:ext>
            </a:extLst>
          </p:cNvPr>
          <p:cNvSpPr txBox="1"/>
          <p:nvPr/>
        </p:nvSpPr>
        <p:spPr>
          <a:xfrm>
            <a:off x="3469698" y="3032319"/>
            <a:ext cx="314655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dirty="0">
                <a:solidFill>
                  <a:schemeClr val="tx1"/>
                </a:solidFill>
              </a:rPr>
              <a:t>Node</a:t>
            </a:r>
            <a:r>
              <a:rPr lang="en-US" sz="1400" b="0" dirty="0">
                <a:solidFill>
                  <a:schemeClr val="tx1"/>
                </a:solidFill>
                <a:effectLst/>
              </a:rPr>
              <a:t>Ref: {u2:1, u</a:t>
            </a:r>
            <a:r>
              <a:rPr lang="en-US" sz="1400" dirty="0">
                <a:solidFill>
                  <a:schemeClr val="tx1"/>
                </a:solidFill>
              </a:rPr>
              <a:t>3:1, u0:1</a:t>
            </a:r>
            <a:r>
              <a:rPr lang="en-US" sz="1400" b="0" dirty="0"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C1863C41-3A2D-D494-C2E2-CC848308645D}"/>
              </a:ext>
            </a:extLst>
          </p:cNvPr>
          <p:cNvSpPr txBox="1"/>
          <p:nvPr/>
        </p:nvSpPr>
        <p:spPr>
          <a:xfrm>
            <a:off x="3451508" y="5430118"/>
            <a:ext cx="3146553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dirty="0">
                <a:solidFill>
                  <a:schemeClr val="tx1"/>
                </a:solidFill>
              </a:rPr>
              <a:t>NodeRef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:</a:t>
            </a:r>
            <a:r>
              <a:rPr lang="en-US" sz="1400" b="0" dirty="0">
                <a:solidFill>
                  <a:schemeClr val="tx1"/>
                </a:solidFill>
                <a:effectLst/>
                <a:latin typeface="Courier" pitchFamily="2" charset="0"/>
              </a:rPr>
              <a:t>{u2:1, u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3:1, u0:2</a:t>
            </a:r>
            <a:r>
              <a:rPr lang="en-US" sz="14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96BA8EA8-7D8E-4668-E277-C344C041597B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6516685" y="2407461"/>
            <a:ext cx="12700" cy="1933687"/>
          </a:xfrm>
          <a:prstGeom prst="curvedConnector3">
            <a:avLst>
              <a:gd name="adj1" fmla="val 19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042F0399-CB22-F6A2-A1D9-52ABA7CF1063}"/>
              </a:ext>
            </a:extLst>
          </p:cNvPr>
          <p:cNvCxnSpPr>
            <a:cxnSpLocks/>
            <a:stCxn id="3" idx="3"/>
            <a:endCxn id="4" idx="3"/>
          </p:cNvCxnSpPr>
          <p:nvPr/>
        </p:nvCxnSpPr>
        <p:spPr>
          <a:xfrm flipH="1">
            <a:off x="6516685" y="935439"/>
            <a:ext cx="12702" cy="1472022"/>
          </a:xfrm>
          <a:prstGeom prst="curvedConnector3">
            <a:avLst>
              <a:gd name="adj1" fmla="val -179971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1">
            <a:extLst>
              <a:ext uri="{FF2B5EF4-FFF2-40B4-BE49-F238E27FC236}">
                <a16:creationId xmlns:a16="http://schemas.microsoft.com/office/drawing/2014/main" id="{E5120FC6-73AE-25E4-9FF3-7E876C06BA8A}"/>
              </a:ext>
            </a:extLst>
          </p:cNvPr>
          <p:cNvSpPr txBox="1"/>
          <p:nvPr/>
        </p:nvSpPr>
        <p:spPr>
          <a:xfrm>
            <a:off x="5323170" y="1211045"/>
            <a:ext cx="1310360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b="0" dirty="0">
                <a:solidFill>
                  <a:schemeClr val="tx1"/>
                </a:solidFill>
                <a:effectLst/>
              </a:rPr>
              <a:t>Code template</a:t>
            </a:r>
          </a:p>
        </p:txBody>
      </p:sp>
      <p:sp>
        <p:nvSpPr>
          <p:cNvPr id="68" name="文本框 1">
            <a:extLst>
              <a:ext uri="{FF2B5EF4-FFF2-40B4-BE49-F238E27FC236}">
                <a16:creationId xmlns:a16="http://schemas.microsoft.com/office/drawing/2014/main" id="{21E1A837-3070-B080-4001-5900D4C4F091}"/>
              </a:ext>
            </a:extLst>
          </p:cNvPr>
          <p:cNvSpPr txBox="1"/>
          <p:nvPr/>
        </p:nvSpPr>
        <p:spPr>
          <a:xfrm>
            <a:off x="3382830" y="5691729"/>
            <a:ext cx="3146553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200" b="0" dirty="0">
                <a:solidFill>
                  <a:schemeClr val="tx1"/>
                </a:solidFill>
                <a:effectLst/>
                <a:latin typeface="Courier" pitchFamily="2" charset="0"/>
              </a:rPr>
              <a:t>…</a:t>
            </a:r>
          </a:p>
        </p:txBody>
      </p: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5F101F46-53A6-88AF-07EA-1173657815FB}"/>
              </a:ext>
            </a:extLst>
          </p:cNvPr>
          <p:cNvCxnSpPr>
            <a:cxnSpLocks/>
            <a:stCxn id="5" idx="3"/>
            <a:endCxn id="68" idx="3"/>
          </p:cNvCxnSpPr>
          <p:nvPr/>
        </p:nvCxnSpPr>
        <p:spPr>
          <a:xfrm flipH="1">
            <a:off x="6529383" y="4341148"/>
            <a:ext cx="2" cy="1465997"/>
          </a:xfrm>
          <a:prstGeom prst="curvedConnector3">
            <a:avLst>
              <a:gd name="adj1" fmla="val -114300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C42BE72F-2368-CDCF-6DF0-DB17E49D26BB}"/>
              </a:ext>
            </a:extLst>
          </p:cNvPr>
          <p:cNvSpPr/>
          <p:nvPr/>
        </p:nvSpPr>
        <p:spPr>
          <a:xfrm>
            <a:off x="3278692" y="241805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</a:t>
            </a:r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239B16AB-CD70-94BF-F07A-F090121D0505}"/>
              </a:ext>
            </a:extLst>
          </p:cNvPr>
          <p:cNvSpPr/>
          <p:nvPr/>
        </p:nvSpPr>
        <p:spPr>
          <a:xfrm>
            <a:off x="3286818" y="172391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EC7258D-1150-9501-0859-6A82C21A7162}"/>
              </a:ext>
            </a:extLst>
          </p:cNvPr>
          <p:cNvSpPr/>
          <p:nvPr/>
        </p:nvSpPr>
        <p:spPr>
          <a:xfrm>
            <a:off x="3301106" y="3206031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124FB91-82DA-1888-902F-9DE9E76BAFFD}"/>
              </a:ext>
            </a:extLst>
          </p:cNvPr>
          <p:cNvSpPr/>
          <p:nvPr/>
        </p:nvSpPr>
        <p:spPr>
          <a:xfrm>
            <a:off x="3270367" y="5600288"/>
            <a:ext cx="182880" cy="18288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90" name="文本框 1">
            <a:extLst>
              <a:ext uri="{FF2B5EF4-FFF2-40B4-BE49-F238E27FC236}">
                <a16:creationId xmlns:a16="http://schemas.microsoft.com/office/drawing/2014/main" id="{D45A090F-8AAD-3BEE-21DD-4C0F5EF6436A}"/>
              </a:ext>
            </a:extLst>
          </p:cNvPr>
          <p:cNvSpPr txBox="1"/>
          <p:nvPr/>
        </p:nvSpPr>
        <p:spPr>
          <a:xfrm>
            <a:off x="4567252" y="2681120"/>
            <a:ext cx="2018107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b="0" dirty="0">
                <a:solidFill>
                  <a:schemeClr val="tx1"/>
                </a:solidFill>
                <a:effectLst/>
              </a:rPr>
              <a:t>After generating 1</a:t>
            </a:r>
            <a:r>
              <a:rPr lang="en-US" sz="1400" b="0" baseline="30000" dirty="0">
                <a:solidFill>
                  <a:schemeClr val="tx1"/>
                </a:solidFill>
                <a:effectLst/>
              </a:rPr>
              <a:t>st</a:t>
            </a:r>
            <a:r>
              <a:rPr lang="en-US" sz="1400" b="0" dirty="0">
                <a:solidFill>
                  <a:schemeClr val="tx1"/>
                </a:solidFill>
                <a:effectLst/>
              </a:rPr>
              <a:t> loop</a:t>
            </a:r>
          </a:p>
        </p:txBody>
      </p:sp>
      <p:sp>
        <p:nvSpPr>
          <p:cNvPr id="91" name="文本框 1">
            <a:extLst>
              <a:ext uri="{FF2B5EF4-FFF2-40B4-BE49-F238E27FC236}">
                <a16:creationId xmlns:a16="http://schemas.microsoft.com/office/drawing/2014/main" id="{8E2A13D9-97AE-5310-F9D6-0A6E0F66F33E}"/>
              </a:ext>
            </a:extLst>
          </p:cNvPr>
          <p:cNvSpPr txBox="1"/>
          <p:nvPr/>
        </p:nvSpPr>
        <p:spPr>
          <a:xfrm>
            <a:off x="4567252" y="5061083"/>
            <a:ext cx="2018107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bIns="0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400" b="0" dirty="0">
                <a:solidFill>
                  <a:schemeClr val="tx1"/>
                </a:solidFill>
                <a:effectLst/>
              </a:rPr>
              <a:t>After generating 2</a:t>
            </a:r>
            <a:r>
              <a:rPr lang="en-US" sz="1400" baseline="30000" dirty="0">
                <a:solidFill>
                  <a:schemeClr val="tx1"/>
                </a:solidFill>
              </a:rPr>
              <a:t>n</a:t>
            </a:r>
            <a:r>
              <a:rPr lang="en-US" sz="1400" b="0" baseline="30000" dirty="0">
                <a:solidFill>
                  <a:schemeClr val="tx1"/>
                </a:solidFill>
                <a:effectLst/>
              </a:rPr>
              <a:t>d</a:t>
            </a:r>
            <a:r>
              <a:rPr lang="en-US" sz="1400" b="0" dirty="0">
                <a:solidFill>
                  <a:schemeClr val="tx1"/>
                </a:solidFill>
                <a:effectLst/>
              </a:rPr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349163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7">
            <a:extLst>
              <a:ext uri="{FF2B5EF4-FFF2-40B4-BE49-F238E27FC236}">
                <a16:creationId xmlns:a16="http://schemas.microsoft.com/office/drawing/2014/main" id="{4471D132-D87B-B5CC-F91C-D84A61D40BD2}"/>
              </a:ext>
            </a:extLst>
          </p:cNvPr>
          <p:cNvSpPr/>
          <p:nvPr/>
        </p:nvSpPr>
        <p:spPr>
          <a:xfrm>
            <a:off x="1668761" y="653678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18" name="椭圆 7">
            <a:extLst>
              <a:ext uri="{FF2B5EF4-FFF2-40B4-BE49-F238E27FC236}">
                <a16:creationId xmlns:a16="http://schemas.microsoft.com/office/drawing/2014/main" id="{5DBB1764-296B-6325-46B0-37A788881B49}"/>
              </a:ext>
            </a:extLst>
          </p:cNvPr>
          <p:cNvSpPr/>
          <p:nvPr/>
        </p:nvSpPr>
        <p:spPr>
          <a:xfrm>
            <a:off x="2337566" y="653678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19" name="椭圆 7">
            <a:extLst>
              <a:ext uri="{FF2B5EF4-FFF2-40B4-BE49-F238E27FC236}">
                <a16:creationId xmlns:a16="http://schemas.microsoft.com/office/drawing/2014/main" id="{7C6E6683-5F86-F533-E4DE-5BA96E16DC4D}"/>
              </a:ext>
            </a:extLst>
          </p:cNvPr>
          <p:cNvSpPr/>
          <p:nvPr/>
        </p:nvSpPr>
        <p:spPr>
          <a:xfrm>
            <a:off x="1668761" y="1222351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20" name="椭圆 7">
            <a:extLst>
              <a:ext uri="{FF2B5EF4-FFF2-40B4-BE49-F238E27FC236}">
                <a16:creationId xmlns:a16="http://schemas.microsoft.com/office/drawing/2014/main" id="{81CB6679-7717-2147-931E-685810E61159}"/>
              </a:ext>
            </a:extLst>
          </p:cNvPr>
          <p:cNvSpPr/>
          <p:nvPr/>
        </p:nvSpPr>
        <p:spPr>
          <a:xfrm>
            <a:off x="2337567" y="1225407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DEB35C-9AD1-4EFF-0010-71D8C6A83F2B}"/>
              </a:ext>
            </a:extLst>
          </p:cNvPr>
          <p:cNvCxnSpPr>
            <a:cxnSpLocks/>
            <a:stCxn id="19" idx="0"/>
            <a:endCxn id="17" idx="4"/>
          </p:cNvCxnSpPr>
          <p:nvPr/>
        </p:nvCxnSpPr>
        <p:spPr>
          <a:xfrm flipV="1">
            <a:off x="1783061" y="882278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89405F-8057-4D96-0341-79E038A7674A}"/>
              </a:ext>
            </a:extLst>
          </p:cNvPr>
          <p:cNvCxnSpPr>
            <a:cxnSpLocks/>
            <a:stCxn id="18" idx="2"/>
            <a:endCxn id="17" idx="6"/>
          </p:cNvCxnSpPr>
          <p:nvPr/>
        </p:nvCxnSpPr>
        <p:spPr>
          <a:xfrm flipH="1">
            <a:off x="1897361" y="767978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B39563-50E8-6057-6090-4F2ACD7DA153}"/>
              </a:ext>
            </a:extLst>
          </p:cNvPr>
          <p:cNvCxnSpPr>
            <a:cxnSpLocks/>
            <a:stCxn id="20" idx="1"/>
            <a:endCxn id="17" idx="5"/>
          </p:cNvCxnSpPr>
          <p:nvPr/>
        </p:nvCxnSpPr>
        <p:spPr>
          <a:xfrm flipH="1" flipV="1">
            <a:off x="1863883" y="848800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3B2FC51-5A0E-C6D6-3ED8-33988079854C}"/>
              </a:ext>
            </a:extLst>
          </p:cNvPr>
          <p:cNvCxnSpPr>
            <a:cxnSpLocks/>
            <a:stCxn id="20" idx="0"/>
            <a:endCxn id="18" idx="4"/>
          </p:cNvCxnSpPr>
          <p:nvPr/>
        </p:nvCxnSpPr>
        <p:spPr>
          <a:xfrm flipH="1" flipV="1">
            <a:off x="2451866" y="882278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13B338-D02C-99DF-ECC0-FBFDC414A2B1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897361" y="1336651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2B7A89E-B5B7-A80F-D0D9-93D2B7AA9C68}"/>
              </a:ext>
            </a:extLst>
          </p:cNvPr>
          <p:cNvSpPr txBox="1"/>
          <p:nvPr/>
        </p:nvSpPr>
        <p:spPr>
          <a:xfrm>
            <a:off x="1940281" y="1325015"/>
            <a:ext cx="52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i="1" dirty="0"/>
              <a:t>Δ</a:t>
            </a:r>
            <a:r>
              <a:rPr lang="en-US" sz="1200" i="1" dirty="0"/>
              <a:t>R5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D2E036-3BC8-2A72-9734-CA89DB639269}"/>
              </a:ext>
            </a:extLst>
          </p:cNvPr>
          <p:cNvSpPr txBox="1"/>
          <p:nvPr/>
        </p:nvSpPr>
        <p:spPr>
          <a:xfrm>
            <a:off x="1479693" y="942074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DCE0D4-3A06-BFAD-BBA8-3194B6245BDF}"/>
              </a:ext>
            </a:extLst>
          </p:cNvPr>
          <p:cNvSpPr txBox="1"/>
          <p:nvPr/>
        </p:nvSpPr>
        <p:spPr>
          <a:xfrm>
            <a:off x="2422057" y="945352"/>
            <a:ext cx="660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4048E-A9C3-51BF-F203-A6297F303746}"/>
              </a:ext>
            </a:extLst>
          </p:cNvPr>
          <p:cNvSpPr txBox="1"/>
          <p:nvPr/>
        </p:nvSpPr>
        <p:spPr>
          <a:xfrm>
            <a:off x="1891601" y="993054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C57836-1314-7504-59D6-52453ECF55D0}"/>
              </a:ext>
            </a:extLst>
          </p:cNvPr>
          <p:cNvSpPr txBox="1"/>
          <p:nvPr/>
        </p:nvSpPr>
        <p:spPr>
          <a:xfrm>
            <a:off x="1993098" y="529402"/>
            <a:ext cx="414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R1</a:t>
            </a:r>
          </a:p>
        </p:txBody>
      </p:sp>
      <p:sp>
        <p:nvSpPr>
          <p:cNvPr id="36" name="椭圆 7">
            <a:extLst>
              <a:ext uri="{FF2B5EF4-FFF2-40B4-BE49-F238E27FC236}">
                <a16:creationId xmlns:a16="http://schemas.microsoft.com/office/drawing/2014/main" id="{6E0B1F4F-238C-7D99-9E08-EDCACB76534F}"/>
              </a:ext>
            </a:extLst>
          </p:cNvPr>
          <p:cNvSpPr/>
          <p:nvPr/>
        </p:nvSpPr>
        <p:spPr>
          <a:xfrm>
            <a:off x="1690379" y="2060245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37" name="椭圆 7">
            <a:extLst>
              <a:ext uri="{FF2B5EF4-FFF2-40B4-BE49-F238E27FC236}">
                <a16:creationId xmlns:a16="http://schemas.microsoft.com/office/drawing/2014/main" id="{5DFB47D5-55A2-5831-0C0A-8A99575017CF}"/>
              </a:ext>
            </a:extLst>
          </p:cNvPr>
          <p:cNvSpPr/>
          <p:nvPr/>
        </p:nvSpPr>
        <p:spPr>
          <a:xfrm>
            <a:off x="2359184" y="2060245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38" name="椭圆 7">
            <a:extLst>
              <a:ext uri="{FF2B5EF4-FFF2-40B4-BE49-F238E27FC236}">
                <a16:creationId xmlns:a16="http://schemas.microsoft.com/office/drawing/2014/main" id="{7791C35F-4503-C14D-5FD0-DF40A5ED1F82}"/>
              </a:ext>
            </a:extLst>
          </p:cNvPr>
          <p:cNvSpPr/>
          <p:nvPr/>
        </p:nvSpPr>
        <p:spPr>
          <a:xfrm>
            <a:off x="1690379" y="2628918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39" name="椭圆 7">
            <a:extLst>
              <a:ext uri="{FF2B5EF4-FFF2-40B4-BE49-F238E27FC236}">
                <a16:creationId xmlns:a16="http://schemas.microsoft.com/office/drawing/2014/main" id="{B95B3C92-ED46-2A4B-A278-98AEC6789AF0}"/>
              </a:ext>
            </a:extLst>
          </p:cNvPr>
          <p:cNvSpPr/>
          <p:nvPr/>
        </p:nvSpPr>
        <p:spPr>
          <a:xfrm>
            <a:off x="2359185" y="2631974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828B1D-47BF-3635-981D-9087A31DD415}"/>
              </a:ext>
            </a:extLst>
          </p:cNvPr>
          <p:cNvCxnSpPr>
            <a:cxnSpLocks/>
            <a:stCxn id="38" idx="0"/>
            <a:endCxn id="36" idx="4"/>
          </p:cNvCxnSpPr>
          <p:nvPr/>
        </p:nvCxnSpPr>
        <p:spPr>
          <a:xfrm flipV="1">
            <a:off x="1804679" y="2288845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FBC81D-3A96-15BA-06E9-8F37A5ACE4F9}"/>
              </a:ext>
            </a:extLst>
          </p:cNvPr>
          <p:cNvCxnSpPr>
            <a:cxnSpLocks/>
            <a:stCxn id="36" idx="6"/>
            <a:endCxn id="37" idx="2"/>
          </p:cNvCxnSpPr>
          <p:nvPr/>
        </p:nvCxnSpPr>
        <p:spPr>
          <a:xfrm>
            <a:off x="1918979" y="2174545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06923A-268C-4376-A759-F59D615BEE48}"/>
              </a:ext>
            </a:extLst>
          </p:cNvPr>
          <p:cNvCxnSpPr>
            <a:cxnSpLocks/>
            <a:stCxn id="36" idx="5"/>
            <a:endCxn id="39" idx="1"/>
          </p:cNvCxnSpPr>
          <p:nvPr/>
        </p:nvCxnSpPr>
        <p:spPr>
          <a:xfrm>
            <a:off x="1885501" y="2255367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093836-D2C6-7102-6657-665C7D600386}"/>
              </a:ext>
            </a:extLst>
          </p:cNvPr>
          <p:cNvCxnSpPr>
            <a:cxnSpLocks/>
            <a:stCxn id="37" idx="4"/>
            <a:endCxn id="39" idx="0"/>
          </p:cNvCxnSpPr>
          <p:nvPr/>
        </p:nvCxnSpPr>
        <p:spPr>
          <a:xfrm>
            <a:off x="2473484" y="2288845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6579FA3-24DD-A9E4-E9E0-5FD722793926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>
            <a:off x="1918979" y="2743218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3CB2BF0-C092-1CFD-EA8A-79B76ABE8DBD}"/>
              </a:ext>
            </a:extLst>
          </p:cNvPr>
          <p:cNvSpPr txBox="1"/>
          <p:nvPr/>
        </p:nvSpPr>
        <p:spPr>
          <a:xfrm>
            <a:off x="1961899" y="2731582"/>
            <a:ext cx="52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96CC30-1F63-5E0D-FFB3-A2E477634583}"/>
              </a:ext>
            </a:extLst>
          </p:cNvPr>
          <p:cNvSpPr txBox="1"/>
          <p:nvPr/>
        </p:nvSpPr>
        <p:spPr>
          <a:xfrm>
            <a:off x="1433200" y="2363555"/>
            <a:ext cx="52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i="1" dirty="0"/>
              <a:t>Δ</a:t>
            </a:r>
            <a:r>
              <a:rPr lang="en-US" sz="1200" i="1" dirty="0"/>
              <a:t>R2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978C5A-EE74-497C-3301-2EA93035D58A}"/>
              </a:ext>
            </a:extLst>
          </p:cNvPr>
          <p:cNvSpPr txBox="1"/>
          <p:nvPr/>
        </p:nvSpPr>
        <p:spPr>
          <a:xfrm>
            <a:off x="2443675" y="2351919"/>
            <a:ext cx="660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5C7ADF-67D9-6B9B-7DE0-20CDB3B15F3D}"/>
              </a:ext>
            </a:extLst>
          </p:cNvPr>
          <p:cNvSpPr txBox="1"/>
          <p:nvPr/>
        </p:nvSpPr>
        <p:spPr>
          <a:xfrm>
            <a:off x="1913219" y="239962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D0C3B6-2D05-E77F-9519-EC89F21483EA}"/>
              </a:ext>
            </a:extLst>
          </p:cNvPr>
          <p:cNvSpPr txBox="1"/>
          <p:nvPr/>
        </p:nvSpPr>
        <p:spPr>
          <a:xfrm>
            <a:off x="2014716" y="1935969"/>
            <a:ext cx="414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5BE8D0-5D12-A725-50E6-AF60EA98254A}"/>
              </a:ext>
            </a:extLst>
          </p:cNvPr>
          <p:cNvSpPr txBox="1"/>
          <p:nvPr/>
        </p:nvSpPr>
        <p:spPr>
          <a:xfrm>
            <a:off x="1656836" y="1475607"/>
            <a:ext cx="3299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Schedule for </a:t>
            </a:r>
            <a:r>
              <a:rPr lang="el-GR" sz="1400" b="1" dirty="0"/>
              <a:t>Δ</a:t>
            </a:r>
            <a:r>
              <a:rPr lang="en-US" sz="1400" b="1" dirty="0"/>
              <a:t>D</a:t>
            </a:r>
            <a:r>
              <a:rPr lang="en-US" sz="1400" b="1" baseline="-25000" dirty="0"/>
              <a:t>5</a:t>
            </a:r>
            <a:endParaRPr lang="en-US" sz="1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05C055-11E3-7224-51AE-9B40CE0DAFA7}"/>
              </a:ext>
            </a:extLst>
          </p:cNvPr>
          <p:cNvSpPr txBox="1"/>
          <p:nvPr/>
        </p:nvSpPr>
        <p:spPr>
          <a:xfrm>
            <a:off x="2687181" y="2002065"/>
            <a:ext cx="6261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latin typeface="Courier" pitchFamily="2" charset="0"/>
              </a:rPr>
              <a:t>Δ</a:t>
            </a:r>
            <a:r>
              <a:rPr lang="en-US" sz="1200" dirty="0">
                <a:latin typeface="Courier" pitchFamily="2" charset="0"/>
              </a:rPr>
              <a:t>R2⋈</a:t>
            </a:r>
          </a:p>
          <a:p>
            <a:r>
              <a:rPr lang="en-US" sz="1200" dirty="0">
                <a:latin typeface="Courier" pitchFamily="2" charset="0"/>
              </a:rPr>
              <a:t>R5⋈</a:t>
            </a:r>
          </a:p>
          <a:p>
            <a:r>
              <a:rPr lang="en-US" sz="1200" dirty="0">
                <a:latin typeface="Courier" pitchFamily="2" charset="0"/>
              </a:rPr>
              <a:t>R3⋈</a:t>
            </a:r>
          </a:p>
          <a:p>
            <a:r>
              <a:rPr lang="en-US" sz="1200" dirty="0">
                <a:latin typeface="Courier" pitchFamily="2" charset="0"/>
              </a:rPr>
              <a:t>R1⋈</a:t>
            </a:r>
          </a:p>
          <a:p>
            <a:r>
              <a:rPr lang="en-US" sz="1200" dirty="0">
                <a:latin typeface="Courier" pitchFamily="2" charset="0"/>
              </a:rPr>
              <a:t>R4</a:t>
            </a:r>
            <a:endParaRPr lang="en-US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492B7F-82EA-942E-9763-28401A9A3AE9}"/>
              </a:ext>
            </a:extLst>
          </p:cNvPr>
          <p:cNvSpPr txBox="1"/>
          <p:nvPr/>
        </p:nvSpPr>
        <p:spPr>
          <a:xfrm>
            <a:off x="2678376" y="586351"/>
            <a:ext cx="2077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latin typeface="Courier" pitchFamily="2" charset="0"/>
              </a:rPr>
              <a:t>Δ</a:t>
            </a:r>
            <a:r>
              <a:rPr lang="en-US" sz="1200" dirty="0">
                <a:latin typeface="Courier" pitchFamily="2" charset="0"/>
              </a:rPr>
              <a:t>R5⋈</a:t>
            </a:r>
          </a:p>
          <a:p>
            <a:r>
              <a:rPr lang="en-US" sz="1200" dirty="0">
                <a:latin typeface="Courier" pitchFamily="2" charset="0"/>
              </a:rPr>
              <a:t>R2⋈</a:t>
            </a:r>
          </a:p>
          <a:p>
            <a:r>
              <a:rPr lang="en-US" sz="1200" dirty="0">
                <a:latin typeface="Courier" pitchFamily="2" charset="0"/>
              </a:rPr>
              <a:t>R3⋈</a:t>
            </a:r>
          </a:p>
          <a:p>
            <a:r>
              <a:rPr lang="en-US" sz="1200" dirty="0">
                <a:latin typeface="Courier" pitchFamily="2" charset="0"/>
              </a:rPr>
              <a:t>R4⋈</a:t>
            </a:r>
          </a:p>
          <a:p>
            <a:r>
              <a:rPr lang="en-US" sz="1200" dirty="0">
                <a:latin typeface="Courier" pitchFamily="2" charset="0"/>
              </a:rPr>
              <a:t>R1</a:t>
            </a:r>
            <a:endParaRPr 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52C388-56A7-1127-DBB8-FF4BF2F0C1B9}"/>
              </a:ext>
            </a:extLst>
          </p:cNvPr>
          <p:cNvSpPr txBox="1"/>
          <p:nvPr/>
        </p:nvSpPr>
        <p:spPr>
          <a:xfrm>
            <a:off x="1656837" y="2891321"/>
            <a:ext cx="3299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Schedule for </a:t>
            </a:r>
            <a:r>
              <a:rPr lang="el-GR" sz="1400" b="1" dirty="0"/>
              <a:t>Δ</a:t>
            </a:r>
            <a:r>
              <a:rPr lang="en-US" sz="1400" b="1" dirty="0"/>
              <a:t>D</a:t>
            </a:r>
            <a:r>
              <a:rPr lang="en-US" sz="1400" b="1" baseline="-25000" dirty="0"/>
              <a:t>2</a:t>
            </a:r>
            <a:endParaRPr lang="en-US" sz="1400" b="1" dirty="0"/>
          </a:p>
        </p:txBody>
      </p:sp>
      <p:sp>
        <p:nvSpPr>
          <p:cNvPr id="111" name="椭圆 7">
            <a:extLst>
              <a:ext uri="{FF2B5EF4-FFF2-40B4-BE49-F238E27FC236}">
                <a16:creationId xmlns:a16="http://schemas.microsoft.com/office/drawing/2014/main" id="{DB02E771-7715-ECAE-33EC-DB2CC5D3A208}"/>
              </a:ext>
            </a:extLst>
          </p:cNvPr>
          <p:cNvSpPr/>
          <p:nvPr/>
        </p:nvSpPr>
        <p:spPr>
          <a:xfrm>
            <a:off x="1668760" y="382604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112" name="椭圆 7">
            <a:extLst>
              <a:ext uri="{FF2B5EF4-FFF2-40B4-BE49-F238E27FC236}">
                <a16:creationId xmlns:a16="http://schemas.microsoft.com/office/drawing/2014/main" id="{202E3FF9-B4DC-32F8-2F30-3757BCD742AA}"/>
              </a:ext>
            </a:extLst>
          </p:cNvPr>
          <p:cNvSpPr/>
          <p:nvPr/>
        </p:nvSpPr>
        <p:spPr>
          <a:xfrm>
            <a:off x="2337565" y="382604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113" name="椭圆 7">
            <a:extLst>
              <a:ext uri="{FF2B5EF4-FFF2-40B4-BE49-F238E27FC236}">
                <a16:creationId xmlns:a16="http://schemas.microsoft.com/office/drawing/2014/main" id="{83674824-E739-5775-6F78-B8E1B2B9FCDD}"/>
              </a:ext>
            </a:extLst>
          </p:cNvPr>
          <p:cNvSpPr/>
          <p:nvPr/>
        </p:nvSpPr>
        <p:spPr>
          <a:xfrm>
            <a:off x="1668760" y="4394713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114" name="椭圆 7">
            <a:extLst>
              <a:ext uri="{FF2B5EF4-FFF2-40B4-BE49-F238E27FC236}">
                <a16:creationId xmlns:a16="http://schemas.microsoft.com/office/drawing/2014/main" id="{39698089-162B-D9BC-E4F3-75BBED9B74D9}"/>
              </a:ext>
            </a:extLst>
          </p:cNvPr>
          <p:cNvSpPr/>
          <p:nvPr/>
        </p:nvSpPr>
        <p:spPr>
          <a:xfrm>
            <a:off x="2337566" y="439776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12BF4F4-E97B-A343-93A2-FBF69BA0A8E6}"/>
              </a:ext>
            </a:extLst>
          </p:cNvPr>
          <p:cNvCxnSpPr>
            <a:cxnSpLocks/>
            <a:stCxn id="113" idx="0"/>
            <a:endCxn id="111" idx="4"/>
          </p:cNvCxnSpPr>
          <p:nvPr/>
        </p:nvCxnSpPr>
        <p:spPr>
          <a:xfrm flipV="1">
            <a:off x="1783060" y="4054640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D2C31AB-307A-1678-FD44-16E89F7C1589}"/>
              </a:ext>
            </a:extLst>
          </p:cNvPr>
          <p:cNvCxnSpPr>
            <a:cxnSpLocks/>
            <a:stCxn id="112" idx="2"/>
            <a:endCxn id="111" idx="6"/>
          </p:cNvCxnSpPr>
          <p:nvPr/>
        </p:nvCxnSpPr>
        <p:spPr>
          <a:xfrm flipH="1">
            <a:off x="1897360" y="3940340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CC9CDEF-8763-6A5B-843E-EB06A0435B3C}"/>
              </a:ext>
            </a:extLst>
          </p:cNvPr>
          <p:cNvCxnSpPr>
            <a:cxnSpLocks/>
            <a:stCxn id="114" idx="1"/>
            <a:endCxn id="111" idx="5"/>
          </p:cNvCxnSpPr>
          <p:nvPr/>
        </p:nvCxnSpPr>
        <p:spPr>
          <a:xfrm flipH="1" flipV="1">
            <a:off x="1863882" y="4021162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33BD4FD-C664-F8DE-221E-6069CA9C8042}"/>
              </a:ext>
            </a:extLst>
          </p:cNvPr>
          <p:cNvCxnSpPr>
            <a:cxnSpLocks/>
            <a:stCxn id="114" idx="0"/>
            <a:endCxn id="112" idx="4"/>
          </p:cNvCxnSpPr>
          <p:nvPr/>
        </p:nvCxnSpPr>
        <p:spPr>
          <a:xfrm flipH="1" flipV="1">
            <a:off x="2451865" y="4054640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849791E-F0C0-EDDE-60E0-CF9ABE57D27D}"/>
              </a:ext>
            </a:extLst>
          </p:cNvPr>
          <p:cNvCxnSpPr>
            <a:cxnSpLocks/>
            <a:stCxn id="113" idx="6"/>
            <a:endCxn id="114" idx="2"/>
          </p:cNvCxnSpPr>
          <p:nvPr/>
        </p:nvCxnSpPr>
        <p:spPr>
          <a:xfrm>
            <a:off x="1897360" y="4509013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CF5C6D5-3ED9-A17D-4525-7699A8851B54}"/>
              </a:ext>
            </a:extLst>
          </p:cNvPr>
          <p:cNvSpPr txBox="1"/>
          <p:nvPr/>
        </p:nvSpPr>
        <p:spPr>
          <a:xfrm>
            <a:off x="1940280" y="4497377"/>
            <a:ext cx="52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i="1" dirty="0"/>
              <a:t>Δ</a:t>
            </a:r>
            <a:r>
              <a:rPr lang="en-US" sz="1200" i="1" dirty="0"/>
              <a:t>R5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0B2C39B-9768-B3A9-529F-EA0DAA2CE30E}"/>
              </a:ext>
            </a:extLst>
          </p:cNvPr>
          <p:cNvSpPr txBox="1"/>
          <p:nvPr/>
        </p:nvSpPr>
        <p:spPr>
          <a:xfrm>
            <a:off x="1479692" y="4114436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R2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857B218-15FC-EFA2-666E-404F0C1D3A26}"/>
              </a:ext>
            </a:extLst>
          </p:cNvPr>
          <p:cNvSpPr txBox="1"/>
          <p:nvPr/>
        </p:nvSpPr>
        <p:spPr>
          <a:xfrm>
            <a:off x="2422056" y="4117714"/>
            <a:ext cx="660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R4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4482552-3CE3-3D7D-49A4-DF2161A9C74F}"/>
              </a:ext>
            </a:extLst>
          </p:cNvPr>
          <p:cNvSpPr txBox="1"/>
          <p:nvPr/>
        </p:nvSpPr>
        <p:spPr>
          <a:xfrm>
            <a:off x="1891600" y="4165416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R3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35E7748-F9EB-5F19-369A-082B9D77DCE5}"/>
              </a:ext>
            </a:extLst>
          </p:cNvPr>
          <p:cNvSpPr txBox="1"/>
          <p:nvPr/>
        </p:nvSpPr>
        <p:spPr>
          <a:xfrm>
            <a:off x="1993097" y="3701764"/>
            <a:ext cx="414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R1</a:t>
            </a:r>
          </a:p>
        </p:txBody>
      </p:sp>
      <p:sp>
        <p:nvSpPr>
          <p:cNvPr id="125" name="椭圆 7">
            <a:extLst>
              <a:ext uri="{FF2B5EF4-FFF2-40B4-BE49-F238E27FC236}">
                <a16:creationId xmlns:a16="http://schemas.microsoft.com/office/drawing/2014/main" id="{244843B9-E6E3-24EA-5E68-815A9E5704A3}"/>
              </a:ext>
            </a:extLst>
          </p:cNvPr>
          <p:cNvSpPr/>
          <p:nvPr/>
        </p:nvSpPr>
        <p:spPr>
          <a:xfrm>
            <a:off x="1690378" y="5232607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126" name="椭圆 7">
            <a:extLst>
              <a:ext uri="{FF2B5EF4-FFF2-40B4-BE49-F238E27FC236}">
                <a16:creationId xmlns:a16="http://schemas.microsoft.com/office/drawing/2014/main" id="{29DFE48D-5399-AE4A-EB8C-4A5346430CEE}"/>
              </a:ext>
            </a:extLst>
          </p:cNvPr>
          <p:cNvSpPr/>
          <p:nvPr/>
        </p:nvSpPr>
        <p:spPr>
          <a:xfrm>
            <a:off x="2359183" y="5232607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127" name="椭圆 7">
            <a:extLst>
              <a:ext uri="{FF2B5EF4-FFF2-40B4-BE49-F238E27FC236}">
                <a16:creationId xmlns:a16="http://schemas.microsoft.com/office/drawing/2014/main" id="{C643F076-7FC7-A537-838E-073886097E4E}"/>
              </a:ext>
            </a:extLst>
          </p:cNvPr>
          <p:cNvSpPr/>
          <p:nvPr/>
        </p:nvSpPr>
        <p:spPr>
          <a:xfrm>
            <a:off x="1690378" y="580128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128" name="椭圆 7">
            <a:extLst>
              <a:ext uri="{FF2B5EF4-FFF2-40B4-BE49-F238E27FC236}">
                <a16:creationId xmlns:a16="http://schemas.microsoft.com/office/drawing/2014/main" id="{34FC74D5-6B2A-3303-C15F-2BBCB0C7F065}"/>
              </a:ext>
            </a:extLst>
          </p:cNvPr>
          <p:cNvSpPr/>
          <p:nvPr/>
        </p:nvSpPr>
        <p:spPr>
          <a:xfrm>
            <a:off x="2359184" y="5804336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D70A1257-D586-4939-9D6D-B93DF5643442}"/>
              </a:ext>
            </a:extLst>
          </p:cNvPr>
          <p:cNvCxnSpPr>
            <a:cxnSpLocks/>
            <a:stCxn id="127" idx="0"/>
            <a:endCxn id="125" idx="4"/>
          </p:cNvCxnSpPr>
          <p:nvPr/>
        </p:nvCxnSpPr>
        <p:spPr>
          <a:xfrm flipV="1">
            <a:off x="1804678" y="5461207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A3CC58D-7E50-2E09-2077-1B36028A038E}"/>
              </a:ext>
            </a:extLst>
          </p:cNvPr>
          <p:cNvCxnSpPr>
            <a:cxnSpLocks/>
            <a:stCxn id="125" idx="6"/>
            <a:endCxn id="126" idx="2"/>
          </p:cNvCxnSpPr>
          <p:nvPr/>
        </p:nvCxnSpPr>
        <p:spPr>
          <a:xfrm>
            <a:off x="1918978" y="5346907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BEB92F29-F856-948E-E78E-0F7ABFD176B4}"/>
              </a:ext>
            </a:extLst>
          </p:cNvPr>
          <p:cNvCxnSpPr>
            <a:cxnSpLocks/>
            <a:stCxn id="125" idx="5"/>
            <a:endCxn id="128" idx="1"/>
          </p:cNvCxnSpPr>
          <p:nvPr/>
        </p:nvCxnSpPr>
        <p:spPr>
          <a:xfrm>
            <a:off x="1885500" y="5427729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001FF53-3F9E-4258-2246-797A4C4A370B}"/>
              </a:ext>
            </a:extLst>
          </p:cNvPr>
          <p:cNvCxnSpPr>
            <a:cxnSpLocks/>
            <a:stCxn id="126" idx="4"/>
            <a:endCxn id="128" idx="0"/>
          </p:cNvCxnSpPr>
          <p:nvPr/>
        </p:nvCxnSpPr>
        <p:spPr>
          <a:xfrm>
            <a:off x="2473483" y="5461207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1BE659B6-7F73-9BC9-6B5C-82778C4A6C44}"/>
              </a:ext>
            </a:extLst>
          </p:cNvPr>
          <p:cNvCxnSpPr>
            <a:cxnSpLocks/>
            <a:stCxn id="128" idx="2"/>
            <a:endCxn id="127" idx="6"/>
          </p:cNvCxnSpPr>
          <p:nvPr/>
        </p:nvCxnSpPr>
        <p:spPr>
          <a:xfrm flipH="1" flipV="1">
            <a:off x="1918978" y="5915580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50A14EFF-1773-C274-0A40-15D28F0CDC1F}"/>
              </a:ext>
            </a:extLst>
          </p:cNvPr>
          <p:cNvSpPr txBox="1"/>
          <p:nvPr/>
        </p:nvSpPr>
        <p:spPr>
          <a:xfrm>
            <a:off x="1969990" y="5884272"/>
            <a:ext cx="52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R5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F36DC89-1F73-2C13-2A90-9C79DF75B0C2}"/>
              </a:ext>
            </a:extLst>
          </p:cNvPr>
          <p:cNvSpPr txBox="1"/>
          <p:nvPr/>
        </p:nvSpPr>
        <p:spPr>
          <a:xfrm>
            <a:off x="1532287" y="5535917"/>
            <a:ext cx="528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R2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710E640-3E71-9947-A29A-148560C04B13}"/>
              </a:ext>
            </a:extLst>
          </p:cNvPr>
          <p:cNvSpPr txBox="1"/>
          <p:nvPr/>
        </p:nvSpPr>
        <p:spPr>
          <a:xfrm>
            <a:off x="2443674" y="5524281"/>
            <a:ext cx="660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780AD73-9238-A299-B260-3166222F3FB2}"/>
              </a:ext>
            </a:extLst>
          </p:cNvPr>
          <p:cNvSpPr txBox="1"/>
          <p:nvPr/>
        </p:nvSpPr>
        <p:spPr>
          <a:xfrm>
            <a:off x="1855691" y="5601286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200" i="1" dirty="0"/>
              <a:t>Δ</a:t>
            </a:r>
            <a:r>
              <a:rPr lang="en-US" sz="1200" i="1" dirty="0"/>
              <a:t>R3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8D92B6B-FC32-B2FD-AD2B-A6FA3E3C6321}"/>
              </a:ext>
            </a:extLst>
          </p:cNvPr>
          <p:cNvSpPr txBox="1"/>
          <p:nvPr/>
        </p:nvSpPr>
        <p:spPr>
          <a:xfrm>
            <a:off x="2014715" y="5108331"/>
            <a:ext cx="414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R1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C2F0CCC-1A8B-E96E-5700-AB9F741F40C0}"/>
              </a:ext>
            </a:extLst>
          </p:cNvPr>
          <p:cNvSpPr txBox="1"/>
          <p:nvPr/>
        </p:nvSpPr>
        <p:spPr>
          <a:xfrm>
            <a:off x="1656835" y="4647969"/>
            <a:ext cx="3299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Schedule for </a:t>
            </a:r>
            <a:r>
              <a:rPr lang="el-GR" sz="1400" b="1" dirty="0"/>
              <a:t>Δ</a:t>
            </a:r>
            <a:r>
              <a:rPr lang="en-US" sz="1400" b="1" dirty="0"/>
              <a:t>D</a:t>
            </a:r>
            <a:r>
              <a:rPr lang="en-US" sz="1400" b="1" baseline="-25000" dirty="0"/>
              <a:t>5</a:t>
            </a:r>
            <a:endParaRPr lang="en-US" sz="14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F43C84E-7E8B-68FC-7CBF-85391B11BD29}"/>
              </a:ext>
            </a:extLst>
          </p:cNvPr>
          <p:cNvSpPr txBox="1"/>
          <p:nvPr/>
        </p:nvSpPr>
        <p:spPr>
          <a:xfrm>
            <a:off x="2687179" y="5174427"/>
            <a:ext cx="2077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latin typeface="Courier" pitchFamily="2" charset="0"/>
              </a:rPr>
              <a:t>Δ</a:t>
            </a:r>
            <a:r>
              <a:rPr lang="en-US" sz="1200" dirty="0">
                <a:latin typeface="Courier" pitchFamily="2" charset="0"/>
              </a:rPr>
              <a:t>R3⋈</a:t>
            </a:r>
          </a:p>
          <a:p>
            <a:r>
              <a:rPr lang="en-US" sz="1200" dirty="0">
                <a:latin typeface="Courier" pitchFamily="2" charset="0"/>
              </a:rPr>
              <a:t>R1⋈</a:t>
            </a:r>
          </a:p>
          <a:p>
            <a:r>
              <a:rPr lang="en-US" sz="1200" dirty="0">
                <a:latin typeface="Courier" pitchFamily="2" charset="0"/>
              </a:rPr>
              <a:t>R5⋈</a:t>
            </a:r>
          </a:p>
          <a:p>
            <a:r>
              <a:rPr lang="en-US" sz="1200" dirty="0">
                <a:latin typeface="Courier" pitchFamily="2" charset="0"/>
              </a:rPr>
              <a:t>R2⋈</a:t>
            </a:r>
          </a:p>
          <a:p>
            <a:r>
              <a:rPr lang="en-US" sz="1200" dirty="0">
                <a:latin typeface="Courier" pitchFamily="2" charset="0"/>
              </a:rPr>
              <a:t>R4</a:t>
            </a:r>
            <a:endParaRPr lang="en-US" sz="12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652CC82-0F0F-BB85-6224-F5023705DDC9}"/>
              </a:ext>
            </a:extLst>
          </p:cNvPr>
          <p:cNvSpPr txBox="1"/>
          <p:nvPr/>
        </p:nvSpPr>
        <p:spPr>
          <a:xfrm>
            <a:off x="2678375" y="3758713"/>
            <a:ext cx="20778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200" dirty="0">
                <a:latin typeface="Courier" pitchFamily="2" charset="0"/>
              </a:rPr>
              <a:t>Δ</a:t>
            </a:r>
            <a:r>
              <a:rPr lang="en-US" sz="1200" dirty="0">
                <a:latin typeface="Courier" pitchFamily="2" charset="0"/>
              </a:rPr>
              <a:t>R5⋈</a:t>
            </a:r>
          </a:p>
          <a:p>
            <a:r>
              <a:rPr lang="en-US" sz="1200" dirty="0">
                <a:latin typeface="Courier" pitchFamily="2" charset="0"/>
              </a:rPr>
              <a:t>R2⋈</a:t>
            </a:r>
          </a:p>
          <a:p>
            <a:r>
              <a:rPr lang="en-US" sz="1200" dirty="0">
                <a:latin typeface="Courier" pitchFamily="2" charset="0"/>
              </a:rPr>
              <a:t>R4⋈</a:t>
            </a:r>
          </a:p>
          <a:p>
            <a:r>
              <a:rPr lang="en-US" sz="1200" dirty="0">
                <a:latin typeface="Courier" pitchFamily="2" charset="0"/>
              </a:rPr>
              <a:t>R4⋈</a:t>
            </a:r>
          </a:p>
          <a:p>
            <a:r>
              <a:rPr lang="en-US" sz="1200" dirty="0">
                <a:latin typeface="Courier" pitchFamily="2" charset="0"/>
              </a:rPr>
              <a:t>R1</a:t>
            </a:r>
            <a:endParaRPr 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BBECDF1-AC84-4FC1-11CE-37B05D55E3AD}"/>
              </a:ext>
            </a:extLst>
          </p:cNvPr>
          <p:cNvSpPr txBox="1"/>
          <p:nvPr/>
        </p:nvSpPr>
        <p:spPr>
          <a:xfrm>
            <a:off x="1668760" y="6065094"/>
            <a:ext cx="3299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Schedule for </a:t>
            </a:r>
            <a:r>
              <a:rPr lang="el-GR" sz="1400" b="1" dirty="0"/>
              <a:t>Δ</a:t>
            </a:r>
            <a:r>
              <a:rPr lang="en-US" sz="1400" b="1" dirty="0"/>
              <a:t>D</a:t>
            </a:r>
            <a:r>
              <a:rPr lang="en-US" sz="1400" b="1" baseline="-25000" dirty="0"/>
              <a:t>3</a:t>
            </a:r>
            <a:endParaRPr lang="en-US" sz="1400" b="1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344F7793-40F0-A2E8-3550-4A925052B8A0}"/>
              </a:ext>
            </a:extLst>
          </p:cNvPr>
          <p:cNvCxnSpPr>
            <a:cxnSpLocks/>
          </p:cNvCxnSpPr>
          <p:nvPr/>
        </p:nvCxnSpPr>
        <p:spPr>
          <a:xfrm>
            <a:off x="1479692" y="3429000"/>
            <a:ext cx="1806433" cy="0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4F2080CD-825A-69F0-D5C2-DADF74FA7DF8}"/>
              </a:ext>
            </a:extLst>
          </p:cNvPr>
          <p:cNvSpPr txBox="1"/>
          <p:nvPr/>
        </p:nvSpPr>
        <p:spPr>
          <a:xfrm rot="5400000">
            <a:off x="1912685" y="1841686"/>
            <a:ext cx="30208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</a:rPr>
              <a:t>Schedules of redundancy elimination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2C03AEC-9024-8829-7DEC-4EC7ACD15D85}"/>
              </a:ext>
            </a:extLst>
          </p:cNvPr>
          <p:cNvSpPr txBox="1"/>
          <p:nvPr/>
        </p:nvSpPr>
        <p:spPr>
          <a:xfrm rot="5400000">
            <a:off x="2370422" y="4891476"/>
            <a:ext cx="20957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</a:rPr>
              <a:t>Schedules of loop fusion</a:t>
            </a:r>
          </a:p>
        </p:txBody>
      </p:sp>
    </p:spTree>
    <p:extLst>
      <p:ext uri="{BB962C8B-B14F-4D97-AF65-F5344CB8AC3E}">
        <p14:creationId xmlns:p14="http://schemas.microsoft.com/office/powerpoint/2010/main" val="1724633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DC66FCE-88F6-4BEF-4029-66D2F7772959}"/>
              </a:ext>
            </a:extLst>
          </p:cNvPr>
          <p:cNvCxnSpPr>
            <a:cxnSpLocks/>
          </p:cNvCxnSpPr>
          <p:nvPr/>
        </p:nvCxnSpPr>
        <p:spPr>
          <a:xfrm>
            <a:off x="1829790" y="2291861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BDE30A3B-9A87-0053-BC13-D8FD06417EB8}"/>
              </a:ext>
            </a:extLst>
          </p:cNvPr>
          <p:cNvSpPr/>
          <p:nvPr/>
        </p:nvSpPr>
        <p:spPr>
          <a:xfrm>
            <a:off x="1784070" y="26576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14C65F2D-708E-4F9F-A881-C5CC7CA5331B}"/>
              </a:ext>
            </a:extLst>
          </p:cNvPr>
          <p:cNvSpPr/>
          <p:nvPr/>
        </p:nvSpPr>
        <p:spPr>
          <a:xfrm>
            <a:off x="1601190" y="2703341"/>
            <a:ext cx="457200" cy="457200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211076-DC35-CECD-E206-FA4ED16A16CB}"/>
              </a:ext>
            </a:extLst>
          </p:cNvPr>
          <p:cNvSpPr/>
          <p:nvPr/>
        </p:nvSpPr>
        <p:spPr>
          <a:xfrm>
            <a:off x="1555470" y="31148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DB34C4-8837-C99D-B0D8-8A8E5CDEA0E6}"/>
              </a:ext>
            </a:extLst>
          </p:cNvPr>
          <p:cNvSpPr/>
          <p:nvPr/>
        </p:nvSpPr>
        <p:spPr>
          <a:xfrm>
            <a:off x="2012670" y="31148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2460AF-AC5B-6A7D-0E21-B57CFCC48C5E}"/>
              </a:ext>
            </a:extLst>
          </p:cNvPr>
          <p:cNvSpPr/>
          <p:nvPr/>
        </p:nvSpPr>
        <p:spPr>
          <a:xfrm>
            <a:off x="1784070" y="224614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09C67F-A0FC-4745-9AAA-CE145CDD6944}"/>
              </a:ext>
            </a:extLst>
          </p:cNvPr>
          <p:cNvSpPr/>
          <p:nvPr/>
        </p:nvSpPr>
        <p:spPr>
          <a:xfrm>
            <a:off x="2315951" y="2701687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95FE6C-3E4A-C462-3E56-08F764F554EA}"/>
              </a:ext>
            </a:extLst>
          </p:cNvPr>
          <p:cNvSpPr/>
          <p:nvPr/>
        </p:nvSpPr>
        <p:spPr>
          <a:xfrm>
            <a:off x="2270231" y="265596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2791A1-D1B4-67AA-00D6-31357FB8561B}"/>
              </a:ext>
            </a:extLst>
          </p:cNvPr>
          <p:cNvSpPr/>
          <p:nvPr/>
        </p:nvSpPr>
        <p:spPr>
          <a:xfrm>
            <a:off x="2270231" y="311316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00E1CF-ED3B-D982-6179-2C16B8CF27EE}"/>
              </a:ext>
            </a:extLst>
          </p:cNvPr>
          <p:cNvSpPr/>
          <p:nvPr/>
        </p:nvSpPr>
        <p:spPr>
          <a:xfrm>
            <a:off x="2727431" y="311316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63103E4-E4A1-96E2-19FF-6F3ABADF52F2}"/>
              </a:ext>
            </a:extLst>
          </p:cNvPr>
          <p:cNvSpPr/>
          <p:nvPr/>
        </p:nvSpPr>
        <p:spPr>
          <a:xfrm>
            <a:off x="2727431" y="2655967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251882-9ABC-6678-317C-66CAC2BC515B}"/>
              </a:ext>
            </a:extLst>
          </p:cNvPr>
          <p:cNvSpPr/>
          <p:nvPr/>
        </p:nvSpPr>
        <p:spPr>
          <a:xfrm>
            <a:off x="3095510" y="2703341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CF08D4-9F30-8BF5-5ACB-69E8AF1455BD}"/>
              </a:ext>
            </a:extLst>
          </p:cNvPr>
          <p:cNvSpPr/>
          <p:nvPr/>
        </p:nvSpPr>
        <p:spPr>
          <a:xfrm>
            <a:off x="3049790" y="26576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D300D4-320F-E801-7D69-4864AAC2685A}"/>
              </a:ext>
            </a:extLst>
          </p:cNvPr>
          <p:cNvSpPr/>
          <p:nvPr/>
        </p:nvSpPr>
        <p:spPr>
          <a:xfrm>
            <a:off x="3049790" y="31148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8D9944-C270-AB94-B8CA-5F950856772B}"/>
              </a:ext>
            </a:extLst>
          </p:cNvPr>
          <p:cNvSpPr/>
          <p:nvPr/>
        </p:nvSpPr>
        <p:spPr>
          <a:xfrm>
            <a:off x="3506990" y="31148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65C32C1-08F1-801C-319F-535B0C074243}"/>
              </a:ext>
            </a:extLst>
          </p:cNvPr>
          <p:cNvSpPr/>
          <p:nvPr/>
        </p:nvSpPr>
        <p:spPr>
          <a:xfrm>
            <a:off x="3506990" y="26576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F00BE1-88F5-B2D0-E6C1-D313B3A2DD1D}"/>
              </a:ext>
            </a:extLst>
          </p:cNvPr>
          <p:cNvCxnSpPr>
            <a:cxnSpLocks/>
            <a:stCxn id="50" idx="3"/>
            <a:endCxn id="34" idx="7"/>
          </p:cNvCxnSpPr>
          <p:nvPr/>
        </p:nvCxnSpPr>
        <p:spPr>
          <a:xfrm flipH="1">
            <a:off x="3127839" y="2735670"/>
            <a:ext cx="392542" cy="392542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E492213-8BF3-99B7-63A1-47C5DAC5704A}"/>
              </a:ext>
            </a:extLst>
          </p:cNvPr>
          <p:cNvSpPr/>
          <p:nvPr/>
        </p:nvSpPr>
        <p:spPr>
          <a:xfrm>
            <a:off x="3815284" y="2698245"/>
            <a:ext cx="457200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F559D2A-BC47-52EE-2713-7AFB2178796F}"/>
              </a:ext>
            </a:extLst>
          </p:cNvPr>
          <p:cNvSpPr/>
          <p:nvPr/>
        </p:nvSpPr>
        <p:spPr>
          <a:xfrm>
            <a:off x="3769564" y="26525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D9E1672-934A-63C2-7320-DF1B483BB5F8}"/>
              </a:ext>
            </a:extLst>
          </p:cNvPr>
          <p:cNvSpPr/>
          <p:nvPr/>
        </p:nvSpPr>
        <p:spPr>
          <a:xfrm>
            <a:off x="3769564" y="31097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ABDDD1D-3DE1-F1AE-7D72-1D7CF5F02AE9}"/>
              </a:ext>
            </a:extLst>
          </p:cNvPr>
          <p:cNvSpPr/>
          <p:nvPr/>
        </p:nvSpPr>
        <p:spPr>
          <a:xfrm>
            <a:off x="4226764" y="31097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CE27840-56EC-EA34-F2CC-B47E3AD5EB11}"/>
              </a:ext>
            </a:extLst>
          </p:cNvPr>
          <p:cNvSpPr/>
          <p:nvPr/>
        </p:nvSpPr>
        <p:spPr>
          <a:xfrm>
            <a:off x="4226764" y="265252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5C568AB8-2909-10DA-C0DE-F3F81F3F0511}"/>
              </a:ext>
            </a:extLst>
          </p:cNvPr>
          <p:cNvSpPr/>
          <p:nvPr/>
        </p:nvSpPr>
        <p:spPr>
          <a:xfrm>
            <a:off x="3813341" y="2241045"/>
            <a:ext cx="457200" cy="457200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B558F88-F8A0-1406-2013-62E4A9B8385B}"/>
              </a:ext>
            </a:extLst>
          </p:cNvPr>
          <p:cNvSpPr/>
          <p:nvPr/>
        </p:nvSpPr>
        <p:spPr>
          <a:xfrm>
            <a:off x="3996221" y="2209849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gular Pentagon 64">
            <a:extLst>
              <a:ext uri="{FF2B5EF4-FFF2-40B4-BE49-F238E27FC236}">
                <a16:creationId xmlns:a16="http://schemas.microsoft.com/office/drawing/2014/main" id="{80EE5BBA-B233-9223-3D68-2F3A0B8F6914}"/>
              </a:ext>
            </a:extLst>
          </p:cNvPr>
          <p:cNvSpPr/>
          <p:nvPr/>
        </p:nvSpPr>
        <p:spPr>
          <a:xfrm>
            <a:off x="4505335" y="2461605"/>
            <a:ext cx="731520" cy="731520"/>
          </a:xfrm>
          <a:prstGeom prst="pentagon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1113D65-E579-2B0A-CF2E-A8AC8E840D94}"/>
              </a:ext>
            </a:extLst>
          </p:cNvPr>
          <p:cNvSpPr/>
          <p:nvPr/>
        </p:nvSpPr>
        <p:spPr>
          <a:xfrm>
            <a:off x="4825375" y="241588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7E19E54B-A3A4-E7CD-5A4B-8D20A9E850E7}"/>
              </a:ext>
            </a:extLst>
          </p:cNvPr>
          <p:cNvSpPr/>
          <p:nvPr/>
        </p:nvSpPr>
        <p:spPr>
          <a:xfrm>
            <a:off x="4480320" y="26902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1B15107-3011-66B6-584F-4C491F983954}"/>
              </a:ext>
            </a:extLst>
          </p:cNvPr>
          <p:cNvSpPr/>
          <p:nvPr/>
        </p:nvSpPr>
        <p:spPr>
          <a:xfrm>
            <a:off x="5170430" y="26902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2D7B3D-0995-2C49-40E2-0ABB4A7222D6}"/>
              </a:ext>
            </a:extLst>
          </p:cNvPr>
          <p:cNvSpPr/>
          <p:nvPr/>
        </p:nvSpPr>
        <p:spPr>
          <a:xfrm>
            <a:off x="4578250" y="31474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6E31FF5-2E94-44F3-12A0-88D84895D664}"/>
              </a:ext>
            </a:extLst>
          </p:cNvPr>
          <p:cNvSpPr/>
          <p:nvPr/>
        </p:nvSpPr>
        <p:spPr>
          <a:xfrm>
            <a:off x="5053075" y="31474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B65C220-852D-B816-6DA2-579F2D6BDAB4}"/>
              </a:ext>
            </a:extLst>
          </p:cNvPr>
          <p:cNvSpPr/>
          <p:nvPr/>
        </p:nvSpPr>
        <p:spPr>
          <a:xfrm>
            <a:off x="5575231" y="26793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5" name="Triangle 74">
            <a:extLst>
              <a:ext uri="{FF2B5EF4-FFF2-40B4-BE49-F238E27FC236}">
                <a16:creationId xmlns:a16="http://schemas.microsoft.com/office/drawing/2014/main" id="{2324DD13-7E09-5C8D-5248-ABB01D39591E}"/>
              </a:ext>
            </a:extLst>
          </p:cNvPr>
          <p:cNvSpPr/>
          <p:nvPr/>
        </p:nvSpPr>
        <p:spPr>
          <a:xfrm>
            <a:off x="5392351" y="2725041"/>
            <a:ext cx="457200" cy="457200"/>
          </a:xfrm>
          <a:prstGeom prst="triangl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D768051-75F7-C7EA-5855-D8A503D9F2F1}"/>
              </a:ext>
            </a:extLst>
          </p:cNvPr>
          <p:cNvSpPr/>
          <p:nvPr/>
        </p:nvSpPr>
        <p:spPr>
          <a:xfrm>
            <a:off x="5346631" y="31365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EB59DAE-4BE3-CE4E-4740-609E8F93C875}"/>
              </a:ext>
            </a:extLst>
          </p:cNvPr>
          <p:cNvSpPr/>
          <p:nvPr/>
        </p:nvSpPr>
        <p:spPr>
          <a:xfrm>
            <a:off x="5803831" y="31365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C135C50-39B1-F762-8147-83BEA80124EF}"/>
              </a:ext>
            </a:extLst>
          </p:cNvPr>
          <p:cNvCxnSpPr>
            <a:cxnSpLocks/>
          </p:cNvCxnSpPr>
          <p:nvPr/>
        </p:nvCxnSpPr>
        <p:spPr>
          <a:xfrm>
            <a:off x="6113533" y="2733125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9BB432F-4E9B-F34D-410A-BF137F00E758}"/>
              </a:ext>
            </a:extLst>
          </p:cNvPr>
          <p:cNvCxnSpPr>
            <a:cxnSpLocks/>
            <a:stCxn id="84" idx="6"/>
            <a:endCxn id="82" idx="6"/>
          </p:cNvCxnSpPr>
          <p:nvPr/>
        </p:nvCxnSpPr>
        <p:spPr>
          <a:xfrm flipH="1">
            <a:off x="6156865" y="3190325"/>
            <a:ext cx="445918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Oval 81">
            <a:extLst>
              <a:ext uri="{FF2B5EF4-FFF2-40B4-BE49-F238E27FC236}">
                <a16:creationId xmlns:a16="http://schemas.microsoft.com/office/drawing/2014/main" id="{2C5D1374-6D63-F1C7-B443-67B9A7C77807}"/>
              </a:ext>
            </a:extLst>
          </p:cNvPr>
          <p:cNvSpPr/>
          <p:nvPr/>
        </p:nvSpPr>
        <p:spPr>
          <a:xfrm>
            <a:off x="6065425" y="31446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8E39F80-175F-75D9-043B-FAFE3CF3534F}"/>
              </a:ext>
            </a:extLst>
          </p:cNvPr>
          <p:cNvSpPr/>
          <p:nvPr/>
        </p:nvSpPr>
        <p:spPr>
          <a:xfrm>
            <a:off x="6065425" y="2721404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3FB18DD-3906-EFCA-E0A6-3FDCB3EB5E54}"/>
              </a:ext>
            </a:extLst>
          </p:cNvPr>
          <p:cNvSpPr/>
          <p:nvPr/>
        </p:nvSpPr>
        <p:spPr>
          <a:xfrm>
            <a:off x="6511343" y="3144605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713BF340-3300-FDBF-F08C-00FCDF849403}"/>
              </a:ext>
            </a:extLst>
          </p:cNvPr>
          <p:cNvCxnSpPr>
            <a:cxnSpLocks/>
          </p:cNvCxnSpPr>
          <p:nvPr/>
        </p:nvCxnSpPr>
        <p:spPr>
          <a:xfrm>
            <a:off x="6785442" y="2691042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1A5D20E-F159-76E9-8572-267014D5556A}"/>
              </a:ext>
            </a:extLst>
          </p:cNvPr>
          <p:cNvCxnSpPr>
            <a:cxnSpLocks/>
          </p:cNvCxnSpPr>
          <p:nvPr/>
        </p:nvCxnSpPr>
        <p:spPr>
          <a:xfrm flipH="1">
            <a:off x="6783054" y="3148242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7B5AFE95-AB89-11A5-110F-EC46F191B782}"/>
              </a:ext>
            </a:extLst>
          </p:cNvPr>
          <p:cNvSpPr/>
          <p:nvPr/>
        </p:nvSpPr>
        <p:spPr>
          <a:xfrm>
            <a:off x="6737334" y="310252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A9F2814-0D1B-4ACE-18DE-F4502B99C17F}"/>
              </a:ext>
            </a:extLst>
          </p:cNvPr>
          <p:cNvSpPr/>
          <p:nvPr/>
        </p:nvSpPr>
        <p:spPr>
          <a:xfrm>
            <a:off x="6737334" y="26793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D3120A4-1A37-2215-C77E-ED267D9479A9}"/>
              </a:ext>
            </a:extLst>
          </p:cNvPr>
          <p:cNvSpPr/>
          <p:nvPr/>
        </p:nvSpPr>
        <p:spPr>
          <a:xfrm>
            <a:off x="7183252" y="310252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1902E4F-E853-AA99-64F6-5501107A8EF9}"/>
              </a:ext>
            </a:extLst>
          </p:cNvPr>
          <p:cNvCxnSpPr>
            <a:cxnSpLocks/>
          </p:cNvCxnSpPr>
          <p:nvPr/>
        </p:nvCxnSpPr>
        <p:spPr>
          <a:xfrm>
            <a:off x="6796445" y="2725041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809DD5A0-39E7-6571-4B47-DB5C17ECFA03}"/>
              </a:ext>
            </a:extLst>
          </p:cNvPr>
          <p:cNvSpPr/>
          <p:nvPr/>
        </p:nvSpPr>
        <p:spPr>
          <a:xfrm>
            <a:off x="7183252" y="269104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42F8DC1-2B8A-6BB7-DCE8-38B3C6B04E08}"/>
              </a:ext>
            </a:extLst>
          </p:cNvPr>
          <p:cNvCxnSpPr>
            <a:cxnSpLocks/>
          </p:cNvCxnSpPr>
          <p:nvPr/>
        </p:nvCxnSpPr>
        <p:spPr>
          <a:xfrm>
            <a:off x="7480815" y="2691042"/>
            <a:ext cx="0" cy="45720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52B4EF6-C6FF-3E73-5723-573DC070C6B5}"/>
              </a:ext>
            </a:extLst>
          </p:cNvPr>
          <p:cNvCxnSpPr>
            <a:cxnSpLocks/>
          </p:cNvCxnSpPr>
          <p:nvPr/>
        </p:nvCxnSpPr>
        <p:spPr>
          <a:xfrm flipH="1">
            <a:off x="7478427" y="3148242"/>
            <a:ext cx="457200" cy="0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Oval 95">
            <a:extLst>
              <a:ext uri="{FF2B5EF4-FFF2-40B4-BE49-F238E27FC236}">
                <a16:creationId xmlns:a16="http://schemas.microsoft.com/office/drawing/2014/main" id="{0A43A495-D382-B004-E90B-2C06917FA9AA}"/>
              </a:ext>
            </a:extLst>
          </p:cNvPr>
          <p:cNvSpPr/>
          <p:nvPr/>
        </p:nvSpPr>
        <p:spPr>
          <a:xfrm>
            <a:off x="7432707" y="310252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51AA4D5-3359-A42F-E62D-055AC1B9399E}"/>
              </a:ext>
            </a:extLst>
          </p:cNvPr>
          <p:cNvSpPr/>
          <p:nvPr/>
        </p:nvSpPr>
        <p:spPr>
          <a:xfrm>
            <a:off x="7432707" y="26793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669EE58-D6DA-B9CE-779B-AE10804D86F0}"/>
              </a:ext>
            </a:extLst>
          </p:cNvPr>
          <p:cNvSpPr/>
          <p:nvPr/>
        </p:nvSpPr>
        <p:spPr>
          <a:xfrm>
            <a:off x="7878625" y="3102522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E92DCFF-36C6-6F25-02E0-EC2257584E81}"/>
              </a:ext>
            </a:extLst>
          </p:cNvPr>
          <p:cNvCxnSpPr>
            <a:cxnSpLocks/>
            <a:stCxn id="102" idx="3"/>
            <a:endCxn id="96" idx="7"/>
          </p:cNvCxnSpPr>
          <p:nvPr/>
        </p:nvCxnSpPr>
        <p:spPr>
          <a:xfrm flipH="1">
            <a:off x="7510756" y="2757370"/>
            <a:ext cx="332985" cy="358543"/>
          </a:xfrm>
          <a:prstGeom prst="line">
            <a:avLst/>
          </a:prstGeom>
          <a:ln w="1905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0B79AE99-22CD-9425-BB5C-547A91CD2695}"/>
              </a:ext>
            </a:extLst>
          </p:cNvPr>
          <p:cNvSpPr/>
          <p:nvPr/>
        </p:nvSpPr>
        <p:spPr>
          <a:xfrm>
            <a:off x="7830350" y="2679321"/>
            <a:ext cx="91440" cy="9144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90FD978-AD10-20BC-8FE6-0B7B5922FCAA}"/>
              </a:ext>
            </a:extLst>
          </p:cNvPr>
          <p:cNvSpPr txBox="1"/>
          <p:nvPr/>
        </p:nvSpPr>
        <p:spPr>
          <a:xfrm>
            <a:off x="1601103" y="3654010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7EE8007-412C-4D7E-6150-DB69B4960434}"/>
              </a:ext>
            </a:extLst>
          </p:cNvPr>
          <p:cNvSpPr txBox="1"/>
          <p:nvPr/>
        </p:nvSpPr>
        <p:spPr>
          <a:xfrm>
            <a:off x="2332717" y="3657452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6875F5-E807-C5EF-8410-C9E8176DE1B5}"/>
              </a:ext>
            </a:extLst>
          </p:cNvPr>
          <p:cNvSpPr txBox="1"/>
          <p:nvPr/>
        </p:nvSpPr>
        <p:spPr>
          <a:xfrm>
            <a:off x="3099484" y="3654010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Q3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B1BE0C-EC77-2BC9-3CE1-495241A411F2}"/>
              </a:ext>
            </a:extLst>
          </p:cNvPr>
          <p:cNvSpPr txBox="1"/>
          <p:nvPr/>
        </p:nvSpPr>
        <p:spPr>
          <a:xfrm>
            <a:off x="3788182" y="3654010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B8F781-DCBF-195A-5E77-817DE0B73863}"/>
              </a:ext>
            </a:extLst>
          </p:cNvPr>
          <p:cNvSpPr txBox="1"/>
          <p:nvPr/>
        </p:nvSpPr>
        <p:spPr>
          <a:xfrm>
            <a:off x="4623070" y="3652123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Q5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9129C05-6E46-61CF-68B3-B7D85AED002C}"/>
              </a:ext>
            </a:extLst>
          </p:cNvPr>
          <p:cNvSpPr txBox="1"/>
          <p:nvPr/>
        </p:nvSpPr>
        <p:spPr>
          <a:xfrm>
            <a:off x="5373296" y="3649368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Q6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DA7F656-4169-1F13-DA58-1E56FDA33A20}"/>
              </a:ext>
            </a:extLst>
          </p:cNvPr>
          <p:cNvSpPr txBox="1"/>
          <p:nvPr/>
        </p:nvSpPr>
        <p:spPr>
          <a:xfrm>
            <a:off x="6058660" y="3657452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FA0EE74-405D-6BB0-7B63-1F4D85714EC0}"/>
              </a:ext>
            </a:extLst>
          </p:cNvPr>
          <p:cNvSpPr txBox="1"/>
          <p:nvPr/>
        </p:nvSpPr>
        <p:spPr>
          <a:xfrm>
            <a:off x="6760326" y="3649368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Q8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26035B8-13D2-2A3E-81AC-40EB1D789AF6}"/>
              </a:ext>
            </a:extLst>
          </p:cNvPr>
          <p:cNvSpPr txBox="1"/>
          <p:nvPr/>
        </p:nvSpPr>
        <p:spPr>
          <a:xfrm>
            <a:off x="7437742" y="3649368"/>
            <a:ext cx="6458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A82DD-DB3B-C37B-5B66-647DB8E38826}"/>
              </a:ext>
            </a:extLst>
          </p:cNvPr>
          <p:cNvSpPr txBox="1"/>
          <p:nvPr/>
        </p:nvSpPr>
        <p:spPr>
          <a:xfrm>
            <a:off x="1350289" y="3163355"/>
            <a:ext cx="982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/>
              <a:t>tailed</a:t>
            </a:r>
          </a:p>
          <a:p>
            <a:pPr algn="ctr"/>
            <a:r>
              <a:rPr lang="en-US" altLang="zh-CN" sz="1600" dirty="0"/>
              <a:t>triangle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35425-0CE3-9005-D209-70B8ADC9C33F}"/>
              </a:ext>
            </a:extLst>
          </p:cNvPr>
          <p:cNvSpPr txBox="1"/>
          <p:nvPr/>
        </p:nvSpPr>
        <p:spPr>
          <a:xfrm>
            <a:off x="2173825" y="3338257"/>
            <a:ext cx="800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4-cycle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9EBFF-62D2-D85A-3824-A88E8670C830}"/>
              </a:ext>
            </a:extLst>
          </p:cNvPr>
          <p:cNvSpPr txBox="1"/>
          <p:nvPr/>
        </p:nvSpPr>
        <p:spPr>
          <a:xfrm>
            <a:off x="2881926" y="3325142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diamond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12EE1A-4150-E6EB-CFDB-F2251E51FAA8}"/>
              </a:ext>
            </a:extLst>
          </p:cNvPr>
          <p:cNvSpPr txBox="1"/>
          <p:nvPr/>
        </p:nvSpPr>
        <p:spPr>
          <a:xfrm>
            <a:off x="3602954" y="3329833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house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F1320B-5D34-77F5-0BEE-F2FEA9CBCB38}"/>
              </a:ext>
            </a:extLst>
          </p:cNvPr>
          <p:cNvSpPr txBox="1"/>
          <p:nvPr/>
        </p:nvSpPr>
        <p:spPr>
          <a:xfrm>
            <a:off x="4419787" y="3346028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5-cycle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0938A3-69C3-1622-62E2-EEBA17DB5BED}"/>
              </a:ext>
            </a:extLst>
          </p:cNvPr>
          <p:cNvSpPr txBox="1"/>
          <p:nvPr/>
        </p:nvSpPr>
        <p:spPr>
          <a:xfrm>
            <a:off x="5151305" y="3353841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triangle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D45841-0CCF-2CA0-7115-01157904E6E7}"/>
              </a:ext>
            </a:extLst>
          </p:cNvPr>
          <p:cNvSpPr txBox="1"/>
          <p:nvPr/>
        </p:nvSpPr>
        <p:spPr>
          <a:xfrm>
            <a:off x="5860540" y="3361925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wedge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B0ADF-2F39-C6AE-8506-97EA7BC7255D}"/>
              </a:ext>
            </a:extLst>
          </p:cNvPr>
          <p:cNvSpPr txBox="1"/>
          <p:nvPr/>
        </p:nvSpPr>
        <p:spPr>
          <a:xfrm>
            <a:off x="6563586" y="3353841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4-path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097D8-3258-8791-964E-79A0FF6C73DE}"/>
              </a:ext>
            </a:extLst>
          </p:cNvPr>
          <p:cNvSpPr txBox="1"/>
          <p:nvPr/>
        </p:nvSpPr>
        <p:spPr>
          <a:xfrm>
            <a:off x="7262029" y="3353841"/>
            <a:ext cx="9460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3-star</a:t>
            </a:r>
          </a:p>
        </p:txBody>
      </p:sp>
    </p:spTree>
    <p:extLst>
      <p:ext uri="{BB962C8B-B14F-4D97-AF65-F5344CB8AC3E}">
        <p14:creationId xmlns:p14="http://schemas.microsoft.com/office/powerpoint/2010/main" val="3390218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7">
            <a:extLst>
              <a:ext uri="{FF2B5EF4-FFF2-40B4-BE49-F238E27FC236}">
                <a16:creationId xmlns:a16="http://schemas.microsoft.com/office/drawing/2014/main" id="{4AB2A672-8EF9-1D43-0D1E-1B7BFE8ED5A8}"/>
              </a:ext>
            </a:extLst>
          </p:cNvPr>
          <p:cNvSpPr/>
          <p:nvPr/>
        </p:nvSpPr>
        <p:spPr>
          <a:xfrm>
            <a:off x="861795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4" name="椭圆 7">
            <a:extLst>
              <a:ext uri="{FF2B5EF4-FFF2-40B4-BE49-F238E27FC236}">
                <a16:creationId xmlns:a16="http://schemas.microsoft.com/office/drawing/2014/main" id="{80E7301C-5AD5-22C1-B61D-4E686B166993}"/>
              </a:ext>
            </a:extLst>
          </p:cNvPr>
          <p:cNvSpPr/>
          <p:nvPr/>
        </p:nvSpPr>
        <p:spPr>
          <a:xfrm>
            <a:off x="1530600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5" name="椭圆 7">
            <a:extLst>
              <a:ext uri="{FF2B5EF4-FFF2-40B4-BE49-F238E27FC236}">
                <a16:creationId xmlns:a16="http://schemas.microsoft.com/office/drawing/2014/main" id="{4DF53866-A90B-1216-5ACC-96A9DE9D53D1}"/>
              </a:ext>
            </a:extLst>
          </p:cNvPr>
          <p:cNvSpPr/>
          <p:nvPr/>
        </p:nvSpPr>
        <p:spPr>
          <a:xfrm>
            <a:off x="861795" y="1532593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6" name="椭圆 7">
            <a:extLst>
              <a:ext uri="{FF2B5EF4-FFF2-40B4-BE49-F238E27FC236}">
                <a16:creationId xmlns:a16="http://schemas.microsoft.com/office/drawing/2014/main" id="{97BF0AE8-4251-0E05-F6F9-8F09DB02F06F}"/>
              </a:ext>
            </a:extLst>
          </p:cNvPr>
          <p:cNvSpPr/>
          <p:nvPr/>
        </p:nvSpPr>
        <p:spPr>
          <a:xfrm>
            <a:off x="1530601" y="153564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C0D0-A272-AF9B-8C0A-6F1261B49299}"/>
              </a:ext>
            </a:extLst>
          </p:cNvPr>
          <p:cNvSpPr txBox="1"/>
          <p:nvPr/>
        </p:nvSpPr>
        <p:spPr>
          <a:xfrm>
            <a:off x="1133315" y="1635257"/>
            <a:ext cx="528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</a:t>
            </a:r>
            <a:r>
              <a:rPr lang="en-US" sz="1200" i="1" baseline="-250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F4DB00-45A6-D967-EB52-77D0D6A7B09D}"/>
              </a:ext>
            </a:extLst>
          </p:cNvPr>
          <p:cNvSpPr txBox="1"/>
          <p:nvPr/>
        </p:nvSpPr>
        <p:spPr>
          <a:xfrm>
            <a:off x="672727" y="1252316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</a:t>
            </a:r>
            <a:r>
              <a:rPr lang="en-US" sz="1200" i="1" baseline="-250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EAEA24-48D7-A5FB-A5C2-3F2ACF206CE5}"/>
              </a:ext>
            </a:extLst>
          </p:cNvPr>
          <p:cNvSpPr txBox="1"/>
          <p:nvPr/>
        </p:nvSpPr>
        <p:spPr>
          <a:xfrm>
            <a:off x="1619709" y="1255594"/>
            <a:ext cx="660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</a:t>
            </a:r>
            <a:r>
              <a:rPr lang="en-US" sz="1200" i="1" baseline="-250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858C68-3B3F-C21B-78E7-CD53CCE9697A}"/>
              </a:ext>
            </a:extLst>
          </p:cNvPr>
          <p:cNvSpPr txBox="1"/>
          <p:nvPr/>
        </p:nvSpPr>
        <p:spPr>
          <a:xfrm>
            <a:off x="1084635" y="1303296"/>
            <a:ext cx="3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/>
              <a:t>R</a:t>
            </a:r>
            <a:r>
              <a:rPr lang="en-US" sz="1200" i="1" baseline="-250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21294A-FDA8-EF1B-EA46-B77B5C2F48B6}"/>
              </a:ext>
            </a:extLst>
          </p:cNvPr>
          <p:cNvSpPr txBox="1"/>
          <p:nvPr/>
        </p:nvSpPr>
        <p:spPr>
          <a:xfrm>
            <a:off x="1185291" y="839644"/>
            <a:ext cx="414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R</a:t>
            </a:r>
            <a:r>
              <a:rPr lang="en-US" sz="1200" i="1" baseline="-250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4AAB5-661C-6585-A695-6FF7F3BF534A}"/>
              </a:ext>
            </a:extLst>
          </p:cNvPr>
          <p:cNvSpPr txBox="1"/>
          <p:nvPr/>
        </p:nvSpPr>
        <p:spPr>
          <a:xfrm>
            <a:off x="661481" y="905157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802D32-E8CA-992F-0BC0-302530085EE0}"/>
              </a:ext>
            </a:extLst>
          </p:cNvPr>
          <p:cNvSpPr txBox="1"/>
          <p:nvPr/>
        </p:nvSpPr>
        <p:spPr>
          <a:xfrm>
            <a:off x="1729205" y="905139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50FBEB-04F7-1D19-3A9B-C05B8CD0AF26}"/>
              </a:ext>
            </a:extLst>
          </p:cNvPr>
          <p:cNvSpPr txBox="1"/>
          <p:nvPr/>
        </p:nvSpPr>
        <p:spPr>
          <a:xfrm>
            <a:off x="668962" y="1617675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9B719E-835F-9F65-69D2-54781D9666DD}"/>
              </a:ext>
            </a:extLst>
          </p:cNvPr>
          <p:cNvSpPr txBox="1"/>
          <p:nvPr/>
        </p:nvSpPr>
        <p:spPr>
          <a:xfrm>
            <a:off x="1732281" y="1625750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CBC0F0-9619-9741-5639-41A8BDFA63CC}"/>
              </a:ext>
            </a:extLst>
          </p:cNvPr>
          <p:cNvCxnSpPr>
            <a:cxnSpLocks/>
            <a:stCxn id="2" idx="5"/>
            <a:endCxn id="6" idx="1"/>
          </p:cNvCxnSpPr>
          <p:nvPr/>
        </p:nvCxnSpPr>
        <p:spPr>
          <a:xfrm>
            <a:off x="1056917" y="1159042"/>
            <a:ext cx="507162" cy="410085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C55FA79-4062-6514-D282-696FF6F95456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>
            <a:off x="1090395" y="1078220"/>
            <a:ext cx="440205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97897F8-7AE7-50DB-B940-424DC4ECDA9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>
            <a:off x="1644900" y="1192520"/>
            <a:ext cx="1" cy="343129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386114-169D-2EBC-479F-321152A8244E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>
            <a:off x="976095" y="1192520"/>
            <a:ext cx="0" cy="340073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26043-7BC9-76E0-F759-5B8E932DBF05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1090395" y="1646893"/>
            <a:ext cx="440205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349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7">
            <a:extLst>
              <a:ext uri="{FF2B5EF4-FFF2-40B4-BE49-F238E27FC236}">
                <a16:creationId xmlns:a16="http://schemas.microsoft.com/office/drawing/2014/main" id="{1EC5B23F-1FA8-81B7-11E4-DC64F80C160D}"/>
              </a:ext>
            </a:extLst>
          </p:cNvPr>
          <p:cNvSpPr/>
          <p:nvPr/>
        </p:nvSpPr>
        <p:spPr>
          <a:xfrm>
            <a:off x="861795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5" name="椭圆 7">
            <a:extLst>
              <a:ext uri="{FF2B5EF4-FFF2-40B4-BE49-F238E27FC236}">
                <a16:creationId xmlns:a16="http://schemas.microsoft.com/office/drawing/2014/main" id="{F6FE1A12-FEB1-B498-220D-7329CE18004E}"/>
              </a:ext>
            </a:extLst>
          </p:cNvPr>
          <p:cNvSpPr/>
          <p:nvPr/>
        </p:nvSpPr>
        <p:spPr>
          <a:xfrm>
            <a:off x="1530600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6" name="椭圆 7">
            <a:extLst>
              <a:ext uri="{FF2B5EF4-FFF2-40B4-BE49-F238E27FC236}">
                <a16:creationId xmlns:a16="http://schemas.microsoft.com/office/drawing/2014/main" id="{9D641A91-D51C-CB20-05E2-A6E5A3725868}"/>
              </a:ext>
            </a:extLst>
          </p:cNvPr>
          <p:cNvSpPr/>
          <p:nvPr/>
        </p:nvSpPr>
        <p:spPr>
          <a:xfrm>
            <a:off x="861795" y="1532593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7" name="椭圆 7">
            <a:extLst>
              <a:ext uri="{FF2B5EF4-FFF2-40B4-BE49-F238E27FC236}">
                <a16:creationId xmlns:a16="http://schemas.microsoft.com/office/drawing/2014/main" id="{D898B8F9-D205-2672-2C31-FBFFC77E4FA4}"/>
              </a:ext>
            </a:extLst>
          </p:cNvPr>
          <p:cNvSpPr/>
          <p:nvPr/>
        </p:nvSpPr>
        <p:spPr>
          <a:xfrm>
            <a:off x="1530601" y="153564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C68C27-ACEE-329A-B480-AF5F4100B69C}"/>
              </a:ext>
            </a:extLst>
          </p:cNvPr>
          <p:cNvCxnSpPr>
            <a:cxnSpLocks/>
            <a:stCxn id="6" idx="0"/>
            <a:endCxn id="4" idx="4"/>
          </p:cNvCxnSpPr>
          <p:nvPr/>
        </p:nvCxnSpPr>
        <p:spPr>
          <a:xfrm flipV="1">
            <a:off x="976095" y="1192520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1A57C9-A4C1-687A-EE68-16849A18DE20}"/>
              </a:ext>
            </a:extLst>
          </p:cNvPr>
          <p:cNvCxnSpPr>
            <a:cxnSpLocks/>
            <a:stCxn id="5" idx="2"/>
            <a:endCxn id="4" idx="6"/>
          </p:cNvCxnSpPr>
          <p:nvPr/>
        </p:nvCxnSpPr>
        <p:spPr>
          <a:xfrm flipH="1">
            <a:off x="1090395" y="1078220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A36A95-543C-6CFA-BA73-33C944FC1E45}"/>
              </a:ext>
            </a:extLst>
          </p:cNvPr>
          <p:cNvCxnSpPr>
            <a:cxnSpLocks/>
            <a:stCxn id="7" idx="1"/>
            <a:endCxn id="4" idx="5"/>
          </p:cNvCxnSpPr>
          <p:nvPr/>
        </p:nvCxnSpPr>
        <p:spPr>
          <a:xfrm flipH="1" flipV="1">
            <a:off x="1056917" y="1159042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E2C2D-AED7-0383-116F-213F7E98C20E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H="1" flipV="1">
            <a:off x="1644900" y="1192520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FB53A5-8A8C-306E-4659-BF0B4C7F599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090395" y="1646893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17F7AB9-89B1-FC86-B545-9A82BA79B360}"/>
              </a:ext>
            </a:extLst>
          </p:cNvPr>
          <p:cNvSpPr txBox="1"/>
          <p:nvPr/>
        </p:nvSpPr>
        <p:spPr>
          <a:xfrm>
            <a:off x="661481" y="905157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BD7C38-A75A-A1E6-08F5-4A05A231E4F2}"/>
              </a:ext>
            </a:extLst>
          </p:cNvPr>
          <p:cNvSpPr txBox="1"/>
          <p:nvPr/>
        </p:nvSpPr>
        <p:spPr>
          <a:xfrm>
            <a:off x="1729205" y="905139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75238A-90A4-E0D0-EA6C-CD8153CBDE05}"/>
              </a:ext>
            </a:extLst>
          </p:cNvPr>
          <p:cNvSpPr txBox="1"/>
          <p:nvPr/>
        </p:nvSpPr>
        <p:spPr>
          <a:xfrm>
            <a:off x="668962" y="1617675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BE630E-F646-2BAA-67B8-0BEDF5C08F50}"/>
              </a:ext>
            </a:extLst>
          </p:cNvPr>
          <p:cNvSpPr txBox="1"/>
          <p:nvPr/>
        </p:nvSpPr>
        <p:spPr>
          <a:xfrm>
            <a:off x="1732281" y="1625750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8E4D57A-0524-E5DD-364C-70ED4B4091DE}"/>
              </a:ext>
            </a:extLst>
          </p:cNvPr>
          <p:cNvSpPr txBox="1"/>
          <p:nvPr/>
        </p:nvSpPr>
        <p:spPr>
          <a:xfrm>
            <a:off x="1157131" y="1646893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0A7907-E99C-E152-96BD-3A9B5DAAEB67}"/>
              </a:ext>
            </a:extLst>
          </p:cNvPr>
          <p:cNvSpPr txBox="1"/>
          <p:nvPr/>
        </p:nvSpPr>
        <p:spPr>
          <a:xfrm>
            <a:off x="722514" y="1251283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0F821FB-757F-E7BF-CF42-3DD324EFE387}"/>
              </a:ext>
            </a:extLst>
          </p:cNvPr>
          <p:cNvSpPr txBox="1"/>
          <p:nvPr/>
        </p:nvSpPr>
        <p:spPr>
          <a:xfrm>
            <a:off x="1115967" y="1306905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3634D7-D6E5-50CD-CF75-7A56F6245712}"/>
              </a:ext>
            </a:extLst>
          </p:cNvPr>
          <p:cNvSpPr txBox="1"/>
          <p:nvPr/>
        </p:nvSpPr>
        <p:spPr>
          <a:xfrm>
            <a:off x="1629089" y="1244256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4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628C26-15AA-9ED4-7B13-341E8E314378}"/>
              </a:ext>
            </a:extLst>
          </p:cNvPr>
          <p:cNvSpPr txBox="1"/>
          <p:nvPr/>
        </p:nvSpPr>
        <p:spPr>
          <a:xfrm>
            <a:off x="1206436" y="840993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65183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椭圆 7">
            <a:extLst>
              <a:ext uri="{FF2B5EF4-FFF2-40B4-BE49-F238E27FC236}">
                <a16:creationId xmlns:a16="http://schemas.microsoft.com/office/drawing/2014/main" id="{288F9513-67FD-F8ED-16F1-A8BAB08C5366}"/>
              </a:ext>
            </a:extLst>
          </p:cNvPr>
          <p:cNvSpPr/>
          <p:nvPr/>
        </p:nvSpPr>
        <p:spPr>
          <a:xfrm>
            <a:off x="861795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0</a:t>
            </a:r>
            <a:endParaRPr kumimoji="1" lang="zh-CN" altLang="en-US" sz="1200" i="1" baseline="-25000" dirty="0"/>
          </a:p>
        </p:txBody>
      </p:sp>
      <p:sp>
        <p:nvSpPr>
          <p:cNvPr id="88" name="椭圆 7">
            <a:extLst>
              <a:ext uri="{FF2B5EF4-FFF2-40B4-BE49-F238E27FC236}">
                <a16:creationId xmlns:a16="http://schemas.microsoft.com/office/drawing/2014/main" id="{AF4FDFF5-C977-6D27-C1F5-0037C0295005}"/>
              </a:ext>
            </a:extLst>
          </p:cNvPr>
          <p:cNvSpPr/>
          <p:nvPr/>
        </p:nvSpPr>
        <p:spPr>
          <a:xfrm>
            <a:off x="1530600" y="963920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1</a:t>
            </a:r>
            <a:endParaRPr kumimoji="1" lang="zh-CN" altLang="en-US" sz="1200" i="1" baseline="-25000" dirty="0"/>
          </a:p>
        </p:txBody>
      </p:sp>
      <p:sp>
        <p:nvSpPr>
          <p:cNvPr id="89" name="椭圆 7">
            <a:extLst>
              <a:ext uri="{FF2B5EF4-FFF2-40B4-BE49-F238E27FC236}">
                <a16:creationId xmlns:a16="http://schemas.microsoft.com/office/drawing/2014/main" id="{F134D375-DA4D-0B3F-E5C4-055569278387}"/>
              </a:ext>
            </a:extLst>
          </p:cNvPr>
          <p:cNvSpPr/>
          <p:nvPr/>
        </p:nvSpPr>
        <p:spPr>
          <a:xfrm>
            <a:off x="861795" y="1532593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2</a:t>
            </a:r>
            <a:endParaRPr kumimoji="1" lang="zh-CN" altLang="en-US" sz="1200" i="1" baseline="-25000" dirty="0"/>
          </a:p>
        </p:txBody>
      </p:sp>
      <p:sp>
        <p:nvSpPr>
          <p:cNvPr id="90" name="椭圆 7">
            <a:extLst>
              <a:ext uri="{FF2B5EF4-FFF2-40B4-BE49-F238E27FC236}">
                <a16:creationId xmlns:a16="http://schemas.microsoft.com/office/drawing/2014/main" id="{D4BDDA08-42CB-DADB-BDBA-8524FA75AA97}"/>
              </a:ext>
            </a:extLst>
          </p:cNvPr>
          <p:cNvSpPr/>
          <p:nvPr/>
        </p:nvSpPr>
        <p:spPr>
          <a:xfrm>
            <a:off x="1530601" y="1535649"/>
            <a:ext cx="228600" cy="228600"/>
          </a:xfrm>
          <a:prstGeom prst="ellipse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bIns="91440" rtlCol="0" anchor="ctr"/>
          <a:lstStyle/>
          <a:p>
            <a:pPr algn="ctr"/>
            <a:r>
              <a:rPr kumimoji="1" lang="en-US" altLang="zh-CN" sz="1200" i="1" dirty="0"/>
              <a:t>u</a:t>
            </a:r>
            <a:r>
              <a:rPr kumimoji="1" lang="en-US" altLang="zh-CN" sz="1200" i="1" baseline="-25000" dirty="0"/>
              <a:t>3</a:t>
            </a:r>
            <a:endParaRPr kumimoji="1" lang="zh-CN" altLang="en-US" sz="1200" i="1" baseline="-25000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0FDF713-97D2-491C-718B-A959C5F5723A}"/>
              </a:ext>
            </a:extLst>
          </p:cNvPr>
          <p:cNvCxnSpPr>
            <a:cxnSpLocks/>
            <a:stCxn id="89" idx="0"/>
            <a:endCxn id="87" idx="4"/>
          </p:cNvCxnSpPr>
          <p:nvPr/>
        </p:nvCxnSpPr>
        <p:spPr>
          <a:xfrm flipV="1">
            <a:off x="976095" y="1192520"/>
            <a:ext cx="0" cy="340073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F7DC23B-8656-F81C-5B8D-33700E5C2176}"/>
              </a:ext>
            </a:extLst>
          </p:cNvPr>
          <p:cNvCxnSpPr>
            <a:cxnSpLocks/>
            <a:stCxn id="87" idx="6"/>
            <a:endCxn id="88" idx="2"/>
          </p:cNvCxnSpPr>
          <p:nvPr/>
        </p:nvCxnSpPr>
        <p:spPr>
          <a:xfrm>
            <a:off x="1090395" y="1078220"/>
            <a:ext cx="440205" cy="0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9A74F90-53FB-8B65-7F27-E795B4748234}"/>
              </a:ext>
            </a:extLst>
          </p:cNvPr>
          <p:cNvCxnSpPr>
            <a:cxnSpLocks/>
            <a:stCxn id="87" idx="5"/>
            <a:endCxn id="90" idx="1"/>
          </p:cNvCxnSpPr>
          <p:nvPr/>
        </p:nvCxnSpPr>
        <p:spPr>
          <a:xfrm>
            <a:off x="1056917" y="1159042"/>
            <a:ext cx="507162" cy="410085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6A8B3EF-FDE4-AA82-C9F7-29EC4FD624C1}"/>
              </a:ext>
            </a:extLst>
          </p:cNvPr>
          <p:cNvCxnSpPr>
            <a:cxnSpLocks/>
            <a:stCxn id="90" idx="0"/>
            <a:endCxn id="88" idx="4"/>
          </p:cNvCxnSpPr>
          <p:nvPr/>
        </p:nvCxnSpPr>
        <p:spPr>
          <a:xfrm flipH="1" flipV="1">
            <a:off x="1644900" y="1192520"/>
            <a:ext cx="1" cy="343129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D9FF4C6-3D92-6526-6ABE-93DC4C0C0D26}"/>
              </a:ext>
            </a:extLst>
          </p:cNvPr>
          <p:cNvCxnSpPr>
            <a:cxnSpLocks/>
            <a:stCxn id="90" idx="2"/>
            <a:endCxn id="89" idx="6"/>
          </p:cNvCxnSpPr>
          <p:nvPr/>
        </p:nvCxnSpPr>
        <p:spPr>
          <a:xfrm flipH="1" flipV="1">
            <a:off x="1090395" y="1646893"/>
            <a:ext cx="440206" cy="3056"/>
          </a:xfrm>
          <a:prstGeom prst="straightConnector1">
            <a:avLst/>
          </a:prstGeom>
          <a:ln w="19050"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771C9E8E-4E92-337D-5747-3A3F3A5E7BD1}"/>
              </a:ext>
            </a:extLst>
          </p:cNvPr>
          <p:cNvSpPr txBox="1"/>
          <p:nvPr/>
        </p:nvSpPr>
        <p:spPr>
          <a:xfrm>
            <a:off x="661481" y="905157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C3474E4-460C-BCAC-EDDA-2600327A58DB}"/>
              </a:ext>
            </a:extLst>
          </p:cNvPr>
          <p:cNvSpPr txBox="1"/>
          <p:nvPr/>
        </p:nvSpPr>
        <p:spPr>
          <a:xfrm>
            <a:off x="1729205" y="905139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9E96271-8A0F-CCC1-0CAE-6DBC61FCC43D}"/>
              </a:ext>
            </a:extLst>
          </p:cNvPr>
          <p:cNvSpPr txBox="1"/>
          <p:nvPr/>
        </p:nvSpPr>
        <p:spPr>
          <a:xfrm>
            <a:off x="668962" y="1617675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c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66D757E-2F9F-B4C3-8E8F-9FC206A222CC}"/>
              </a:ext>
            </a:extLst>
          </p:cNvPr>
          <p:cNvSpPr txBox="1"/>
          <p:nvPr/>
        </p:nvSpPr>
        <p:spPr>
          <a:xfrm>
            <a:off x="1732281" y="1625750"/>
            <a:ext cx="35868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A16256-4291-0CA3-A19C-F4455E26B4F9}"/>
              </a:ext>
            </a:extLst>
          </p:cNvPr>
          <p:cNvSpPr txBox="1"/>
          <p:nvPr/>
        </p:nvSpPr>
        <p:spPr>
          <a:xfrm>
            <a:off x="1153144" y="1617674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55D42D8-C973-96D0-4735-8302F134D355}"/>
              </a:ext>
            </a:extLst>
          </p:cNvPr>
          <p:cNvSpPr txBox="1"/>
          <p:nvPr/>
        </p:nvSpPr>
        <p:spPr>
          <a:xfrm>
            <a:off x="755992" y="1240918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BF8118A-BB39-3CC6-D4F4-9ED0A8B4F8F3}"/>
              </a:ext>
            </a:extLst>
          </p:cNvPr>
          <p:cNvSpPr txBox="1"/>
          <p:nvPr/>
        </p:nvSpPr>
        <p:spPr>
          <a:xfrm>
            <a:off x="1107134" y="1270286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A125843-8172-96B5-E100-7DCB02EDC897}"/>
              </a:ext>
            </a:extLst>
          </p:cNvPr>
          <p:cNvSpPr txBox="1"/>
          <p:nvPr/>
        </p:nvSpPr>
        <p:spPr>
          <a:xfrm>
            <a:off x="1597557" y="1240918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B5EC61-0268-6238-E618-65B7BE675896}"/>
              </a:ext>
            </a:extLst>
          </p:cNvPr>
          <p:cNvSpPr txBox="1"/>
          <p:nvPr/>
        </p:nvSpPr>
        <p:spPr>
          <a:xfrm>
            <a:off x="1204694" y="828719"/>
            <a:ext cx="44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64426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9C89E3D-8233-C2AD-C887-2E1193E3A413}"/>
              </a:ext>
            </a:extLst>
          </p:cNvPr>
          <p:cNvSpPr/>
          <p:nvPr/>
        </p:nvSpPr>
        <p:spPr>
          <a:xfrm>
            <a:off x="1772061" y="3078025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31345D-C496-B37D-0245-A01C3956C488}"/>
              </a:ext>
            </a:extLst>
          </p:cNvPr>
          <p:cNvSpPr/>
          <p:nvPr/>
        </p:nvSpPr>
        <p:spPr>
          <a:xfrm>
            <a:off x="1630901" y="3265541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856CCE-FB2F-A19F-0773-BFAFD52DE54C}"/>
              </a:ext>
            </a:extLst>
          </p:cNvPr>
          <p:cNvSpPr/>
          <p:nvPr/>
        </p:nvSpPr>
        <p:spPr>
          <a:xfrm>
            <a:off x="1901339" y="3265541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A561EF-3897-80E6-5AF5-D7462774DE64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1676621" y="3169465"/>
            <a:ext cx="141160" cy="960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9234ED-9A7A-42D1-26B9-1536F1F5BB63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1817781" y="3169465"/>
            <a:ext cx="129278" cy="960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A4ABC0D-58CA-9953-1056-C113DA86BF4C}"/>
              </a:ext>
            </a:extLst>
          </p:cNvPr>
          <p:cNvSpPr/>
          <p:nvPr/>
        </p:nvSpPr>
        <p:spPr>
          <a:xfrm>
            <a:off x="2654859" y="3085963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6EE0CD-496D-CDF9-5B48-FADC1256D205}"/>
              </a:ext>
            </a:extLst>
          </p:cNvPr>
          <p:cNvSpPr/>
          <p:nvPr/>
        </p:nvSpPr>
        <p:spPr>
          <a:xfrm>
            <a:off x="2654859" y="327266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51337C-EDC1-3D31-939E-24E50960918E}"/>
              </a:ext>
            </a:extLst>
          </p:cNvPr>
          <p:cNvSpPr/>
          <p:nvPr/>
        </p:nvSpPr>
        <p:spPr>
          <a:xfrm>
            <a:off x="2814879" y="3274589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501B807-DFA1-BBFD-0A84-4C8978185E4C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2700579" y="3177403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E598B2-49C6-62CD-4894-54B4F4AD032B}"/>
              </a:ext>
            </a:extLst>
          </p:cNvPr>
          <p:cNvCxnSpPr>
            <a:cxnSpLocks/>
            <a:stCxn id="19" idx="4"/>
            <a:endCxn id="16" idx="0"/>
          </p:cNvCxnSpPr>
          <p:nvPr/>
        </p:nvCxnSpPr>
        <p:spPr>
          <a:xfrm flipH="1">
            <a:off x="2860599" y="3177403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84772FD-3C85-A8EE-97A1-0219F509D18B}"/>
              </a:ext>
            </a:extLst>
          </p:cNvPr>
          <p:cNvSpPr/>
          <p:nvPr/>
        </p:nvSpPr>
        <p:spPr>
          <a:xfrm>
            <a:off x="2815339" y="3085963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961E042-B89C-74FF-3D63-66BBEECD0C75}"/>
              </a:ext>
            </a:extLst>
          </p:cNvPr>
          <p:cNvSpPr/>
          <p:nvPr/>
        </p:nvSpPr>
        <p:spPr>
          <a:xfrm>
            <a:off x="1768664" y="326745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4F98D-66BC-62F0-EA63-16A5A323168D}"/>
              </a:ext>
            </a:extLst>
          </p:cNvPr>
          <p:cNvCxnSpPr>
            <a:cxnSpLocks/>
            <a:stCxn id="6" idx="4"/>
            <a:endCxn id="21" idx="0"/>
          </p:cNvCxnSpPr>
          <p:nvPr/>
        </p:nvCxnSpPr>
        <p:spPr>
          <a:xfrm flipH="1">
            <a:off x="1814384" y="3169465"/>
            <a:ext cx="3397" cy="979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3974D4D-EB99-41E7-B104-2AA12A3FA416}"/>
              </a:ext>
            </a:extLst>
          </p:cNvPr>
          <p:cNvSpPr/>
          <p:nvPr/>
        </p:nvSpPr>
        <p:spPr>
          <a:xfrm>
            <a:off x="2974898" y="3085963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FF0064-6FCD-3102-4610-0D9E707BC42A}"/>
              </a:ext>
            </a:extLst>
          </p:cNvPr>
          <p:cNvSpPr/>
          <p:nvPr/>
        </p:nvSpPr>
        <p:spPr>
          <a:xfrm>
            <a:off x="2974898" y="327266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A710CED-C91A-1AD4-C299-DB9FF6EE6551}"/>
              </a:ext>
            </a:extLst>
          </p:cNvPr>
          <p:cNvSpPr/>
          <p:nvPr/>
        </p:nvSpPr>
        <p:spPr>
          <a:xfrm>
            <a:off x="3134918" y="3274589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6DD657-08BF-01AD-B052-8A7E7221F4F9}"/>
              </a:ext>
            </a:extLst>
          </p:cNvPr>
          <p:cNvCxnSpPr>
            <a:cxnSpLocks/>
            <a:stCxn id="23" idx="4"/>
            <a:endCxn id="24" idx="0"/>
          </p:cNvCxnSpPr>
          <p:nvPr/>
        </p:nvCxnSpPr>
        <p:spPr>
          <a:xfrm>
            <a:off x="3020618" y="3177403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081DEC-ADCC-E37F-8D56-E3AAB02DBC77}"/>
              </a:ext>
            </a:extLst>
          </p:cNvPr>
          <p:cNvCxnSpPr>
            <a:cxnSpLocks/>
            <a:stCxn id="28" idx="4"/>
            <a:endCxn id="25" idx="0"/>
          </p:cNvCxnSpPr>
          <p:nvPr/>
        </p:nvCxnSpPr>
        <p:spPr>
          <a:xfrm flipH="1">
            <a:off x="3180638" y="3177403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7A3E2A6-A14A-68E6-CD75-78A7773C367F}"/>
              </a:ext>
            </a:extLst>
          </p:cNvPr>
          <p:cNvSpPr/>
          <p:nvPr/>
        </p:nvSpPr>
        <p:spPr>
          <a:xfrm>
            <a:off x="3135378" y="3085963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FB3ED9E-F4F8-589D-F204-50F45987FE7F}"/>
              </a:ext>
            </a:extLst>
          </p:cNvPr>
          <p:cNvSpPr/>
          <p:nvPr/>
        </p:nvSpPr>
        <p:spPr>
          <a:xfrm>
            <a:off x="1406271" y="307000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029367-E099-9F99-6B8D-9F5103CEAC33}"/>
              </a:ext>
            </a:extLst>
          </p:cNvPr>
          <p:cNvSpPr/>
          <p:nvPr/>
        </p:nvSpPr>
        <p:spPr>
          <a:xfrm>
            <a:off x="1342167" y="327167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A19FF1-B798-929F-35C9-19FD858A71C0}"/>
              </a:ext>
            </a:extLst>
          </p:cNvPr>
          <p:cNvSpPr/>
          <p:nvPr/>
        </p:nvSpPr>
        <p:spPr>
          <a:xfrm>
            <a:off x="1477875" y="327167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0E4F7E-D984-C89F-481F-17CAD4942355}"/>
              </a:ext>
            </a:extLst>
          </p:cNvPr>
          <p:cNvCxnSpPr>
            <a:cxnSpLocks/>
            <a:stCxn id="31" idx="4"/>
            <a:endCxn id="33" idx="0"/>
          </p:cNvCxnSpPr>
          <p:nvPr/>
        </p:nvCxnSpPr>
        <p:spPr>
          <a:xfrm flipH="1">
            <a:off x="1387887" y="3161442"/>
            <a:ext cx="64104" cy="110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0FC6B1-D640-D9B3-F12B-0A9A07BFCE32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>
            <a:off x="1451991" y="3161442"/>
            <a:ext cx="71604" cy="110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34D7B041-242C-125B-9748-9BDAADBE8E56}"/>
              </a:ext>
            </a:extLst>
          </p:cNvPr>
          <p:cNvSpPr/>
          <p:nvPr/>
        </p:nvSpPr>
        <p:spPr>
          <a:xfrm>
            <a:off x="2054162" y="307000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1C486C5-8C6B-3E24-9CE5-A2AB03DEEC81}"/>
              </a:ext>
            </a:extLst>
          </p:cNvPr>
          <p:cNvSpPr/>
          <p:nvPr/>
        </p:nvSpPr>
        <p:spPr>
          <a:xfrm>
            <a:off x="2059453" y="3267865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289C45-44BB-EDA7-93B9-37B00B6827C4}"/>
              </a:ext>
            </a:extLst>
          </p:cNvPr>
          <p:cNvCxnSpPr>
            <a:cxnSpLocks/>
            <a:stCxn id="45" idx="4"/>
            <a:endCxn id="46" idx="0"/>
          </p:cNvCxnSpPr>
          <p:nvPr/>
        </p:nvCxnSpPr>
        <p:spPr>
          <a:xfrm>
            <a:off x="2099882" y="3161442"/>
            <a:ext cx="5291" cy="10642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F787D1A-368D-6C1E-EA26-96EED83666D2}"/>
              </a:ext>
            </a:extLst>
          </p:cNvPr>
          <p:cNvSpPr/>
          <p:nvPr/>
        </p:nvSpPr>
        <p:spPr>
          <a:xfrm>
            <a:off x="3292379" y="308215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9E4BD22-5889-ACB9-3208-B7963D812466}"/>
              </a:ext>
            </a:extLst>
          </p:cNvPr>
          <p:cNvSpPr/>
          <p:nvPr/>
        </p:nvSpPr>
        <p:spPr>
          <a:xfrm>
            <a:off x="3292379" y="3268855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A061DDB-787D-B672-6977-366449371667}"/>
              </a:ext>
            </a:extLst>
          </p:cNvPr>
          <p:cNvSpPr/>
          <p:nvPr/>
        </p:nvSpPr>
        <p:spPr>
          <a:xfrm>
            <a:off x="3452399" y="3270780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6B1BA84-8772-0762-6BDA-C4F2515D3545}"/>
              </a:ext>
            </a:extLst>
          </p:cNvPr>
          <p:cNvCxnSpPr>
            <a:cxnSpLocks/>
            <a:stCxn id="50" idx="4"/>
            <a:endCxn id="51" idx="0"/>
          </p:cNvCxnSpPr>
          <p:nvPr/>
        </p:nvCxnSpPr>
        <p:spPr>
          <a:xfrm>
            <a:off x="3338099" y="3173594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FD3A633-CB6E-A81F-B178-8AC320510FAC}"/>
              </a:ext>
            </a:extLst>
          </p:cNvPr>
          <p:cNvCxnSpPr>
            <a:cxnSpLocks/>
            <a:stCxn id="55" idx="4"/>
            <a:endCxn id="52" idx="0"/>
          </p:cNvCxnSpPr>
          <p:nvPr/>
        </p:nvCxnSpPr>
        <p:spPr>
          <a:xfrm flipH="1">
            <a:off x="3498119" y="3173594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0F24422-F0CC-B97E-A7DC-F72B3DB11281}"/>
              </a:ext>
            </a:extLst>
          </p:cNvPr>
          <p:cNvSpPr/>
          <p:nvPr/>
        </p:nvSpPr>
        <p:spPr>
          <a:xfrm>
            <a:off x="3452859" y="308215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B767166-92D9-90CD-9EF3-2702FE2A76F0}"/>
              </a:ext>
            </a:extLst>
          </p:cNvPr>
          <p:cNvCxnSpPr>
            <a:cxnSpLocks/>
          </p:cNvCxnSpPr>
          <p:nvPr/>
        </p:nvCxnSpPr>
        <p:spPr>
          <a:xfrm>
            <a:off x="2314027" y="3221224"/>
            <a:ext cx="224115" cy="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E8C72BC-71EF-C7D0-E001-4AA78FD3D9EC}"/>
              </a:ext>
            </a:extLst>
          </p:cNvPr>
          <p:cNvSpPr txBox="1"/>
          <p:nvPr/>
        </p:nvSpPr>
        <p:spPr>
          <a:xfrm>
            <a:off x="2198134" y="3045605"/>
            <a:ext cx="4552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dirty="0"/>
              <a:t>coalesce</a:t>
            </a:r>
            <a:endParaRPr lang="en-US" sz="600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65A953DF-B147-9641-FD9D-4DC0C655A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867200"/>
              </p:ext>
            </p:extLst>
          </p:nvPr>
        </p:nvGraphicFramePr>
        <p:xfrm>
          <a:off x="1342167" y="3490677"/>
          <a:ext cx="10058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95677645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6185195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9304719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76430011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10741566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3650355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131657173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700184980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82288563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lane id: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9366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x0: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7883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x1: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+mn-lt"/>
                        </a:rPr>
                        <a:t>i</a:t>
                      </a:r>
                      <a:endParaRPr lang="en-US" sz="6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8072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sum: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35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528821-5937-103B-DCA5-8324240C5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229409"/>
              </p:ext>
            </p:extLst>
          </p:nvPr>
        </p:nvGraphicFramePr>
        <p:xfrm>
          <a:off x="2639841" y="3500270"/>
          <a:ext cx="10058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95677645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6185195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9304719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76430011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10741566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3650355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131657173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700184980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82288563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lane id: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9366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x0: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7883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x1: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latin typeface="+mn-lt"/>
                        </a:rPr>
                        <a:t>i</a:t>
                      </a:r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8072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sum: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35933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0FE152-1AF4-49AA-2FBE-8C1F7B597BB6}"/>
              </a:ext>
            </a:extLst>
          </p:cNvPr>
          <p:cNvCxnSpPr>
            <a:cxnSpLocks/>
          </p:cNvCxnSpPr>
          <p:nvPr/>
        </p:nvCxnSpPr>
        <p:spPr>
          <a:xfrm>
            <a:off x="1316786" y="3545990"/>
            <a:ext cx="0" cy="32004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8C0C48-F45F-23E5-6952-8B7F6AC887CF}"/>
              </a:ext>
            </a:extLst>
          </p:cNvPr>
          <p:cNvCxnSpPr>
            <a:cxnSpLocks/>
          </p:cNvCxnSpPr>
          <p:nvPr/>
        </p:nvCxnSpPr>
        <p:spPr>
          <a:xfrm flipV="1">
            <a:off x="2596425" y="3536645"/>
            <a:ext cx="0" cy="32004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CA09D4B-D36C-628C-78D2-CC458BCBD64E}"/>
              </a:ext>
            </a:extLst>
          </p:cNvPr>
          <p:cNvSpPr/>
          <p:nvPr/>
        </p:nvSpPr>
        <p:spPr>
          <a:xfrm>
            <a:off x="1218254" y="3664287"/>
            <a:ext cx="73152" cy="7315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/>
              <a:t>1</a:t>
            </a:r>
            <a:endParaRPr lang="en-US" sz="6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3447D1-925E-83FC-4EF4-19ACC27B6998}"/>
              </a:ext>
            </a:extLst>
          </p:cNvPr>
          <p:cNvSpPr/>
          <p:nvPr/>
        </p:nvSpPr>
        <p:spPr>
          <a:xfrm>
            <a:off x="2501566" y="3673880"/>
            <a:ext cx="73152" cy="7315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7632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6A7BCC64-B64A-1255-C539-E3CB08782E61}"/>
              </a:ext>
            </a:extLst>
          </p:cNvPr>
          <p:cNvSpPr/>
          <p:nvPr/>
        </p:nvSpPr>
        <p:spPr>
          <a:xfrm>
            <a:off x="1479797" y="3976320"/>
            <a:ext cx="2216479" cy="561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4753E944-DDDA-AD30-60D2-BC9A0C36C8B5}"/>
              </a:ext>
            </a:extLst>
          </p:cNvPr>
          <p:cNvSpPr/>
          <p:nvPr/>
        </p:nvSpPr>
        <p:spPr>
          <a:xfrm>
            <a:off x="1484503" y="3435123"/>
            <a:ext cx="2216480" cy="447085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F91AF5-3888-D82C-C901-27AD65D1AE65}"/>
              </a:ext>
            </a:extLst>
          </p:cNvPr>
          <p:cNvSpPr/>
          <p:nvPr/>
        </p:nvSpPr>
        <p:spPr>
          <a:xfrm>
            <a:off x="1845556" y="3485251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0CA295-F6F1-E78D-6246-2D4CC5D56A77}"/>
              </a:ext>
            </a:extLst>
          </p:cNvPr>
          <p:cNvSpPr/>
          <p:nvPr/>
        </p:nvSpPr>
        <p:spPr>
          <a:xfrm>
            <a:off x="2005576" y="348717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E7CA6A-73CF-3D08-3AA2-212EAB75BEC4}"/>
              </a:ext>
            </a:extLst>
          </p:cNvPr>
          <p:cNvSpPr/>
          <p:nvPr/>
        </p:nvSpPr>
        <p:spPr>
          <a:xfrm>
            <a:off x="2165595" y="3485251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F6A523-5062-35CE-A105-43ADF159672F}"/>
              </a:ext>
            </a:extLst>
          </p:cNvPr>
          <p:cNvSpPr/>
          <p:nvPr/>
        </p:nvSpPr>
        <p:spPr>
          <a:xfrm>
            <a:off x="2325615" y="348717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75CFBAE-042B-1758-7A64-BD719BF166E4}"/>
              </a:ext>
            </a:extLst>
          </p:cNvPr>
          <p:cNvSpPr/>
          <p:nvPr/>
        </p:nvSpPr>
        <p:spPr>
          <a:xfrm>
            <a:off x="2689276" y="3480679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279EBB-0BB7-9B5C-BDEB-F38D7BC39963}"/>
              </a:ext>
            </a:extLst>
          </p:cNvPr>
          <p:cNvSpPr/>
          <p:nvPr/>
        </p:nvSpPr>
        <p:spPr>
          <a:xfrm>
            <a:off x="3297144" y="347137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FC7843C-D55C-B0A9-BFAA-6F3196DFBC43}"/>
              </a:ext>
            </a:extLst>
          </p:cNvPr>
          <p:cNvSpPr/>
          <p:nvPr/>
        </p:nvSpPr>
        <p:spPr>
          <a:xfrm>
            <a:off x="1754652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B5EC93-91E8-289F-4E44-7881242620FB}"/>
              </a:ext>
            </a:extLst>
          </p:cNvPr>
          <p:cNvSpPr/>
          <p:nvPr/>
        </p:nvSpPr>
        <p:spPr>
          <a:xfrm>
            <a:off x="1910600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8AC7D32-5D40-F33D-7BF2-959A71880A55}"/>
              </a:ext>
            </a:extLst>
          </p:cNvPr>
          <p:cNvSpPr/>
          <p:nvPr/>
        </p:nvSpPr>
        <p:spPr>
          <a:xfrm>
            <a:off x="2221272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75314D9-28B5-14D5-7BF6-3607B58ABE98}"/>
              </a:ext>
            </a:extLst>
          </p:cNvPr>
          <p:cNvSpPr/>
          <p:nvPr/>
        </p:nvSpPr>
        <p:spPr>
          <a:xfrm>
            <a:off x="2061253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33EA93-5DA8-8447-435D-4009BEBA2950}"/>
              </a:ext>
            </a:extLst>
          </p:cNvPr>
          <p:cNvCxnSpPr>
            <a:cxnSpLocks/>
            <a:stCxn id="9" idx="4"/>
            <a:endCxn id="26" idx="0"/>
          </p:cNvCxnSpPr>
          <p:nvPr/>
        </p:nvCxnSpPr>
        <p:spPr>
          <a:xfrm flipH="1">
            <a:off x="1800372" y="3576691"/>
            <a:ext cx="90904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8BA085-3BF9-EC50-F9BF-90F681E6695D}"/>
              </a:ext>
            </a:extLst>
          </p:cNvPr>
          <p:cNvCxnSpPr>
            <a:cxnSpLocks/>
            <a:stCxn id="10" idx="4"/>
            <a:endCxn id="29" idx="0"/>
          </p:cNvCxnSpPr>
          <p:nvPr/>
        </p:nvCxnSpPr>
        <p:spPr>
          <a:xfrm flipH="1">
            <a:off x="1956320" y="3578616"/>
            <a:ext cx="94976" cy="5218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C26F944-051E-1E1F-AABA-C6086CEA9802}"/>
              </a:ext>
            </a:extLst>
          </p:cNvPr>
          <p:cNvCxnSpPr>
            <a:cxnSpLocks/>
            <a:stCxn id="15" idx="4"/>
            <a:endCxn id="31" idx="0"/>
          </p:cNvCxnSpPr>
          <p:nvPr/>
        </p:nvCxnSpPr>
        <p:spPr>
          <a:xfrm flipH="1">
            <a:off x="2106973" y="3576691"/>
            <a:ext cx="104342" cy="495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1A45176-65F0-AF19-5D28-A7EBB61992F3}"/>
              </a:ext>
            </a:extLst>
          </p:cNvPr>
          <p:cNvCxnSpPr>
            <a:cxnSpLocks/>
            <a:stCxn id="16" idx="4"/>
            <a:endCxn id="30" idx="0"/>
          </p:cNvCxnSpPr>
          <p:nvPr/>
        </p:nvCxnSpPr>
        <p:spPr>
          <a:xfrm flipH="1">
            <a:off x="2266992" y="3578616"/>
            <a:ext cx="104343" cy="4761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82439933-5A1A-FB21-5699-B0FB24933F0A}"/>
              </a:ext>
            </a:extLst>
          </p:cNvPr>
          <p:cNvSpPr/>
          <p:nvPr/>
        </p:nvSpPr>
        <p:spPr>
          <a:xfrm>
            <a:off x="2437838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7547B9B-824D-697C-2800-7E5E03D33B64}"/>
              </a:ext>
            </a:extLst>
          </p:cNvPr>
          <p:cNvSpPr/>
          <p:nvPr/>
        </p:nvSpPr>
        <p:spPr>
          <a:xfrm>
            <a:off x="2593786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557889E-D3CB-485A-8391-8E9895D2205F}"/>
              </a:ext>
            </a:extLst>
          </p:cNvPr>
          <p:cNvSpPr/>
          <p:nvPr/>
        </p:nvSpPr>
        <p:spPr>
          <a:xfrm>
            <a:off x="2904458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8A0B279-B191-B114-A0FC-511767B737E2}"/>
              </a:ext>
            </a:extLst>
          </p:cNvPr>
          <p:cNvSpPr/>
          <p:nvPr/>
        </p:nvSpPr>
        <p:spPr>
          <a:xfrm>
            <a:off x="2744439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F1116C8-78D6-DFA8-48BE-A23A2CFB6633}"/>
              </a:ext>
            </a:extLst>
          </p:cNvPr>
          <p:cNvCxnSpPr>
            <a:cxnSpLocks/>
            <a:stCxn id="21" idx="4"/>
            <a:endCxn id="72" idx="0"/>
          </p:cNvCxnSpPr>
          <p:nvPr/>
        </p:nvCxnSpPr>
        <p:spPr>
          <a:xfrm flipH="1">
            <a:off x="2483558" y="3572119"/>
            <a:ext cx="251438" cy="586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E779B65-B808-C17A-83F1-D5863B7EE880}"/>
              </a:ext>
            </a:extLst>
          </p:cNvPr>
          <p:cNvCxnSpPr>
            <a:cxnSpLocks/>
            <a:stCxn id="21" idx="4"/>
            <a:endCxn id="73" idx="0"/>
          </p:cNvCxnSpPr>
          <p:nvPr/>
        </p:nvCxnSpPr>
        <p:spPr>
          <a:xfrm flipH="1">
            <a:off x="2639506" y="3572119"/>
            <a:ext cx="95490" cy="586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617DD77-A9A9-51FF-5EC9-E8FCBF339522}"/>
              </a:ext>
            </a:extLst>
          </p:cNvPr>
          <p:cNvCxnSpPr>
            <a:cxnSpLocks/>
            <a:stCxn id="21" idx="4"/>
            <a:endCxn id="75" idx="0"/>
          </p:cNvCxnSpPr>
          <p:nvPr/>
        </p:nvCxnSpPr>
        <p:spPr>
          <a:xfrm>
            <a:off x="2734996" y="3572119"/>
            <a:ext cx="55163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AF0166A-8852-0ED7-ED1F-11E6DD24A723}"/>
              </a:ext>
            </a:extLst>
          </p:cNvPr>
          <p:cNvCxnSpPr>
            <a:cxnSpLocks/>
            <a:stCxn id="21" idx="4"/>
            <a:endCxn id="74" idx="0"/>
          </p:cNvCxnSpPr>
          <p:nvPr/>
        </p:nvCxnSpPr>
        <p:spPr>
          <a:xfrm>
            <a:off x="2734996" y="3572119"/>
            <a:ext cx="215182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07C3865-D5EC-28A1-DB58-6DE8930F2D76}"/>
              </a:ext>
            </a:extLst>
          </p:cNvPr>
          <p:cNvSpPr/>
          <p:nvPr/>
        </p:nvSpPr>
        <p:spPr>
          <a:xfrm>
            <a:off x="3091426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DF55B9E-B723-7B4B-7AC7-B4BB9CA16ECB}"/>
              </a:ext>
            </a:extLst>
          </p:cNvPr>
          <p:cNvSpPr/>
          <p:nvPr/>
        </p:nvSpPr>
        <p:spPr>
          <a:xfrm>
            <a:off x="3247374" y="3630804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3AC14DB-EDA3-F2E7-AE5B-001BF94320E2}"/>
              </a:ext>
            </a:extLst>
          </p:cNvPr>
          <p:cNvSpPr/>
          <p:nvPr/>
        </p:nvSpPr>
        <p:spPr>
          <a:xfrm>
            <a:off x="3558046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3BEC61E-2510-4075-AEAD-6841CC1535FB}"/>
              </a:ext>
            </a:extLst>
          </p:cNvPr>
          <p:cNvSpPr/>
          <p:nvPr/>
        </p:nvSpPr>
        <p:spPr>
          <a:xfrm>
            <a:off x="3398027" y="3626232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82F5A51-E417-9866-53A4-966709616C01}"/>
              </a:ext>
            </a:extLst>
          </p:cNvPr>
          <p:cNvCxnSpPr>
            <a:cxnSpLocks/>
            <a:stCxn id="22" idx="4"/>
            <a:endCxn id="88" idx="0"/>
          </p:cNvCxnSpPr>
          <p:nvPr/>
        </p:nvCxnSpPr>
        <p:spPr>
          <a:xfrm flipH="1">
            <a:off x="3137146" y="3562812"/>
            <a:ext cx="205718" cy="679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ECA5666F-5556-2EF9-BA19-A90BECCC4F0D}"/>
              </a:ext>
            </a:extLst>
          </p:cNvPr>
          <p:cNvCxnSpPr>
            <a:cxnSpLocks/>
            <a:stCxn id="22" idx="4"/>
            <a:endCxn id="89" idx="0"/>
          </p:cNvCxnSpPr>
          <p:nvPr/>
        </p:nvCxnSpPr>
        <p:spPr>
          <a:xfrm flipH="1">
            <a:off x="3293094" y="3562812"/>
            <a:ext cx="49770" cy="679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1637B52-ACB6-8B11-771C-71476A9119E2}"/>
              </a:ext>
            </a:extLst>
          </p:cNvPr>
          <p:cNvCxnSpPr>
            <a:cxnSpLocks/>
            <a:stCxn id="22" idx="4"/>
            <a:endCxn id="91" idx="0"/>
          </p:cNvCxnSpPr>
          <p:nvPr/>
        </p:nvCxnSpPr>
        <p:spPr>
          <a:xfrm>
            <a:off x="3342864" y="3562812"/>
            <a:ext cx="100883" cy="634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BBEC8AA-B9E1-B361-C5D5-4403B2FA4B4D}"/>
              </a:ext>
            </a:extLst>
          </p:cNvPr>
          <p:cNvCxnSpPr>
            <a:cxnSpLocks/>
            <a:stCxn id="22" idx="4"/>
            <a:endCxn id="90" idx="0"/>
          </p:cNvCxnSpPr>
          <p:nvPr/>
        </p:nvCxnSpPr>
        <p:spPr>
          <a:xfrm>
            <a:off x="3342864" y="3562812"/>
            <a:ext cx="260902" cy="634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9D40E1A3-5388-879A-456E-E3BFCF4CFCF5}"/>
              </a:ext>
            </a:extLst>
          </p:cNvPr>
          <p:cNvSpPr txBox="1"/>
          <p:nvPr/>
        </p:nvSpPr>
        <p:spPr>
          <a:xfrm>
            <a:off x="1750602" y="371767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0</a:t>
            </a:r>
            <a:endParaRPr lang="en-US" sz="600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1A03387-B228-5C62-767F-29A1AFC10B62}"/>
              </a:ext>
            </a:extLst>
          </p:cNvPr>
          <p:cNvSpPr txBox="1"/>
          <p:nvPr/>
        </p:nvSpPr>
        <p:spPr>
          <a:xfrm>
            <a:off x="1912032" y="371767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1</a:t>
            </a:r>
            <a:endParaRPr lang="en-US" sz="600" b="1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E5E6742-4449-08B7-384E-9AA331855890}"/>
              </a:ext>
            </a:extLst>
          </p:cNvPr>
          <p:cNvSpPr txBox="1"/>
          <p:nvPr/>
        </p:nvSpPr>
        <p:spPr>
          <a:xfrm>
            <a:off x="2053280" y="371767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2</a:t>
            </a:r>
            <a:endParaRPr lang="en-US" sz="600" b="1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88E216A-6FAF-E255-69AD-F7BFA571E6A5}"/>
              </a:ext>
            </a:extLst>
          </p:cNvPr>
          <p:cNvSpPr txBox="1"/>
          <p:nvPr/>
        </p:nvSpPr>
        <p:spPr>
          <a:xfrm>
            <a:off x="2216149" y="371767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3</a:t>
            </a:r>
            <a:endParaRPr lang="en-US" sz="6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BAD44E5-7F88-CEE1-5C32-F043312413FF}"/>
              </a:ext>
            </a:extLst>
          </p:cNvPr>
          <p:cNvSpPr txBox="1"/>
          <p:nvPr/>
        </p:nvSpPr>
        <p:spPr>
          <a:xfrm>
            <a:off x="2433767" y="371767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4</a:t>
            </a:r>
            <a:endParaRPr lang="en-US" sz="600" b="1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FD03529-D978-082F-9893-D546B36ADA6F}"/>
              </a:ext>
            </a:extLst>
          </p:cNvPr>
          <p:cNvSpPr txBox="1"/>
          <p:nvPr/>
        </p:nvSpPr>
        <p:spPr>
          <a:xfrm>
            <a:off x="3094916" y="371156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5</a:t>
            </a:r>
            <a:endParaRPr lang="en-US" sz="600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4BF5F13-54F0-68B7-9D5D-0D2967407CBD}"/>
              </a:ext>
            </a:extLst>
          </p:cNvPr>
          <p:cNvSpPr txBox="1"/>
          <p:nvPr/>
        </p:nvSpPr>
        <p:spPr>
          <a:xfrm>
            <a:off x="1365953" y="3711229"/>
            <a:ext cx="5413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lane id: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8D2F5A5E-0816-9BE9-713D-B23BF550B5FE}"/>
              </a:ext>
            </a:extLst>
          </p:cNvPr>
          <p:cNvSpPr/>
          <p:nvPr/>
        </p:nvSpPr>
        <p:spPr>
          <a:xfrm>
            <a:off x="1839457" y="4035685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F0D77EBC-A433-FBA6-127A-B0B15ADF47BD}"/>
              </a:ext>
            </a:extLst>
          </p:cNvPr>
          <p:cNvSpPr/>
          <p:nvPr/>
        </p:nvSpPr>
        <p:spPr>
          <a:xfrm>
            <a:off x="1999477" y="4037610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7AAC2B81-E392-3A4D-9D01-A998EFFDC634}"/>
              </a:ext>
            </a:extLst>
          </p:cNvPr>
          <p:cNvSpPr/>
          <p:nvPr/>
        </p:nvSpPr>
        <p:spPr>
          <a:xfrm>
            <a:off x="2159496" y="4035685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2A834563-AF36-9F1B-228E-C888657C7B75}"/>
              </a:ext>
            </a:extLst>
          </p:cNvPr>
          <p:cNvSpPr/>
          <p:nvPr/>
        </p:nvSpPr>
        <p:spPr>
          <a:xfrm>
            <a:off x="2319516" y="4037610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38961A02-BCE9-F355-7992-ADBFC65A6817}"/>
              </a:ext>
            </a:extLst>
          </p:cNvPr>
          <p:cNvSpPr/>
          <p:nvPr/>
        </p:nvSpPr>
        <p:spPr>
          <a:xfrm>
            <a:off x="2683177" y="4031113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010D543E-62BB-9A48-ACA6-54A69821C7FC}"/>
              </a:ext>
            </a:extLst>
          </p:cNvPr>
          <p:cNvSpPr/>
          <p:nvPr/>
        </p:nvSpPr>
        <p:spPr>
          <a:xfrm>
            <a:off x="3291045" y="402180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DE89586-3091-8219-9C4D-440E8401389E}"/>
              </a:ext>
            </a:extLst>
          </p:cNvPr>
          <p:cNvSpPr/>
          <p:nvPr/>
        </p:nvSpPr>
        <p:spPr>
          <a:xfrm>
            <a:off x="1748553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71E0CB47-364D-CFB6-A918-06ECC67985BF}"/>
              </a:ext>
            </a:extLst>
          </p:cNvPr>
          <p:cNvSpPr/>
          <p:nvPr/>
        </p:nvSpPr>
        <p:spPr>
          <a:xfrm>
            <a:off x="1904501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6A2A12F-0CD2-64B0-0D99-45BFA8433F6F}"/>
              </a:ext>
            </a:extLst>
          </p:cNvPr>
          <p:cNvSpPr/>
          <p:nvPr/>
        </p:nvSpPr>
        <p:spPr>
          <a:xfrm>
            <a:off x="2215173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EF75A35-305D-36C3-8F61-E98BC38B2E8C}"/>
              </a:ext>
            </a:extLst>
          </p:cNvPr>
          <p:cNvSpPr/>
          <p:nvPr/>
        </p:nvSpPr>
        <p:spPr>
          <a:xfrm>
            <a:off x="2055154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l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6DB03976-0C4E-2CF4-44AE-5404EFA3B55A}"/>
              </a:ext>
            </a:extLst>
          </p:cNvPr>
          <p:cNvCxnSpPr>
            <a:cxnSpLocks/>
            <a:stCxn id="156" idx="4"/>
            <a:endCxn id="173" idx="0"/>
          </p:cNvCxnSpPr>
          <p:nvPr/>
        </p:nvCxnSpPr>
        <p:spPr>
          <a:xfrm flipH="1">
            <a:off x="1794273" y="4127125"/>
            <a:ext cx="90904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0AAD77B-FD5A-3256-B553-CE99DB4FAAB8}"/>
              </a:ext>
            </a:extLst>
          </p:cNvPr>
          <p:cNvCxnSpPr>
            <a:cxnSpLocks/>
            <a:stCxn id="157" idx="4"/>
            <a:endCxn id="174" idx="0"/>
          </p:cNvCxnSpPr>
          <p:nvPr/>
        </p:nvCxnSpPr>
        <p:spPr>
          <a:xfrm flipH="1">
            <a:off x="1950221" y="4129050"/>
            <a:ext cx="94976" cy="5218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462B23A0-06FA-F363-14D3-E3DB8BDDEE0D}"/>
              </a:ext>
            </a:extLst>
          </p:cNvPr>
          <p:cNvCxnSpPr>
            <a:cxnSpLocks/>
            <a:stCxn id="162" idx="4"/>
            <a:endCxn id="176" idx="0"/>
          </p:cNvCxnSpPr>
          <p:nvPr/>
        </p:nvCxnSpPr>
        <p:spPr>
          <a:xfrm flipH="1">
            <a:off x="2100874" y="4127125"/>
            <a:ext cx="104342" cy="4954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E6F292B5-2EAA-8EC2-F7B0-76C0CFA274CC}"/>
              </a:ext>
            </a:extLst>
          </p:cNvPr>
          <p:cNvCxnSpPr>
            <a:cxnSpLocks/>
            <a:stCxn id="163" idx="4"/>
            <a:endCxn id="175" idx="0"/>
          </p:cNvCxnSpPr>
          <p:nvPr/>
        </p:nvCxnSpPr>
        <p:spPr>
          <a:xfrm flipH="1">
            <a:off x="2260893" y="4129050"/>
            <a:ext cx="104343" cy="4761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FABC3DA0-6712-354C-9FC4-636C9AA64C22}"/>
              </a:ext>
            </a:extLst>
          </p:cNvPr>
          <p:cNvSpPr/>
          <p:nvPr/>
        </p:nvSpPr>
        <p:spPr>
          <a:xfrm>
            <a:off x="2431739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EEC0075-30E3-6A44-50B9-A993EAE982FE}"/>
              </a:ext>
            </a:extLst>
          </p:cNvPr>
          <p:cNvSpPr/>
          <p:nvPr/>
        </p:nvSpPr>
        <p:spPr>
          <a:xfrm>
            <a:off x="2587687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6FAB5D8B-0B2C-6497-F87D-7D1F72AC0F42}"/>
              </a:ext>
            </a:extLst>
          </p:cNvPr>
          <p:cNvSpPr/>
          <p:nvPr/>
        </p:nvSpPr>
        <p:spPr>
          <a:xfrm>
            <a:off x="2898359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730D3E0-5B85-94CF-DA5A-B4F0DDD1E62B}"/>
              </a:ext>
            </a:extLst>
          </p:cNvPr>
          <p:cNvSpPr/>
          <p:nvPr/>
        </p:nvSpPr>
        <p:spPr>
          <a:xfrm>
            <a:off x="2738340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188742E6-B3AE-5449-882A-4FDD74FEE4CF}"/>
              </a:ext>
            </a:extLst>
          </p:cNvPr>
          <p:cNvCxnSpPr>
            <a:cxnSpLocks/>
            <a:stCxn id="168" idx="4"/>
            <a:endCxn id="181" idx="0"/>
          </p:cNvCxnSpPr>
          <p:nvPr/>
        </p:nvCxnSpPr>
        <p:spPr>
          <a:xfrm flipH="1">
            <a:off x="2477459" y="4122553"/>
            <a:ext cx="251438" cy="586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7338707-3BE4-BD95-A773-083D9C7B975D}"/>
              </a:ext>
            </a:extLst>
          </p:cNvPr>
          <p:cNvCxnSpPr>
            <a:cxnSpLocks/>
            <a:stCxn id="168" idx="4"/>
            <a:endCxn id="182" idx="0"/>
          </p:cNvCxnSpPr>
          <p:nvPr/>
        </p:nvCxnSpPr>
        <p:spPr>
          <a:xfrm flipH="1">
            <a:off x="2633407" y="4122553"/>
            <a:ext cx="95490" cy="586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376FE34-7959-5F1C-4BD0-02B9FA093DDA}"/>
              </a:ext>
            </a:extLst>
          </p:cNvPr>
          <p:cNvCxnSpPr>
            <a:cxnSpLocks/>
            <a:stCxn id="168" idx="4"/>
            <a:endCxn id="184" idx="0"/>
          </p:cNvCxnSpPr>
          <p:nvPr/>
        </p:nvCxnSpPr>
        <p:spPr>
          <a:xfrm>
            <a:off x="2728897" y="4122553"/>
            <a:ext cx="55163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E48BF423-912A-B47B-61C6-2F3E788F79BF}"/>
              </a:ext>
            </a:extLst>
          </p:cNvPr>
          <p:cNvCxnSpPr>
            <a:cxnSpLocks/>
            <a:stCxn id="168" idx="4"/>
            <a:endCxn id="183" idx="0"/>
          </p:cNvCxnSpPr>
          <p:nvPr/>
        </p:nvCxnSpPr>
        <p:spPr>
          <a:xfrm>
            <a:off x="2728897" y="4122553"/>
            <a:ext cx="215182" cy="5411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Oval 188">
            <a:extLst>
              <a:ext uri="{FF2B5EF4-FFF2-40B4-BE49-F238E27FC236}">
                <a16:creationId xmlns:a16="http://schemas.microsoft.com/office/drawing/2014/main" id="{DCE4A6C3-724B-960E-D01C-740468B2AB96}"/>
              </a:ext>
            </a:extLst>
          </p:cNvPr>
          <p:cNvSpPr/>
          <p:nvPr/>
        </p:nvSpPr>
        <p:spPr>
          <a:xfrm>
            <a:off x="3085327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9E749F5-B883-CAB5-8C68-8E1858DE9C7E}"/>
              </a:ext>
            </a:extLst>
          </p:cNvPr>
          <p:cNvSpPr/>
          <p:nvPr/>
        </p:nvSpPr>
        <p:spPr>
          <a:xfrm>
            <a:off x="3241275" y="4181238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5F86F09F-B842-E3B7-12A9-733FB645F4AA}"/>
              </a:ext>
            </a:extLst>
          </p:cNvPr>
          <p:cNvSpPr/>
          <p:nvPr/>
        </p:nvSpPr>
        <p:spPr>
          <a:xfrm>
            <a:off x="3551947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4157CCA-C22D-AFC0-B58A-09A6E33B0ACF}"/>
              </a:ext>
            </a:extLst>
          </p:cNvPr>
          <p:cNvSpPr/>
          <p:nvPr/>
        </p:nvSpPr>
        <p:spPr>
          <a:xfrm>
            <a:off x="3391928" y="4176666"/>
            <a:ext cx="91440" cy="91440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B409EBD-90F7-1C45-9AE3-650EB425541B}"/>
              </a:ext>
            </a:extLst>
          </p:cNvPr>
          <p:cNvCxnSpPr>
            <a:cxnSpLocks/>
            <a:stCxn id="169" idx="4"/>
            <a:endCxn id="189" idx="0"/>
          </p:cNvCxnSpPr>
          <p:nvPr/>
        </p:nvCxnSpPr>
        <p:spPr>
          <a:xfrm flipH="1">
            <a:off x="3131047" y="4113246"/>
            <a:ext cx="205718" cy="679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FC8E6C1-0968-0F02-BACC-98B2EB2B17F6}"/>
              </a:ext>
            </a:extLst>
          </p:cNvPr>
          <p:cNvCxnSpPr>
            <a:cxnSpLocks/>
            <a:stCxn id="169" idx="4"/>
            <a:endCxn id="190" idx="0"/>
          </p:cNvCxnSpPr>
          <p:nvPr/>
        </p:nvCxnSpPr>
        <p:spPr>
          <a:xfrm flipH="1">
            <a:off x="3286995" y="4113246"/>
            <a:ext cx="49770" cy="6799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1E03262-5935-722F-A5EB-638930C30022}"/>
              </a:ext>
            </a:extLst>
          </p:cNvPr>
          <p:cNvCxnSpPr>
            <a:cxnSpLocks/>
            <a:stCxn id="169" idx="4"/>
            <a:endCxn id="192" idx="0"/>
          </p:cNvCxnSpPr>
          <p:nvPr/>
        </p:nvCxnSpPr>
        <p:spPr>
          <a:xfrm>
            <a:off x="3336765" y="4113246"/>
            <a:ext cx="100883" cy="634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E9B8F58-44DF-3FD5-BE09-2C52B0705F19}"/>
              </a:ext>
            </a:extLst>
          </p:cNvPr>
          <p:cNvCxnSpPr>
            <a:cxnSpLocks/>
            <a:stCxn id="169" idx="4"/>
            <a:endCxn id="191" idx="0"/>
          </p:cNvCxnSpPr>
          <p:nvPr/>
        </p:nvCxnSpPr>
        <p:spPr>
          <a:xfrm>
            <a:off x="3336765" y="4113246"/>
            <a:ext cx="260902" cy="6342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E9B3220D-A478-FDB7-70D3-B8DC9E3FE78D}"/>
              </a:ext>
            </a:extLst>
          </p:cNvPr>
          <p:cNvSpPr txBox="1"/>
          <p:nvPr/>
        </p:nvSpPr>
        <p:spPr>
          <a:xfrm>
            <a:off x="2739735" y="4268106"/>
            <a:ext cx="1015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0</a:t>
            </a:r>
            <a:endParaRPr lang="en-US" sz="6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4DCD5CB-9292-2737-12CD-7E5F24849486}"/>
              </a:ext>
            </a:extLst>
          </p:cNvPr>
          <p:cNvSpPr txBox="1"/>
          <p:nvPr/>
        </p:nvSpPr>
        <p:spPr>
          <a:xfrm>
            <a:off x="2898359" y="4265496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1</a:t>
            </a:r>
            <a:endParaRPr lang="en-US" sz="600" b="1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CFC16BA-F6EA-5DBC-BA1F-244FDE083DCE}"/>
              </a:ext>
            </a:extLst>
          </p:cNvPr>
          <p:cNvSpPr txBox="1"/>
          <p:nvPr/>
        </p:nvSpPr>
        <p:spPr>
          <a:xfrm>
            <a:off x="3393733" y="426723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2</a:t>
            </a:r>
            <a:endParaRPr lang="en-US" sz="6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3603EF72-464C-4472-AAF1-E5B615145B23}"/>
              </a:ext>
            </a:extLst>
          </p:cNvPr>
          <p:cNvSpPr txBox="1"/>
          <p:nvPr/>
        </p:nvSpPr>
        <p:spPr>
          <a:xfrm>
            <a:off x="3555764" y="4261996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3</a:t>
            </a:r>
            <a:endParaRPr lang="en-US" sz="600" b="1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882C1FC3-FB57-315B-6124-836B8E97C3A6}"/>
              </a:ext>
            </a:extLst>
          </p:cNvPr>
          <p:cNvSpPr txBox="1"/>
          <p:nvPr/>
        </p:nvSpPr>
        <p:spPr>
          <a:xfrm>
            <a:off x="2603527" y="427349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4</a:t>
            </a:r>
            <a:endParaRPr lang="en-US" sz="6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19E9A16-F2B1-464F-6F2E-2CEE5FA1C4F4}"/>
              </a:ext>
            </a:extLst>
          </p:cNvPr>
          <p:cNvSpPr txBox="1"/>
          <p:nvPr/>
        </p:nvSpPr>
        <p:spPr>
          <a:xfrm>
            <a:off x="3229760" y="4265773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/>
              <a:t>5</a:t>
            </a:r>
            <a:endParaRPr lang="en-US" sz="600" b="1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868A8CF-5573-AE0D-EE33-08948F7AE2AC}"/>
              </a:ext>
            </a:extLst>
          </p:cNvPr>
          <p:cNvSpPr txBox="1"/>
          <p:nvPr/>
        </p:nvSpPr>
        <p:spPr>
          <a:xfrm>
            <a:off x="1736351" y="4270797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>
                <a:solidFill>
                  <a:schemeClr val="bg2">
                    <a:lumMod val="90000"/>
                  </a:schemeClr>
                </a:solidFill>
              </a:rPr>
              <a:t>0</a:t>
            </a:r>
            <a:endParaRPr lang="en-US" sz="6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4C13C06-43AA-C2F8-58A7-D0B1441DADAC}"/>
              </a:ext>
            </a:extLst>
          </p:cNvPr>
          <p:cNvSpPr txBox="1"/>
          <p:nvPr/>
        </p:nvSpPr>
        <p:spPr>
          <a:xfrm>
            <a:off x="1897781" y="4270797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>
                <a:solidFill>
                  <a:schemeClr val="bg2">
                    <a:lumMod val="90000"/>
                  </a:schemeClr>
                </a:solidFill>
              </a:rPr>
              <a:t>1</a:t>
            </a:r>
            <a:endParaRPr lang="en-US" sz="6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4B9620DC-1402-694E-D949-3C9188A008CF}"/>
              </a:ext>
            </a:extLst>
          </p:cNvPr>
          <p:cNvSpPr txBox="1"/>
          <p:nvPr/>
        </p:nvSpPr>
        <p:spPr>
          <a:xfrm>
            <a:off x="2039029" y="4270797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>
                <a:solidFill>
                  <a:schemeClr val="bg2">
                    <a:lumMod val="90000"/>
                  </a:schemeClr>
                </a:solidFill>
              </a:rPr>
              <a:t>2</a:t>
            </a:r>
            <a:endParaRPr lang="en-US" sz="6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9BC9E63-A205-7F69-E199-F9C29A57DD81}"/>
              </a:ext>
            </a:extLst>
          </p:cNvPr>
          <p:cNvSpPr txBox="1"/>
          <p:nvPr/>
        </p:nvSpPr>
        <p:spPr>
          <a:xfrm>
            <a:off x="2201898" y="4270797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>
                <a:solidFill>
                  <a:schemeClr val="bg2">
                    <a:lumMod val="90000"/>
                  </a:schemeClr>
                </a:solidFill>
              </a:rPr>
              <a:t>3</a:t>
            </a:r>
            <a:endParaRPr lang="en-US" sz="6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7A0E35F8-87C8-B561-344E-5406DF74B403}"/>
              </a:ext>
            </a:extLst>
          </p:cNvPr>
          <p:cNvSpPr txBox="1"/>
          <p:nvPr/>
        </p:nvSpPr>
        <p:spPr>
          <a:xfrm>
            <a:off x="2408579" y="4272678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 b="1" dirty="0">
                <a:solidFill>
                  <a:schemeClr val="bg2">
                    <a:lumMod val="90000"/>
                  </a:schemeClr>
                </a:solidFill>
              </a:rPr>
              <a:t>4</a:t>
            </a:r>
            <a:endParaRPr lang="en-US" sz="6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E1C54CC-45EC-1422-4E78-5BF71B2F6078}"/>
              </a:ext>
            </a:extLst>
          </p:cNvPr>
          <p:cNvSpPr txBox="1"/>
          <p:nvPr/>
        </p:nvSpPr>
        <p:spPr>
          <a:xfrm>
            <a:off x="3086230" y="4267232"/>
            <a:ext cx="914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solidFill>
                  <a:schemeClr val="bg2">
                    <a:lumMod val="90000"/>
                  </a:schemeClr>
                </a:solidFill>
              </a:rPr>
              <a:t>5</a:t>
            </a:r>
          </a:p>
        </p:txBody>
      </p:sp>
      <p:cxnSp>
        <p:nvCxnSpPr>
          <p:cNvPr id="260" name="Curved Connector 259">
            <a:extLst>
              <a:ext uri="{FF2B5EF4-FFF2-40B4-BE49-F238E27FC236}">
                <a16:creationId xmlns:a16="http://schemas.microsoft.com/office/drawing/2014/main" id="{2712F275-67AA-4EE2-1FAF-E9F67F0251E5}"/>
              </a:ext>
            </a:extLst>
          </p:cNvPr>
          <p:cNvCxnSpPr>
            <a:cxnSpLocks/>
            <a:stCxn id="256" idx="2"/>
            <a:endCxn id="200" idx="2"/>
          </p:cNvCxnSpPr>
          <p:nvPr/>
        </p:nvCxnSpPr>
        <p:spPr>
          <a:xfrm rot="5400000" flipH="1" flipV="1">
            <a:off x="2920150" y="3774130"/>
            <a:ext cx="8801" cy="1353866"/>
          </a:xfrm>
          <a:prstGeom prst="curvedConnector3">
            <a:avLst>
              <a:gd name="adj1" fmla="val -739109"/>
            </a:avLst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2" name="Curved Connector 261">
            <a:extLst>
              <a:ext uri="{FF2B5EF4-FFF2-40B4-BE49-F238E27FC236}">
                <a16:creationId xmlns:a16="http://schemas.microsoft.com/office/drawing/2014/main" id="{0FE3ECED-8F71-0572-AC4F-D58235DF49F4}"/>
              </a:ext>
            </a:extLst>
          </p:cNvPr>
          <p:cNvCxnSpPr>
            <a:cxnSpLocks/>
            <a:stCxn id="257" idx="3"/>
            <a:endCxn id="201" idx="1"/>
          </p:cNvCxnSpPr>
          <p:nvPr/>
        </p:nvCxnSpPr>
        <p:spPr>
          <a:xfrm>
            <a:off x="2500019" y="4365011"/>
            <a:ext cx="103508" cy="814"/>
          </a:xfrm>
          <a:prstGeom prst="curvedConnector3">
            <a:avLst>
              <a:gd name="adj1" fmla="val 50000"/>
            </a:avLst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EADF5B44-8991-42F6-5CE3-120FBA4B67B4}"/>
              </a:ext>
            </a:extLst>
          </p:cNvPr>
          <p:cNvSpPr txBox="1"/>
          <p:nvPr/>
        </p:nvSpPr>
        <p:spPr>
          <a:xfrm>
            <a:off x="1389286" y="3313854"/>
            <a:ext cx="976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Before work stealing: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B10FC14-FC3C-9C24-70D6-301CB39247AA}"/>
              </a:ext>
            </a:extLst>
          </p:cNvPr>
          <p:cNvSpPr txBox="1"/>
          <p:nvPr/>
        </p:nvSpPr>
        <p:spPr>
          <a:xfrm>
            <a:off x="1386919" y="3857657"/>
            <a:ext cx="94802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accent6"/>
                </a:solidFill>
              </a:rPr>
              <a:t>After work stealing: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1AEFD4A-4F38-70DE-A826-600069469FBE}"/>
              </a:ext>
            </a:extLst>
          </p:cNvPr>
          <p:cNvSpPr txBox="1"/>
          <p:nvPr/>
        </p:nvSpPr>
        <p:spPr>
          <a:xfrm>
            <a:off x="644247" y="3388297"/>
            <a:ext cx="9665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struct</a:t>
            </a:r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>
                <a:solidFill>
                  <a:srgbClr val="00B050"/>
                </a:solidFill>
                <a:latin typeface="Courier" pitchFamily="2" charset="0"/>
              </a:rPr>
              <a:t>loop</a:t>
            </a:r>
            <a:r>
              <a:rPr lang="en-US" sz="600" dirty="0">
                <a:latin typeface="Courier" pitchFamily="2" charset="0"/>
              </a:rPr>
              <a:t>{</a:t>
            </a:r>
          </a:p>
          <a:p>
            <a:r>
              <a:rPr lang="en-US" sz="600" dirty="0">
                <a:latin typeface="Courier" pitchFamily="2" charset="0"/>
              </a:rPr>
              <a:t> 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NB</a:t>
            </a:r>
            <a:r>
              <a:rPr lang="en-US" sz="600" dirty="0">
                <a:latin typeface="Courier" pitchFamily="2" charset="0"/>
              </a:rPr>
              <a:t>* nb;</a:t>
            </a:r>
          </a:p>
          <a:p>
            <a:r>
              <a:rPr lang="en-US" sz="600" dirty="0">
                <a:latin typeface="Courier" pitchFamily="2" charset="0"/>
              </a:rPr>
              <a:t> 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 err="1">
                <a:latin typeface="Courier" pitchFamily="2" charset="0"/>
              </a:rPr>
              <a:t>iter</a:t>
            </a:r>
            <a:r>
              <a:rPr lang="en-US" sz="600" dirty="0">
                <a:latin typeface="Courier" pitchFamily="2" charset="0"/>
              </a:rPr>
              <a:t>;</a:t>
            </a:r>
          </a:p>
          <a:p>
            <a:r>
              <a:rPr lang="en-US" sz="600" dirty="0">
                <a:latin typeface="Courier" pitchFamily="2" charset="0"/>
              </a:rPr>
              <a:t> 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600" dirty="0">
                <a:latin typeface="Courier" pitchFamily="2" charset="0"/>
              </a:rPr>
              <a:t> size;</a:t>
            </a:r>
          </a:p>
          <a:p>
            <a:r>
              <a:rPr lang="en-US" sz="600" dirty="0">
                <a:latin typeface="Courier" pitchFamily="2" charset="0"/>
              </a:rPr>
              <a:t>};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1007DE2-BE22-EE22-1848-3A4ADBC268FD}"/>
              </a:ext>
            </a:extLst>
          </p:cNvPr>
          <p:cNvSpPr txBox="1"/>
          <p:nvPr/>
        </p:nvSpPr>
        <p:spPr>
          <a:xfrm>
            <a:off x="632973" y="3930621"/>
            <a:ext cx="899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struct</a:t>
            </a:r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>
                <a:solidFill>
                  <a:srgbClr val="00B050"/>
                </a:solidFill>
                <a:latin typeface="Courier" pitchFamily="2" charset="0"/>
              </a:rPr>
              <a:t>context</a:t>
            </a:r>
            <a:r>
              <a:rPr lang="en-US" sz="600" dirty="0">
                <a:latin typeface="Courier" pitchFamily="2" charset="0"/>
              </a:rPr>
              <a:t>{</a:t>
            </a:r>
          </a:p>
          <a:p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600" dirty="0">
                <a:latin typeface="Courier" pitchFamily="2" charset="0"/>
              </a:rPr>
              <a:t> x0;</a:t>
            </a:r>
          </a:p>
          <a:p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600" dirty="0">
                <a:latin typeface="Courier" pitchFamily="2" charset="0"/>
              </a:rPr>
              <a:t> x1;</a:t>
            </a:r>
          </a:p>
          <a:p>
            <a:r>
              <a:rPr lang="en-US" sz="600" dirty="0">
                <a:latin typeface="Courier" pitchFamily="2" charset="0"/>
              </a:rPr>
              <a:t> </a:t>
            </a:r>
            <a:r>
              <a:rPr lang="en-US" sz="6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600" dirty="0">
                <a:latin typeface="Courier" pitchFamily="2" charset="0"/>
              </a:rPr>
              <a:t> x2;</a:t>
            </a:r>
          </a:p>
          <a:p>
            <a:r>
              <a:rPr lang="en-US" sz="600" dirty="0">
                <a:latin typeface="Courier" pitchFamily="2" charset="0"/>
              </a:rPr>
              <a:t> …</a:t>
            </a:r>
          </a:p>
          <a:p>
            <a:r>
              <a:rPr lang="en-US" sz="600" dirty="0">
                <a:latin typeface="Courier" pitchFamily="2" charset="0"/>
              </a:rPr>
              <a:t>};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7E10667F-FF2F-AFB2-544F-8EE3BC48469B}"/>
              </a:ext>
            </a:extLst>
          </p:cNvPr>
          <p:cNvSpPr txBox="1"/>
          <p:nvPr/>
        </p:nvSpPr>
        <p:spPr>
          <a:xfrm>
            <a:off x="1353204" y="4265412"/>
            <a:ext cx="5413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/>
              <a:t>lane id: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44913-1811-D879-8B6E-D26E8AC60BAF}"/>
              </a:ext>
            </a:extLst>
          </p:cNvPr>
          <p:cNvSpPr txBox="1"/>
          <p:nvPr/>
        </p:nvSpPr>
        <p:spPr>
          <a:xfrm>
            <a:off x="2676550" y="4390122"/>
            <a:ext cx="976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/>
              <a:t>Steal lane 5</a:t>
            </a:r>
          </a:p>
        </p:txBody>
      </p:sp>
    </p:spTree>
    <p:extLst>
      <p:ext uri="{BB962C8B-B14F-4D97-AF65-F5344CB8AC3E}">
        <p14:creationId xmlns:p14="http://schemas.microsoft.com/office/powerpoint/2010/main" val="3049134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6928E8-7FDE-FF00-974F-EBD102F1FB05}"/>
              </a:ext>
            </a:extLst>
          </p:cNvPr>
          <p:cNvCxnSpPr>
            <a:cxnSpLocks/>
          </p:cNvCxnSpPr>
          <p:nvPr/>
        </p:nvCxnSpPr>
        <p:spPr>
          <a:xfrm flipV="1">
            <a:off x="2836862" y="5425440"/>
            <a:ext cx="33421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005D8B-E0FA-4D0E-900A-85B1DCC2002E}"/>
              </a:ext>
            </a:extLst>
          </p:cNvPr>
          <p:cNvCxnSpPr>
            <a:cxnSpLocks/>
          </p:cNvCxnSpPr>
          <p:nvPr/>
        </p:nvCxnSpPr>
        <p:spPr>
          <a:xfrm flipV="1">
            <a:off x="2837451" y="4665475"/>
            <a:ext cx="6661" cy="7590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19AC70-B926-6A7F-1728-A727BFAF1F4C}"/>
              </a:ext>
            </a:extLst>
          </p:cNvPr>
          <p:cNvSpPr txBox="1"/>
          <p:nvPr/>
        </p:nvSpPr>
        <p:spPr>
          <a:xfrm>
            <a:off x="5409187" y="3983761"/>
            <a:ext cx="823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Time t</a:t>
            </a:r>
            <a:endParaRPr lang="en-US" sz="1200" dirty="0">
              <a:latin typeface="Courie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90748-E665-7824-15C9-75A914E82932}"/>
              </a:ext>
            </a:extLst>
          </p:cNvPr>
          <p:cNvSpPr txBox="1"/>
          <p:nvPr/>
        </p:nvSpPr>
        <p:spPr>
          <a:xfrm>
            <a:off x="2809794" y="4591901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Thread ID</a:t>
            </a:r>
          </a:p>
        </p:txBody>
      </p:sp>
      <p:graphicFrame>
        <p:nvGraphicFramePr>
          <p:cNvPr id="8" name="Table 13">
            <a:extLst>
              <a:ext uri="{FF2B5EF4-FFF2-40B4-BE49-F238E27FC236}">
                <a16:creationId xmlns:a16="http://schemas.microsoft.com/office/drawing/2014/main" id="{A4E0D0A5-A6B4-9D02-5B73-1E54E3709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569006"/>
              </p:ext>
            </p:extLst>
          </p:nvPr>
        </p:nvGraphicFramePr>
        <p:xfrm>
          <a:off x="2939737" y="4971757"/>
          <a:ext cx="133560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54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8844D0A-774B-39B5-CDB4-99A7D4666F2A}"/>
              </a:ext>
            </a:extLst>
          </p:cNvPr>
          <p:cNvSpPr/>
          <p:nvPr/>
        </p:nvSpPr>
        <p:spPr>
          <a:xfrm>
            <a:off x="6438951" y="4280543"/>
            <a:ext cx="137160" cy="13716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2EF3FD-808A-F4A6-81FD-0EDB1F70AB98}"/>
              </a:ext>
            </a:extLst>
          </p:cNvPr>
          <p:cNvSpPr/>
          <p:nvPr/>
        </p:nvSpPr>
        <p:spPr>
          <a:xfrm>
            <a:off x="6438951" y="4937879"/>
            <a:ext cx="137160" cy="1371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solidFill>
                  <a:sysClr val="windowText" lastClr="000000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19B58-DE41-5858-3360-5E8F645556A3}"/>
              </a:ext>
            </a:extLst>
          </p:cNvPr>
          <p:cNvSpPr txBox="1"/>
          <p:nvPr/>
        </p:nvSpPr>
        <p:spPr>
          <a:xfrm>
            <a:off x="6576111" y="4130345"/>
            <a:ext cx="2253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latin typeface="Courier" pitchFamily="2" charset="0"/>
              </a:rPr>
              <a:t>Δ</a:t>
            </a:r>
            <a:r>
              <a:rPr lang="en-US" sz="1200" i="1" dirty="0">
                <a:latin typeface="Courier" pitchFamily="2" charset="0"/>
              </a:rPr>
              <a:t>E</a:t>
            </a:r>
            <a:r>
              <a:rPr lang="en-US" sz="1200" i="1" baseline="-25000" dirty="0">
                <a:latin typeface="Courier" pitchFamily="2" charset="0"/>
              </a:rPr>
              <a:t>3 </a:t>
            </a:r>
            <a:r>
              <a:rPr lang="en-US" sz="1200" dirty="0">
                <a:latin typeface="Courier" pitchFamily="2" charset="0"/>
              </a:rPr>
              <a:t>and </a:t>
            </a:r>
            <a:r>
              <a:rPr lang="el-GR" altLang="zh-CN" sz="1200" i="1" dirty="0">
                <a:latin typeface="Courier" pitchFamily="2" charset="0"/>
              </a:rPr>
              <a:t>Δ</a:t>
            </a:r>
            <a:r>
              <a:rPr lang="en-US" altLang="zh-CN" sz="1200" i="1" dirty="0">
                <a:latin typeface="Courier" pitchFamily="2" charset="0"/>
              </a:rPr>
              <a:t>E</a:t>
            </a:r>
            <a:r>
              <a:rPr lang="en-US" altLang="zh-CN" sz="1200" i="1" baseline="-25000" dirty="0">
                <a:latin typeface="Courier" pitchFamily="2" charset="0"/>
              </a:rPr>
              <a:t>5  </a:t>
            </a:r>
          </a:p>
          <a:p>
            <a:r>
              <a:rPr lang="en-US" sz="1200" dirty="0">
                <a:latin typeface="Courier" pitchFamily="2" charset="0"/>
              </a:rPr>
              <a:t>Arrival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023B46-921C-A1F4-C17B-ACAB60717BB5}"/>
              </a:ext>
            </a:extLst>
          </p:cNvPr>
          <p:cNvSpPr txBox="1"/>
          <p:nvPr/>
        </p:nvSpPr>
        <p:spPr>
          <a:xfrm>
            <a:off x="6576111" y="4756351"/>
            <a:ext cx="2086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Incremental </a:t>
            </a:r>
          </a:p>
          <a:p>
            <a:r>
              <a:rPr lang="en-US" sz="1200" dirty="0">
                <a:latin typeface="Courier" pitchFamily="2" charset="0"/>
              </a:rPr>
              <a:t>Matching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49008F-3018-CAC8-E702-AA628E5FBBFA}"/>
              </a:ext>
            </a:extLst>
          </p:cNvPr>
          <p:cNvSpPr txBox="1"/>
          <p:nvPr/>
        </p:nvSpPr>
        <p:spPr>
          <a:xfrm>
            <a:off x="2581563" y="4942474"/>
            <a:ext cx="270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01</a:t>
            </a:r>
          </a:p>
        </p:txBody>
      </p:sp>
      <p:graphicFrame>
        <p:nvGraphicFramePr>
          <p:cNvPr id="25" name="Table 13">
            <a:extLst>
              <a:ext uri="{FF2B5EF4-FFF2-40B4-BE49-F238E27FC236}">
                <a16:creationId xmlns:a16="http://schemas.microsoft.com/office/drawing/2014/main" id="{8F010D35-9A07-FC9D-44CE-BC06E5776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067807"/>
              </p:ext>
            </p:extLst>
          </p:nvPr>
        </p:nvGraphicFramePr>
        <p:xfrm>
          <a:off x="3161385" y="5174397"/>
          <a:ext cx="1178786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80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113706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0EA4125-55FC-EC7A-F1D7-783E20B06500}"/>
              </a:ext>
            </a:extLst>
          </p:cNvPr>
          <p:cNvCxnSpPr>
            <a:cxnSpLocks/>
          </p:cNvCxnSpPr>
          <p:nvPr/>
        </p:nvCxnSpPr>
        <p:spPr>
          <a:xfrm>
            <a:off x="2830957" y="4275212"/>
            <a:ext cx="32650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7541BF3-E0DD-5A16-236B-653166EF3349}"/>
              </a:ext>
            </a:extLst>
          </p:cNvPr>
          <p:cNvSpPr txBox="1"/>
          <p:nvPr/>
        </p:nvSpPr>
        <p:spPr>
          <a:xfrm>
            <a:off x="2820400" y="3447743"/>
            <a:ext cx="1296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" pitchFamily="2" charset="0"/>
              </a:rPr>
              <a:t>T</a:t>
            </a:r>
            <a:r>
              <a:rPr lang="en-US" altLang="zh-CN" sz="1200" dirty="0">
                <a:latin typeface="Courier" pitchFamily="2" charset="0"/>
              </a:rPr>
              <a:t>hread</a:t>
            </a:r>
            <a:r>
              <a:rPr lang="en-US" sz="1200" dirty="0">
                <a:latin typeface="Courier" pitchFamily="2" charset="0"/>
              </a:rPr>
              <a:t> ID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03920A-4241-AD63-4C51-FFE139B8C52C}"/>
              </a:ext>
            </a:extLst>
          </p:cNvPr>
          <p:cNvSpPr txBox="1"/>
          <p:nvPr/>
        </p:nvSpPr>
        <p:spPr>
          <a:xfrm>
            <a:off x="5442514" y="5127337"/>
            <a:ext cx="8334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Time t</a:t>
            </a:r>
            <a:endParaRPr lang="en-US" sz="1200" dirty="0">
              <a:latin typeface="Courier" pitchFamily="2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653FEF5-5B7D-A95A-DA47-7164D81077F9}"/>
              </a:ext>
            </a:extLst>
          </p:cNvPr>
          <p:cNvCxnSpPr>
            <a:cxnSpLocks/>
          </p:cNvCxnSpPr>
          <p:nvPr/>
        </p:nvCxnSpPr>
        <p:spPr>
          <a:xfrm flipH="1">
            <a:off x="4338124" y="4069095"/>
            <a:ext cx="0" cy="1354553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669BDAA-EFB7-2CB0-FCA2-4FD3D7880C5E}"/>
              </a:ext>
            </a:extLst>
          </p:cNvPr>
          <p:cNvCxnSpPr>
            <a:cxnSpLocks/>
          </p:cNvCxnSpPr>
          <p:nvPr/>
        </p:nvCxnSpPr>
        <p:spPr>
          <a:xfrm>
            <a:off x="5367635" y="4069095"/>
            <a:ext cx="0" cy="1374511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C2D391C-2C11-9446-E5AB-F98022EE5B12}"/>
              </a:ext>
            </a:extLst>
          </p:cNvPr>
          <p:cNvSpPr txBox="1"/>
          <p:nvPr/>
        </p:nvSpPr>
        <p:spPr>
          <a:xfrm>
            <a:off x="4503634" y="4570826"/>
            <a:ext cx="656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ourier" pitchFamily="2" charset="0"/>
              </a:rPr>
              <a:t>Time </a:t>
            </a:r>
          </a:p>
          <a:p>
            <a:pPr algn="ctr"/>
            <a:r>
              <a:rPr lang="en-US" sz="1200" dirty="0">
                <a:latin typeface="Courier" pitchFamily="2" charset="0"/>
              </a:rPr>
              <a:t>Saved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A041D89-1CCE-1272-BDE6-613BBA0C03B9}"/>
              </a:ext>
            </a:extLst>
          </p:cNvPr>
          <p:cNvSpPr txBox="1"/>
          <p:nvPr/>
        </p:nvSpPr>
        <p:spPr>
          <a:xfrm>
            <a:off x="2581563" y="3767311"/>
            <a:ext cx="270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01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425A2FE-B65A-59C9-AD5F-1FC8F34B04E1}"/>
              </a:ext>
            </a:extLst>
          </p:cNvPr>
          <p:cNvCxnSpPr>
            <a:cxnSpLocks/>
          </p:cNvCxnSpPr>
          <p:nvPr/>
        </p:nvCxnSpPr>
        <p:spPr>
          <a:xfrm flipV="1">
            <a:off x="2833532" y="3518358"/>
            <a:ext cx="6661" cy="7590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4337F4D-2C46-878B-83A4-2726C6C7DC79}"/>
              </a:ext>
            </a:extLst>
          </p:cNvPr>
          <p:cNvSpPr/>
          <p:nvPr/>
        </p:nvSpPr>
        <p:spPr>
          <a:xfrm>
            <a:off x="3152823" y="4028921"/>
            <a:ext cx="61200" cy="1836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9F89F-A966-0751-464F-60CCF08FB9FB}"/>
              </a:ext>
            </a:extLst>
          </p:cNvPr>
          <p:cNvSpPr/>
          <p:nvPr/>
        </p:nvSpPr>
        <p:spPr>
          <a:xfrm>
            <a:off x="4275337" y="4028921"/>
            <a:ext cx="1092298" cy="18940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6C675B-F6E5-CCE4-A27F-189ABC84ED9F}"/>
              </a:ext>
            </a:extLst>
          </p:cNvPr>
          <p:cNvCxnSpPr>
            <a:cxnSpLocks/>
          </p:cNvCxnSpPr>
          <p:nvPr/>
        </p:nvCxnSpPr>
        <p:spPr>
          <a:xfrm>
            <a:off x="4325333" y="5045009"/>
            <a:ext cx="1042302" cy="0"/>
          </a:xfrm>
          <a:prstGeom prst="straightConnector1">
            <a:avLst/>
          </a:prstGeom>
          <a:ln w="19050">
            <a:solidFill>
              <a:schemeClr val="tx2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78C1AE-B396-3E7B-DBA8-7932E71EFCD6}"/>
              </a:ext>
            </a:extLst>
          </p:cNvPr>
          <p:cNvCxnSpPr>
            <a:cxnSpLocks/>
          </p:cNvCxnSpPr>
          <p:nvPr/>
        </p:nvCxnSpPr>
        <p:spPr>
          <a:xfrm flipH="1">
            <a:off x="2942682" y="3989808"/>
            <a:ext cx="0" cy="28684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D05166-AF12-2DCA-7066-6CD5265ED6E6}"/>
              </a:ext>
            </a:extLst>
          </p:cNvPr>
          <p:cNvCxnSpPr>
            <a:cxnSpLocks/>
          </p:cNvCxnSpPr>
          <p:nvPr/>
        </p:nvCxnSpPr>
        <p:spPr>
          <a:xfrm>
            <a:off x="3150037" y="4166220"/>
            <a:ext cx="0" cy="95235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4AFBE16-B9A2-A0D0-6EAA-D32CE434F6E1}"/>
              </a:ext>
            </a:extLst>
          </p:cNvPr>
          <p:cNvSpPr txBox="1"/>
          <p:nvPr/>
        </p:nvSpPr>
        <p:spPr>
          <a:xfrm>
            <a:off x="2800042" y="4266529"/>
            <a:ext cx="321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ourier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DEA38A-E37D-EF9E-E64B-B5BB1510D639}"/>
              </a:ext>
            </a:extLst>
          </p:cNvPr>
          <p:cNvSpPr txBox="1"/>
          <p:nvPr/>
        </p:nvSpPr>
        <p:spPr>
          <a:xfrm>
            <a:off x="3043244" y="4261455"/>
            <a:ext cx="642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ourier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52F79D-4CC2-E891-2F6C-32FA92F87784}"/>
              </a:ext>
            </a:extLst>
          </p:cNvPr>
          <p:cNvSpPr txBox="1"/>
          <p:nvPr/>
        </p:nvSpPr>
        <p:spPr>
          <a:xfrm>
            <a:off x="2828135" y="5423647"/>
            <a:ext cx="321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ourier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A70E64-D145-BEB0-07D8-26209B3E897E}"/>
              </a:ext>
            </a:extLst>
          </p:cNvPr>
          <p:cNvSpPr txBox="1"/>
          <p:nvPr/>
        </p:nvSpPr>
        <p:spPr>
          <a:xfrm>
            <a:off x="3045564" y="5423646"/>
            <a:ext cx="642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latin typeface="Courier"/>
              </a:rPr>
              <a:t>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636406-BA69-771E-190D-80A23A064D47}"/>
              </a:ext>
            </a:extLst>
          </p:cNvPr>
          <p:cNvCxnSpPr>
            <a:cxnSpLocks/>
          </p:cNvCxnSpPr>
          <p:nvPr/>
        </p:nvCxnSpPr>
        <p:spPr>
          <a:xfrm flipH="1">
            <a:off x="2939018" y="5136800"/>
            <a:ext cx="0" cy="286848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1EA3EBF-F80E-4D7B-0316-D03203A46AF1}"/>
              </a:ext>
            </a:extLst>
          </p:cNvPr>
          <p:cNvCxnSpPr>
            <a:cxnSpLocks/>
          </p:cNvCxnSpPr>
          <p:nvPr/>
        </p:nvCxnSpPr>
        <p:spPr>
          <a:xfrm>
            <a:off x="3161385" y="5314657"/>
            <a:ext cx="0" cy="108991"/>
          </a:xfrm>
          <a:prstGeom prst="line">
            <a:avLst/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258C6E6-FB38-A271-0A9A-6E3EFB8F28CB}"/>
              </a:ext>
            </a:extLst>
          </p:cNvPr>
          <p:cNvSpPr txBox="1"/>
          <p:nvPr/>
        </p:nvSpPr>
        <p:spPr>
          <a:xfrm>
            <a:off x="4412314" y="3623917"/>
            <a:ext cx="2022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1200" i="1" dirty="0"/>
              <a:t>Δ</a:t>
            </a:r>
            <a:r>
              <a:rPr lang="en-US" altLang="zh-CN" sz="1200" i="1" dirty="0"/>
              <a:t>E</a:t>
            </a:r>
            <a:r>
              <a:rPr lang="en-US" altLang="zh-CN" sz="1200" i="1" baseline="-25000" dirty="0"/>
              <a:t>5 </a:t>
            </a:r>
            <a:r>
              <a:rPr lang="en-US" altLang="zh-CN" sz="1200" i="1" dirty="0"/>
              <a:t>must wait until </a:t>
            </a:r>
            <a:r>
              <a:rPr lang="el-GR" altLang="zh-CN" sz="1200" i="1" dirty="0"/>
              <a:t>Δ</a:t>
            </a:r>
            <a:r>
              <a:rPr lang="en-US" altLang="zh-CN" sz="1200" i="1" dirty="0"/>
              <a:t>E</a:t>
            </a:r>
            <a:r>
              <a:rPr lang="en-US" altLang="zh-CN" sz="1200" i="1" baseline="-25000" dirty="0"/>
              <a:t>3 </a:t>
            </a:r>
            <a:r>
              <a:rPr lang="en-US" altLang="zh-CN" sz="1200" i="1" dirty="0"/>
              <a:t>Finish</a:t>
            </a:r>
            <a:endParaRPr lang="en-US" sz="1200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4AD9B77-B971-E488-AF7B-8734AED7525B}"/>
              </a:ext>
            </a:extLst>
          </p:cNvPr>
          <p:cNvCxnSpPr>
            <a:cxnSpLocks/>
            <a:stCxn id="83" idx="1"/>
            <a:endCxn id="10" idx="1"/>
          </p:cNvCxnSpPr>
          <p:nvPr/>
        </p:nvCxnSpPr>
        <p:spPr>
          <a:xfrm flipH="1">
            <a:off x="4275337" y="3762417"/>
            <a:ext cx="136977" cy="361207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13">
            <a:extLst>
              <a:ext uri="{FF2B5EF4-FFF2-40B4-BE49-F238E27FC236}">
                <a16:creationId xmlns:a16="http://schemas.microsoft.com/office/drawing/2014/main" id="{2BF8B75A-5D3F-4FA6-B783-EC56674A1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862333"/>
              </p:ext>
            </p:extLst>
          </p:nvPr>
        </p:nvGraphicFramePr>
        <p:xfrm>
          <a:off x="2939737" y="3825292"/>
          <a:ext cx="133560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54">
                  <a:extLst>
                    <a:ext uri="{9D8B030D-6E8A-4147-A177-3AD203B41FA5}">
                      <a16:colId xmlns:a16="http://schemas.microsoft.com/office/drawing/2014/main" val="3144255306"/>
                    </a:ext>
                  </a:extLst>
                </a:gridCol>
                <a:gridCol w="1233246">
                  <a:extLst>
                    <a:ext uri="{9D8B030D-6E8A-4147-A177-3AD203B41FA5}">
                      <a16:colId xmlns:a16="http://schemas.microsoft.com/office/drawing/2014/main" val="415376192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00" dirty="0"/>
                    </a:p>
                  </a:txBody>
                  <a:tcPr marL="19840" marR="19840" marT="9920" marB="992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415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41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4579F709-E8EA-58F8-65A8-ABA8BCEC7F23}"/>
              </a:ext>
            </a:extLst>
          </p:cNvPr>
          <p:cNvSpPr/>
          <p:nvPr/>
        </p:nvSpPr>
        <p:spPr>
          <a:xfrm>
            <a:off x="430456" y="3614432"/>
            <a:ext cx="1021682" cy="40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0C72E98-60C5-261B-FED2-A98F51184925}"/>
              </a:ext>
            </a:extLst>
          </p:cNvPr>
          <p:cNvSpPr/>
          <p:nvPr/>
        </p:nvSpPr>
        <p:spPr>
          <a:xfrm>
            <a:off x="431677" y="2929189"/>
            <a:ext cx="1021681" cy="611918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A87E5EA-90C6-CC29-C5FD-8C028674A15C}"/>
              </a:ext>
            </a:extLst>
          </p:cNvPr>
          <p:cNvSpPr/>
          <p:nvPr/>
        </p:nvSpPr>
        <p:spPr>
          <a:xfrm>
            <a:off x="1527300" y="3629328"/>
            <a:ext cx="1548542" cy="3944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CE57049-6FBC-5ACC-A247-CACF6561B938}"/>
              </a:ext>
            </a:extLst>
          </p:cNvPr>
          <p:cNvSpPr/>
          <p:nvPr/>
        </p:nvSpPr>
        <p:spPr>
          <a:xfrm>
            <a:off x="1527300" y="2929189"/>
            <a:ext cx="1558062" cy="611918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C89E3D-8233-C2AD-C887-2E1193E3A413}"/>
              </a:ext>
            </a:extLst>
          </p:cNvPr>
          <p:cNvSpPr/>
          <p:nvPr/>
        </p:nvSpPr>
        <p:spPr>
          <a:xfrm>
            <a:off x="2278638" y="3097677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31345D-C496-B37D-0245-A01C3956C488}"/>
              </a:ext>
            </a:extLst>
          </p:cNvPr>
          <p:cNvSpPr/>
          <p:nvPr/>
        </p:nvSpPr>
        <p:spPr>
          <a:xfrm>
            <a:off x="2137478" y="3285193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6856CCE-FB2F-A19F-0773-BFAFD52DE54C}"/>
              </a:ext>
            </a:extLst>
          </p:cNvPr>
          <p:cNvSpPr/>
          <p:nvPr/>
        </p:nvSpPr>
        <p:spPr>
          <a:xfrm>
            <a:off x="2407916" y="3285193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A561EF-3897-80E6-5AF5-D7462774DE64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2183198" y="3189117"/>
            <a:ext cx="141160" cy="960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9234ED-9A7A-42D1-26B9-1536F1F5BB63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2324358" y="3189117"/>
            <a:ext cx="129278" cy="9607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961E042-B89C-74FF-3D63-66BBEECD0C75}"/>
              </a:ext>
            </a:extLst>
          </p:cNvPr>
          <p:cNvSpPr/>
          <p:nvPr/>
        </p:nvSpPr>
        <p:spPr>
          <a:xfrm>
            <a:off x="2275241" y="3287106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4F98D-66BC-62F0-EA63-16A5A323168D}"/>
              </a:ext>
            </a:extLst>
          </p:cNvPr>
          <p:cNvCxnSpPr>
            <a:cxnSpLocks/>
            <a:stCxn id="6" idx="4"/>
            <a:endCxn id="21" idx="0"/>
          </p:cNvCxnSpPr>
          <p:nvPr/>
        </p:nvCxnSpPr>
        <p:spPr>
          <a:xfrm flipH="1">
            <a:off x="2320961" y="3189117"/>
            <a:ext cx="3397" cy="9798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FB3ED9E-F4F8-589D-F204-50F45987FE7F}"/>
              </a:ext>
            </a:extLst>
          </p:cNvPr>
          <p:cNvSpPr/>
          <p:nvPr/>
        </p:nvSpPr>
        <p:spPr>
          <a:xfrm>
            <a:off x="1707138" y="3081801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D029367-E099-9F99-6B8D-9F5103CEAC33}"/>
              </a:ext>
            </a:extLst>
          </p:cNvPr>
          <p:cNvSpPr/>
          <p:nvPr/>
        </p:nvSpPr>
        <p:spPr>
          <a:xfrm>
            <a:off x="1643034" y="3283473"/>
            <a:ext cx="91440" cy="9144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EA19FF1-B798-929F-35C9-19FD858A71C0}"/>
              </a:ext>
            </a:extLst>
          </p:cNvPr>
          <p:cNvSpPr/>
          <p:nvPr/>
        </p:nvSpPr>
        <p:spPr>
          <a:xfrm>
            <a:off x="1778742" y="3283473"/>
            <a:ext cx="91440" cy="9144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2"/>
                </a:solidFill>
              </a:rPr>
              <a:t>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0E4F7E-D984-C89F-481F-17CAD4942355}"/>
              </a:ext>
            </a:extLst>
          </p:cNvPr>
          <p:cNvCxnSpPr>
            <a:cxnSpLocks/>
            <a:stCxn id="31" idx="4"/>
            <a:endCxn id="33" idx="0"/>
          </p:cNvCxnSpPr>
          <p:nvPr/>
        </p:nvCxnSpPr>
        <p:spPr>
          <a:xfrm flipH="1">
            <a:off x="1688754" y="3173241"/>
            <a:ext cx="64104" cy="110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0FC6B1-D640-D9B3-F12B-0A9A07BFCE32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>
            <a:off x="1752858" y="3173241"/>
            <a:ext cx="71604" cy="11023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34D7B041-242C-125B-9748-9BDAADBE8E56}"/>
              </a:ext>
            </a:extLst>
          </p:cNvPr>
          <p:cNvSpPr/>
          <p:nvPr/>
        </p:nvSpPr>
        <p:spPr>
          <a:xfrm>
            <a:off x="2683741" y="308733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1C486C5-8C6B-3E24-9CE5-A2AB03DEEC81}"/>
              </a:ext>
            </a:extLst>
          </p:cNvPr>
          <p:cNvSpPr/>
          <p:nvPr/>
        </p:nvSpPr>
        <p:spPr>
          <a:xfrm>
            <a:off x="2689032" y="3285193"/>
            <a:ext cx="91440" cy="914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B289C45-44BB-EDA7-93B9-37B00B6827C4}"/>
              </a:ext>
            </a:extLst>
          </p:cNvPr>
          <p:cNvCxnSpPr>
            <a:cxnSpLocks/>
            <a:stCxn id="45" idx="4"/>
            <a:endCxn id="46" idx="0"/>
          </p:cNvCxnSpPr>
          <p:nvPr/>
        </p:nvCxnSpPr>
        <p:spPr>
          <a:xfrm>
            <a:off x="2729461" y="3178770"/>
            <a:ext cx="5291" cy="10642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1DFFCFD-3CF0-93FA-AAFD-2C1AF023E3C7}"/>
              </a:ext>
            </a:extLst>
          </p:cNvPr>
          <p:cNvSpPr txBox="1"/>
          <p:nvPr/>
        </p:nvSpPr>
        <p:spPr>
          <a:xfrm>
            <a:off x="1623654" y="2929189"/>
            <a:ext cx="8299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for(</a:t>
            </a:r>
            <a:r>
              <a:rPr lang="en-US" sz="600" dirty="0">
                <a:solidFill>
                  <a:schemeClr val="accent1"/>
                </a:solidFill>
              </a:rPr>
              <a:t>x0</a:t>
            </a:r>
            <a:r>
              <a:rPr lang="en-US" sz="600" dirty="0"/>
              <a:t> </a:t>
            </a:r>
            <a:r>
              <a:rPr lang="en-US" sz="600" b="0" i="0" dirty="0">
                <a:effectLst/>
              </a:rPr>
              <a:t>∈ {</a:t>
            </a:r>
            <a:r>
              <a:rPr lang="en-US" sz="600" b="0" i="0" dirty="0">
                <a:solidFill>
                  <a:schemeClr val="accent1"/>
                </a:solidFill>
                <a:effectLst/>
              </a:rPr>
              <a:t>a, b, c</a:t>
            </a:r>
            <a:r>
              <a:rPr lang="en-US" sz="600" b="0" i="0" dirty="0">
                <a:effectLst/>
              </a:rPr>
              <a:t>}</a:t>
            </a:r>
            <a:r>
              <a:rPr lang="en-US" sz="600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AE3F8-75E2-ABCE-E764-0D1A532E9457}"/>
              </a:ext>
            </a:extLst>
          </p:cNvPr>
          <p:cNvSpPr txBox="1"/>
          <p:nvPr/>
        </p:nvSpPr>
        <p:spPr>
          <a:xfrm>
            <a:off x="1496510" y="3348466"/>
            <a:ext cx="6640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for(</a:t>
            </a:r>
            <a:r>
              <a:rPr lang="en-US" sz="600" dirty="0">
                <a:solidFill>
                  <a:schemeClr val="accent2"/>
                </a:solidFill>
              </a:rPr>
              <a:t>x1</a:t>
            </a:r>
            <a:r>
              <a:rPr lang="en-US" sz="600" dirty="0"/>
              <a:t> </a:t>
            </a:r>
            <a:r>
              <a:rPr lang="en-US" sz="600" b="0" i="0" dirty="0">
                <a:effectLst/>
              </a:rPr>
              <a:t>∈ {</a:t>
            </a:r>
            <a:r>
              <a:rPr lang="en-US" sz="600" b="0" i="0" dirty="0">
                <a:solidFill>
                  <a:schemeClr val="accent2"/>
                </a:solidFill>
                <a:effectLst/>
              </a:rPr>
              <a:t>d, e</a:t>
            </a:r>
            <a:r>
              <a:rPr lang="en-US" sz="600" b="0" i="0" dirty="0">
                <a:effectLst/>
              </a:rPr>
              <a:t>}</a:t>
            </a:r>
            <a:r>
              <a:rPr lang="en-US" sz="6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33B8D3-14B2-718B-A10B-C1422CC7B7B7}"/>
              </a:ext>
            </a:extLst>
          </p:cNvPr>
          <p:cNvSpPr txBox="1"/>
          <p:nvPr/>
        </p:nvSpPr>
        <p:spPr>
          <a:xfrm>
            <a:off x="2022853" y="3356441"/>
            <a:ext cx="82998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for(</a:t>
            </a:r>
            <a:r>
              <a:rPr lang="en-US" sz="600" dirty="0">
                <a:solidFill>
                  <a:schemeClr val="accent6"/>
                </a:solidFill>
              </a:rPr>
              <a:t>x1</a:t>
            </a:r>
            <a:r>
              <a:rPr lang="en-US" sz="600" dirty="0"/>
              <a:t> </a:t>
            </a:r>
            <a:r>
              <a:rPr lang="en-US" sz="600" b="0" i="0" dirty="0">
                <a:effectLst/>
              </a:rPr>
              <a:t>∈ {</a:t>
            </a:r>
            <a:r>
              <a:rPr lang="en-US" sz="600" b="0" i="0" dirty="0">
                <a:solidFill>
                  <a:schemeClr val="accent6"/>
                </a:solidFill>
                <a:effectLst/>
              </a:rPr>
              <a:t>f, g, </a:t>
            </a:r>
            <a:r>
              <a:rPr lang="en-US" sz="600" dirty="0">
                <a:solidFill>
                  <a:schemeClr val="accent6"/>
                </a:solidFill>
              </a:rPr>
              <a:t>h</a:t>
            </a:r>
            <a:r>
              <a:rPr lang="en-US" sz="600" b="0" i="0" dirty="0">
                <a:effectLst/>
              </a:rPr>
              <a:t>}</a:t>
            </a:r>
            <a:r>
              <a:rPr lang="en-US" sz="6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23ADE9-CE11-D5CC-4559-609927E49C50}"/>
              </a:ext>
            </a:extLst>
          </p:cNvPr>
          <p:cNvSpPr txBox="1"/>
          <p:nvPr/>
        </p:nvSpPr>
        <p:spPr>
          <a:xfrm>
            <a:off x="2599020" y="3356441"/>
            <a:ext cx="5593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for(</a:t>
            </a:r>
            <a:r>
              <a:rPr lang="en-US" sz="600" dirty="0">
                <a:solidFill>
                  <a:srgbClr val="7030A0"/>
                </a:solidFill>
              </a:rPr>
              <a:t>x1</a:t>
            </a:r>
            <a:r>
              <a:rPr lang="en-US" sz="600" dirty="0"/>
              <a:t> </a:t>
            </a:r>
            <a:r>
              <a:rPr lang="en-US" sz="600" b="0" i="0" dirty="0">
                <a:effectLst/>
              </a:rPr>
              <a:t>∈ {</a:t>
            </a:r>
            <a:r>
              <a:rPr lang="en-US" sz="600" b="0" i="0" dirty="0" err="1">
                <a:solidFill>
                  <a:srgbClr val="7030A0"/>
                </a:solidFill>
                <a:effectLst/>
              </a:rPr>
              <a:t>i</a:t>
            </a:r>
            <a:r>
              <a:rPr lang="en-US" sz="600" b="0" i="0" dirty="0">
                <a:effectLst/>
              </a:rPr>
              <a:t>}</a:t>
            </a:r>
            <a:r>
              <a:rPr lang="en-US" sz="6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88C665-B1B4-CF83-86BD-3322304809DE}"/>
              </a:ext>
            </a:extLst>
          </p:cNvPr>
          <p:cNvSpPr txBox="1"/>
          <p:nvPr/>
        </p:nvSpPr>
        <p:spPr>
          <a:xfrm>
            <a:off x="389048" y="2979105"/>
            <a:ext cx="111703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Courier" pitchFamily="2" charset="0"/>
              </a:rPr>
              <a:t>for(x0 </a:t>
            </a:r>
            <a:r>
              <a:rPr lang="en-US" sz="600" b="0" i="0" dirty="0">
                <a:effectLst/>
                <a:latin typeface="Courier" pitchFamily="2" charset="0"/>
              </a:rPr>
              <a:t>∈ {</a:t>
            </a:r>
            <a:r>
              <a:rPr lang="en-US" sz="600" b="0" i="0" dirty="0" err="1">
                <a:effectLst/>
                <a:latin typeface="Courier" pitchFamily="2" charset="0"/>
              </a:rPr>
              <a:t>a,b,c</a:t>
            </a:r>
            <a:r>
              <a:rPr lang="en-US" sz="600" b="0" i="0" dirty="0">
                <a:effectLst/>
                <a:latin typeface="Courier" pitchFamily="2" charset="0"/>
              </a:rPr>
              <a:t>}</a:t>
            </a:r>
            <a:r>
              <a:rPr lang="en-US" sz="600" dirty="0">
                <a:latin typeface="Courier" pitchFamily="2" charset="0"/>
              </a:rPr>
              <a:t>){</a:t>
            </a:r>
          </a:p>
          <a:p>
            <a:r>
              <a:rPr lang="en-US" sz="600" dirty="0">
                <a:latin typeface="Courier" pitchFamily="2" charset="0"/>
              </a:rPr>
              <a:t> for(x1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</a:t>
            </a:r>
          </a:p>
          <a:p>
            <a:r>
              <a:rPr lang="en-US" sz="600" dirty="0">
                <a:latin typeface="Courier" pitchFamily="2" charset="0"/>
              </a:rPr>
              <a:t>  for(x2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</a:t>
            </a:r>
          </a:p>
          <a:p>
            <a:r>
              <a:rPr lang="en-US" sz="600" dirty="0">
                <a:latin typeface="Courier" pitchFamily="2" charset="0"/>
              </a:rPr>
              <a:t>   for(x3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){…}}}}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484A872-73BD-3BC0-12D7-E926E5E7A47A}"/>
              </a:ext>
            </a:extLst>
          </p:cNvPr>
          <p:cNvSpPr/>
          <p:nvPr/>
        </p:nvSpPr>
        <p:spPr>
          <a:xfrm>
            <a:off x="1625194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4F3DE05-7C3E-E636-2D5F-A900D6FB1079}"/>
              </a:ext>
            </a:extLst>
          </p:cNvPr>
          <p:cNvSpPr/>
          <p:nvPr/>
        </p:nvSpPr>
        <p:spPr>
          <a:xfrm>
            <a:off x="1625194" y="3862191"/>
            <a:ext cx="91440" cy="9144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ACD6A6C-D4E8-0618-B8C4-45F0E684DD5D}"/>
              </a:ext>
            </a:extLst>
          </p:cNvPr>
          <p:cNvSpPr/>
          <p:nvPr/>
        </p:nvSpPr>
        <p:spPr>
          <a:xfrm>
            <a:off x="1824087" y="3864116"/>
            <a:ext cx="91440" cy="9144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2"/>
                </a:solidFill>
              </a:rPr>
              <a:t>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164869-6A33-F98E-78DC-BF10B6FC6A9B}"/>
              </a:ext>
            </a:extLst>
          </p:cNvPr>
          <p:cNvCxnSpPr>
            <a:cxnSpLocks/>
            <a:stCxn id="42" idx="4"/>
            <a:endCxn id="43" idx="0"/>
          </p:cNvCxnSpPr>
          <p:nvPr/>
        </p:nvCxnSpPr>
        <p:spPr>
          <a:xfrm>
            <a:off x="1670914" y="3766930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54B0135-3BCE-3E4B-02D3-BF94F7A15A12}"/>
              </a:ext>
            </a:extLst>
          </p:cNvPr>
          <p:cNvCxnSpPr>
            <a:cxnSpLocks/>
            <a:stCxn id="56" idx="4"/>
            <a:endCxn id="44" idx="0"/>
          </p:cNvCxnSpPr>
          <p:nvPr/>
        </p:nvCxnSpPr>
        <p:spPr>
          <a:xfrm flipH="1">
            <a:off x="1869807" y="3766930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E5E9B7AD-50ED-6E12-F38A-91D22B241D89}"/>
              </a:ext>
            </a:extLst>
          </p:cNvPr>
          <p:cNvSpPr/>
          <p:nvPr/>
        </p:nvSpPr>
        <p:spPr>
          <a:xfrm>
            <a:off x="1824547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28552D8-E610-B4BB-0046-7436119DA612}"/>
              </a:ext>
            </a:extLst>
          </p:cNvPr>
          <p:cNvSpPr/>
          <p:nvPr/>
        </p:nvSpPr>
        <p:spPr>
          <a:xfrm>
            <a:off x="2018407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FC80CCD-E02F-003B-7D27-B38855CBF5C4}"/>
              </a:ext>
            </a:extLst>
          </p:cNvPr>
          <p:cNvSpPr/>
          <p:nvPr/>
        </p:nvSpPr>
        <p:spPr>
          <a:xfrm>
            <a:off x="2018407" y="3862191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f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5A7437E-A1B6-BF41-3011-9D783A4E9393}"/>
              </a:ext>
            </a:extLst>
          </p:cNvPr>
          <p:cNvSpPr/>
          <p:nvPr/>
        </p:nvSpPr>
        <p:spPr>
          <a:xfrm>
            <a:off x="2211807" y="3864116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g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85F1877-EB76-2251-54F0-018D41D65EA6}"/>
              </a:ext>
            </a:extLst>
          </p:cNvPr>
          <p:cNvCxnSpPr>
            <a:cxnSpLocks/>
            <a:stCxn id="57" idx="4"/>
            <a:endCxn id="58" idx="0"/>
          </p:cNvCxnSpPr>
          <p:nvPr/>
        </p:nvCxnSpPr>
        <p:spPr>
          <a:xfrm>
            <a:off x="2064127" y="3766930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C1B98EA-1C56-4068-0AED-A406E7FFC047}"/>
              </a:ext>
            </a:extLst>
          </p:cNvPr>
          <p:cNvCxnSpPr>
            <a:cxnSpLocks/>
            <a:stCxn id="62" idx="4"/>
            <a:endCxn id="59" idx="0"/>
          </p:cNvCxnSpPr>
          <p:nvPr/>
        </p:nvCxnSpPr>
        <p:spPr>
          <a:xfrm flipH="1">
            <a:off x="2257527" y="3766930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CD2D90DD-F463-54EB-3A36-F0852FE352F7}"/>
              </a:ext>
            </a:extLst>
          </p:cNvPr>
          <p:cNvSpPr/>
          <p:nvPr/>
        </p:nvSpPr>
        <p:spPr>
          <a:xfrm>
            <a:off x="2212267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4E21D04-1733-CF85-B40B-543BD31A6543}"/>
              </a:ext>
            </a:extLst>
          </p:cNvPr>
          <p:cNvSpPr/>
          <p:nvPr/>
        </p:nvSpPr>
        <p:spPr>
          <a:xfrm>
            <a:off x="2407473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4C5001C-29AF-6B61-8C43-AA8D6F7D9788}"/>
              </a:ext>
            </a:extLst>
          </p:cNvPr>
          <p:cNvSpPr/>
          <p:nvPr/>
        </p:nvSpPr>
        <p:spPr>
          <a:xfrm>
            <a:off x="2407473" y="3862191"/>
            <a:ext cx="91440" cy="9144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6"/>
                </a:solidFill>
              </a:rPr>
              <a:t>h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3BA0F26-F3D0-E6B5-70BC-7C1171BFC38C}"/>
              </a:ext>
            </a:extLst>
          </p:cNvPr>
          <p:cNvSpPr/>
          <p:nvPr/>
        </p:nvSpPr>
        <p:spPr>
          <a:xfrm>
            <a:off x="2609309" y="3864116"/>
            <a:ext cx="91440" cy="914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rgbClr val="7030A0"/>
                </a:solidFill>
              </a:rPr>
              <a:t>i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9A5D5E5-22E8-9B41-FF39-139F1AEF46A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453193" y="3766930"/>
            <a:ext cx="0" cy="9526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81BB8B-F72B-57E5-9C43-F34D909E48B0}"/>
              </a:ext>
            </a:extLst>
          </p:cNvPr>
          <p:cNvCxnSpPr>
            <a:cxnSpLocks/>
            <a:stCxn id="68" idx="4"/>
            <a:endCxn id="65" idx="0"/>
          </p:cNvCxnSpPr>
          <p:nvPr/>
        </p:nvCxnSpPr>
        <p:spPr>
          <a:xfrm flipH="1">
            <a:off x="2655029" y="3766930"/>
            <a:ext cx="460" cy="9718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E4BF79A3-7E04-DE48-D5DF-B4B01B0B982F}"/>
              </a:ext>
            </a:extLst>
          </p:cNvPr>
          <p:cNvSpPr/>
          <p:nvPr/>
        </p:nvSpPr>
        <p:spPr>
          <a:xfrm>
            <a:off x="2609769" y="3675490"/>
            <a:ext cx="91440" cy="9144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F33541-6790-3051-BA5B-6D0B936BB991}"/>
              </a:ext>
            </a:extLst>
          </p:cNvPr>
          <p:cNvSpPr txBox="1"/>
          <p:nvPr/>
        </p:nvSpPr>
        <p:spPr>
          <a:xfrm>
            <a:off x="402980" y="3634426"/>
            <a:ext cx="1117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Courier" pitchFamily="2" charset="0"/>
              </a:rPr>
              <a:t>for(x0, x1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</a:t>
            </a:r>
          </a:p>
          <a:p>
            <a:r>
              <a:rPr lang="en-US" sz="600" dirty="0">
                <a:latin typeface="Courier" pitchFamily="2" charset="0"/>
              </a:rPr>
              <a:t> for(x2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</a:t>
            </a:r>
          </a:p>
          <a:p>
            <a:r>
              <a:rPr lang="en-US" sz="600" dirty="0">
                <a:latin typeface="Courier" pitchFamily="2" charset="0"/>
              </a:rPr>
              <a:t>  for(x3 </a:t>
            </a:r>
            <a:r>
              <a:rPr lang="en-US" sz="600" b="0" i="0" dirty="0">
                <a:effectLst/>
                <a:latin typeface="Courier" pitchFamily="2" charset="0"/>
              </a:rPr>
              <a:t>∈ …</a:t>
            </a:r>
            <a:r>
              <a:rPr lang="en-US" sz="600" dirty="0">
                <a:latin typeface="Courier" pitchFamily="2" charset="0"/>
              </a:rPr>
              <a:t>){…}}}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BFC95D-C0A3-B1F8-4F35-4D71472967B8}"/>
              </a:ext>
            </a:extLst>
          </p:cNvPr>
          <p:cNvSpPr txBox="1"/>
          <p:nvPr/>
        </p:nvSpPr>
        <p:spPr>
          <a:xfrm>
            <a:off x="355108" y="2786923"/>
            <a:ext cx="976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Code before loop coalesce: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6D8B717-446E-AA08-E791-1C9B108A210A}"/>
              </a:ext>
            </a:extLst>
          </p:cNvPr>
          <p:cNvSpPr txBox="1"/>
          <p:nvPr/>
        </p:nvSpPr>
        <p:spPr>
          <a:xfrm>
            <a:off x="351731" y="3496793"/>
            <a:ext cx="97668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accent6"/>
                </a:solidFill>
              </a:rPr>
              <a:t>Code after loop coalesce: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CFFAC2-D4AE-23B5-6224-59D095AB8DD1}"/>
              </a:ext>
            </a:extLst>
          </p:cNvPr>
          <p:cNvSpPr txBox="1"/>
          <p:nvPr/>
        </p:nvSpPr>
        <p:spPr>
          <a:xfrm>
            <a:off x="1430572" y="2790125"/>
            <a:ext cx="116844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Search tree before loop coalesce: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E7EE78-B6B4-49BE-FCBC-D2DFB59C39A9}"/>
              </a:ext>
            </a:extLst>
          </p:cNvPr>
          <p:cNvSpPr txBox="1"/>
          <p:nvPr/>
        </p:nvSpPr>
        <p:spPr>
          <a:xfrm>
            <a:off x="1444834" y="3506384"/>
            <a:ext cx="115326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>
                <a:solidFill>
                  <a:schemeClr val="accent6"/>
                </a:solidFill>
              </a:rPr>
              <a:t>Search tree after loop coalesce:</a:t>
            </a:r>
          </a:p>
        </p:txBody>
      </p:sp>
    </p:spTree>
    <p:extLst>
      <p:ext uri="{BB962C8B-B14F-4D97-AF65-F5344CB8AC3E}">
        <p14:creationId xmlns:p14="http://schemas.microsoft.com/office/powerpoint/2010/main" val="963581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65A953DF-B147-9641-FD9D-4DC0C655A235}"/>
              </a:ext>
            </a:extLst>
          </p:cNvPr>
          <p:cNvGraphicFramePr>
            <a:graphicFrameLocks noGrp="1"/>
          </p:cNvGraphicFramePr>
          <p:nvPr/>
        </p:nvGraphicFramePr>
        <p:xfrm>
          <a:off x="1342167" y="3490677"/>
          <a:ext cx="10058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95677645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6185195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9304719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76430011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10741566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3650355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131657173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700184980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82288563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lane id: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9366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x0: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7883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x1: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solidFill>
                            <a:srgbClr val="FF0000"/>
                          </a:solidFill>
                          <a:latin typeface="+mn-lt"/>
                        </a:rPr>
                        <a:t>i</a:t>
                      </a:r>
                      <a:endParaRPr lang="en-US" sz="60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8072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sum: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35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528821-5937-103B-DCA5-8324240C5ACB}"/>
              </a:ext>
            </a:extLst>
          </p:cNvPr>
          <p:cNvGraphicFramePr>
            <a:graphicFrameLocks noGrp="1"/>
          </p:cNvGraphicFramePr>
          <p:nvPr/>
        </p:nvGraphicFramePr>
        <p:xfrm>
          <a:off x="2639841" y="3500270"/>
          <a:ext cx="100584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95677645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6185195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930471929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764300117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110741566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36503556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131657173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3700184980"/>
                    </a:ext>
                  </a:extLst>
                </a:gridCol>
                <a:gridCol w="91440">
                  <a:extLst>
                    <a:ext uri="{9D8B030D-6E8A-4147-A177-3AD203B41FA5}">
                      <a16:colId xmlns:a16="http://schemas.microsoft.com/office/drawing/2014/main" val="2682288563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lane id: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3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4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7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29366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x0: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a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b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FF0000"/>
                          </a:solidFill>
                          <a:latin typeface="+mn-lt"/>
                        </a:rPr>
                        <a:t>c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7883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x1: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d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f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g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 err="1">
                          <a:latin typeface="+mn-lt"/>
                        </a:rPr>
                        <a:t>i</a:t>
                      </a:r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88072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sum: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0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5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dirty="0">
                          <a:latin typeface="+mn-lt"/>
                        </a:rPr>
                        <a:t>6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135933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0FE152-1AF4-49AA-2FBE-8C1F7B597BB6}"/>
              </a:ext>
            </a:extLst>
          </p:cNvPr>
          <p:cNvCxnSpPr>
            <a:cxnSpLocks/>
          </p:cNvCxnSpPr>
          <p:nvPr/>
        </p:nvCxnSpPr>
        <p:spPr>
          <a:xfrm>
            <a:off x="1316786" y="3545990"/>
            <a:ext cx="0" cy="32004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8C0C48-F45F-23E5-6952-8B7F6AC887CF}"/>
              </a:ext>
            </a:extLst>
          </p:cNvPr>
          <p:cNvCxnSpPr>
            <a:cxnSpLocks/>
          </p:cNvCxnSpPr>
          <p:nvPr/>
        </p:nvCxnSpPr>
        <p:spPr>
          <a:xfrm flipV="1">
            <a:off x="2596425" y="3536645"/>
            <a:ext cx="0" cy="32004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CA09D4B-D36C-628C-78D2-CC458BCBD64E}"/>
              </a:ext>
            </a:extLst>
          </p:cNvPr>
          <p:cNvSpPr/>
          <p:nvPr/>
        </p:nvSpPr>
        <p:spPr>
          <a:xfrm>
            <a:off x="1218254" y="3664287"/>
            <a:ext cx="73152" cy="7315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/>
              <a:t>1</a:t>
            </a:r>
            <a:endParaRPr lang="en-US" sz="6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73447D1-925E-83FC-4EF4-19ACC27B6998}"/>
              </a:ext>
            </a:extLst>
          </p:cNvPr>
          <p:cNvSpPr/>
          <p:nvPr/>
        </p:nvSpPr>
        <p:spPr>
          <a:xfrm>
            <a:off x="2501566" y="3673880"/>
            <a:ext cx="73152" cy="7315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5571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11D6D-44F7-D38C-1F70-73B6205C629B}"/>
              </a:ext>
            </a:extLst>
          </p:cNvPr>
          <p:cNvSpPr txBox="1"/>
          <p:nvPr/>
        </p:nvSpPr>
        <p:spPr>
          <a:xfrm>
            <a:off x="763930" y="746659"/>
            <a:ext cx="1886674" cy="203132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class</a:t>
            </a:r>
            <a:r>
              <a:rPr lang="en-US" altLang="zh-CN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Index</a:t>
            </a:r>
            <a:r>
              <a:rPr lang="en-US" altLang="zh-CN" sz="800" dirty="0">
                <a:latin typeface="Courier" pitchFamily="2" charset="0"/>
              </a:rPr>
              <a:t>{</a:t>
            </a:r>
            <a:br>
              <a:rPr lang="en-US" altLang="zh-CN" sz="800" dirty="0">
                <a:latin typeface="Courier" pitchFamily="2" charset="0"/>
              </a:rPr>
            </a:br>
            <a:r>
              <a:rPr lang="en-US" altLang="zh-CN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Index</a:t>
            </a:r>
            <a:r>
              <a:rPr lang="en-US" altLang="zh-CN" sz="800" dirty="0">
                <a:latin typeface="Courier" pitchFamily="2" charset="0"/>
              </a:rPr>
              <a:t>(</a:t>
            </a:r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Graph</a:t>
            </a:r>
            <a:r>
              <a:rPr lang="en-US" altLang="zh-CN" sz="800" dirty="0">
                <a:latin typeface="Courier" pitchFamily="2" charset="0"/>
              </a:rPr>
              <a:t>&amp;, </a:t>
            </a:r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Query</a:t>
            </a:r>
            <a:r>
              <a:rPr lang="en-US" altLang="zh-CN" sz="800" dirty="0">
                <a:latin typeface="Courier" pitchFamily="2" charset="0"/>
              </a:rPr>
              <a:t>&amp;);</a:t>
            </a:r>
          </a:p>
          <a:p>
            <a:r>
              <a:rPr lang="en-US" altLang="zh-CN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void</a:t>
            </a:r>
            <a:r>
              <a:rPr lang="en-US" altLang="zh-CN" sz="800" dirty="0">
                <a:latin typeface="Courier" pitchFamily="2" charset="0"/>
              </a:rPr>
              <a:t>  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to_gpu</a:t>
            </a:r>
            <a:r>
              <a:rPr lang="en-US" altLang="zh-CN" sz="800" dirty="0">
                <a:latin typeface="Courier" pitchFamily="2" charset="0"/>
              </a:rPr>
              <a:t>(</a:t>
            </a:r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GPULocation</a:t>
            </a:r>
            <a:r>
              <a:rPr lang="en-US" altLang="zh-CN" sz="800" dirty="0">
                <a:latin typeface="Courier" pitchFamily="2" charset="0"/>
              </a:rPr>
              <a:t>&amp;);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 </a:t>
            </a:r>
          </a:p>
          <a:p>
            <a:r>
              <a:rPr lang="en-US" altLang="zh-CN" sz="800" dirty="0">
                <a:solidFill>
                  <a:srgbClr val="00B050"/>
                </a:solidFill>
                <a:latin typeface="Courier" pitchFamily="2" charset="0"/>
              </a:rPr>
              <a:t> Table</a:t>
            </a:r>
            <a:r>
              <a:rPr lang="en-US" altLang="zh-CN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table</a:t>
            </a:r>
            <a:r>
              <a:rPr lang="en-US" altLang="zh-CN" sz="800" dirty="0">
                <a:latin typeface="Courier" pitchFamily="2" charset="0"/>
              </a:rPr>
              <a:t>(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, 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);</a:t>
            </a:r>
          </a:p>
          <a:p>
            <a:r>
              <a:rPr lang="en-US" altLang="zh-CN" sz="800" dirty="0">
                <a:latin typeface="Courier" pitchFamily="2" charset="0"/>
              </a:rPr>
              <a:t>};</a:t>
            </a:r>
            <a:endParaRPr lang="en-US" sz="800" dirty="0">
              <a:latin typeface="Courier" pitchFamily="2" charset="0"/>
            </a:endParaRPr>
          </a:p>
          <a:p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class</a:t>
            </a:r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rgbClr val="00B050"/>
                </a:solidFill>
                <a:latin typeface="Courier" pitchFamily="2" charset="0"/>
              </a:rPr>
              <a:t>Table</a:t>
            </a:r>
            <a:r>
              <a:rPr lang="en-US" sz="800" dirty="0">
                <a:latin typeface="Courier" pitchFamily="2" charset="0"/>
              </a:rPr>
              <a:t>{</a:t>
            </a:r>
          </a:p>
          <a:p>
            <a:r>
              <a:rPr lang="en-US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  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label</a:t>
            </a:r>
            <a:r>
              <a:rPr lang="en-US" altLang="zh-CN" sz="800" dirty="0">
                <a:latin typeface="Courier" pitchFamily="2" charset="0"/>
              </a:rPr>
              <a:t>(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);</a:t>
            </a:r>
          </a:p>
          <a:p>
            <a:r>
              <a:rPr lang="en-US" altLang="zh-CN" sz="800" dirty="0">
                <a:latin typeface="Courier" pitchFamily="2" charset="0"/>
              </a:rPr>
              <a:t> 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  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nb_size</a:t>
            </a:r>
            <a:r>
              <a:rPr lang="en-US" altLang="zh-CN" sz="800" dirty="0">
                <a:latin typeface="Courier" pitchFamily="2" charset="0"/>
              </a:rPr>
              <a:t>(</a:t>
            </a:r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altLang="zh-CN" sz="800" dirty="0">
                <a:latin typeface="Courier" pitchFamily="2" charset="0"/>
              </a:rPr>
              <a:t>);</a:t>
            </a:r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rgbClr val="00B050"/>
                </a:solidFill>
                <a:latin typeface="Courier" pitchFamily="2" charset="0"/>
              </a:rPr>
              <a:t>NB</a:t>
            </a:r>
            <a:r>
              <a:rPr lang="en-US" sz="800" dirty="0">
                <a:latin typeface="Courier" pitchFamily="2" charset="0"/>
              </a:rPr>
              <a:t>* 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neighbor</a:t>
            </a:r>
            <a:r>
              <a:rPr lang="en-US" sz="800" dirty="0"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);</a:t>
            </a:r>
          </a:p>
          <a:p>
            <a:r>
              <a:rPr lang="en-US" sz="800" dirty="0">
                <a:latin typeface="Courier" pitchFamily="2" charset="0"/>
              </a:rPr>
              <a:t> </a:t>
            </a:r>
          </a:p>
          <a:p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 void</a:t>
            </a:r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remove</a:t>
            </a:r>
            <a:r>
              <a:rPr lang="en-US" sz="800" dirty="0"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,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int, int</a:t>
            </a:r>
            <a:r>
              <a:rPr lang="en-US" sz="800" dirty="0">
                <a:latin typeface="Courier" pitchFamily="2" charset="0"/>
              </a:rPr>
              <a:t>);</a:t>
            </a:r>
          </a:p>
          <a:p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void</a:t>
            </a:r>
            <a:r>
              <a:rPr lang="en-US" sz="800" dirty="0"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add</a:t>
            </a:r>
            <a:r>
              <a:rPr lang="en-US" sz="800" dirty="0">
                <a:latin typeface="Courier" pitchFamily="2" charset="0"/>
              </a:rPr>
              <a:t>(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,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,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);</a:t>
            </a:r>
          </a:p>
          <a:p>
            <a:r>
              <a:rPr lang="en-US" sz="800" dirty="0">
                <a:latin typeface="Courier" pitchFamily="2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B40176-388D-E75D-891F-BE7B97C0936C}"/>
              </a:ext>
            </a:extLst>
          </p:cNvPr>
          <p:cNvSpPr txBox="1"/>
          <p:nvPr/>
        </p:nvSpPr>
        <p:spPr>
          <a:xfrm>
            <a:off x="2706271" y="746658"/>
            <a:ext cx="2184033" cy="215443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en-US" sz="800" dirty="0">
                <a:latin typeface="Courier" pitchFamily="2" charset="0"/>
              </a:rPr>
              <a:t>GPULocation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loc</a:t>
            </a:r>
            <a:r>
              <a:rPr lang="en-US" sz="800" dirty="0">
                <a:latin typeface="Courier" pitchFamily="2" charset="0"/>
              </a:rPr>
              <a:t>;</a:t>
            </a:r>
          </a:p>
          <a:p>
            <a:r>
              <a:rPr lang="en-US" altLang="zh-CN" sz="800" dirty="0">
                <a:solidFill>
                  <a:schemeClr val="accent6"/>
                </a:solidFill>
                <a:latin typeface="Courier" pitchFamily="2" charset="0"/>
              </a:rPr>
              <a:t>//Build the index</a:t>
            </a:r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latin typeface="Courier" pitchFamily="2" charset="0"/>
              </a:rPr>
              <a:t>Index 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idx</a:t>
            </a:r>
            <a:r>
              <a:rPr lang="en-US" sz="800" dirty="0">
                <a:latin typeface="Courier" pitchFamily="2" charset="0"/>
              </a:rPr>
              <a:t>(G, Q);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idx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to_gpu</a:t>
            </a:r>
            <a:r>
              <a:rPr lang="en-US" sz="800" dirty="0">
                <a:latin typeface="Courier" pitchFamily="2" charset="0"/>
              </a:rPr>
              <a:t>(loc);</a:t>
            </a:r>
          </a:p>
          <a:p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//Get G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t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(u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0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, u</a:t>
            </a:r>
            <a:r>
              <a:rPr lang="en-US" sz="800" baseline="-25000" dirty="0">
                <a:solidFill>
                  <a:schemeClr val="accent6"/>
                </a:solidFill>
                <a:latin typeface="Courier" pitchFamily="2" charset="0"/>
              </a:rPr>
              <a:t>2</a:t>
            </a:r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)</a:t>
            </a:r>
          </a:p>
          <a:p>
            <a:r>
              <a:rPr lang="en-US" sz="800" dirty="0">
                <a:latin typeface="Courier" pitchFamily="2" charset="0"/>
              </a:rPr>
              <a:t>Table r02 =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idx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table</a:t>
            </a:r>
            <a:r>
              <a:rPr lang="en-US" sz="800" dirty="0">
                <a:latin typeface="Courier" pitchFamily="2" charset="0"/>
              </a:rPr>
              <a:t>('a', 'c’);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//Get label of vertex v2</a:t>
            </a:r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 label2 =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r02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label</a:t>
            </a:r>
            <a:r>
              <a:rPr lang="en-US" sz="800" dirty="0">
                <a:latin typeface="Courier" pitchFamily="2" charset="0"/>
              </a:rPr>
              <a:t>(2);</a:t>
            </a:r>
          </a:p>
          <a:p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//Get neighbor list of vertex v2</a:t>
            </a:r>
          </a:p>
          <a:p>
            <a:r>
              <a:rPr lang="en-US" sz="800" dirty="0">
                <a:latin typeface="Courier" pitchFamily="2" charset="0"/>
              </a:rPr>
              <a:t>NB* nb2 =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r02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neighbor</a:t>
            </a:r>
            <a:r>
              <a:rPr lang="en-US" sz="800" dirty="0">
                <a:latin typeface="Courier" pitchFamily="2" charset="0"/>
              </a:rPr>
              <a:t>(2);</a:t>
            </a:r>
          </a:p>
          <a:p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int</a:t>
            </a:r>
            <a:r>
              <a:rPr lang="en-US" sz="800" dirty="0">
                <a:latin typeface="Courier" pitchFamily="2" charset="0"/>
              </a:rPr>
              <a:t> nb2_size = </a:t>
            </a:r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r02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nb_size</a:t>
            </a:r>
            <a:r>
              <a:rPr lang="en-US" sz="800" dirty="0">
                <a:latin typeface="Courier" pitchFamily="2" charset="0"/>
              </a:rPr>
              <a:t>(2);</a:t>
            </a:r>
          </a:p>
          <a:p>
            <a:endParaRPr lang="en-US" sz="800" dirty="0">
              <a:latin typeface="Courier" pitchFamily="2" charset="0"/>
            </a:endParaRPr>
          </a:p>
          <a:p>
            <a:r>
              <a:rPr lang="en-US" altLang="zh-CN" sz="800" dirty="0">
                <a:solidFill>
                  <a:schemeClr val="accent6"/>
                </a:solidFill>
                <a:latin typeface="Courier" pitchFamily="2" charset="0"/>
              </a:rPr>
              <a:t>//add edge v2, v1 to r02 time 1</a:t>
            </a:r>
          </a:p>
          <a:p>
            <a:r>
              <a:rPr lang="en-US" altLang="zh-CN" sz="800" dirty="0">
                <a:solidFill>
                  <a:schemeClr val="accent1"/>
                </a:solidFill>
                <a:latin typeface="Courier" pitchFamily="2" charset="0"/>
              </a:rPr>
              <a:t>r02</a:t>
            </a:r>
            <a:r>
              <a:rPr lang="en-US" altLang="zh-CN" sz="800" dirty="0">
                <a:latin typeface="Courier" pitchFamily="2" charset="0"/>
              </a:rPr>
              <a:t>.</a:t>
            </a:r>
            <a:r>
              <a:rPr lang="en-US" altLang="zh-CN" sz="800" dirty="0">
                <a:solidFill>
                  <a:schemeClr val="accent2"/>
                </a:solidFill>
                <a:latin typeface="Courier" pitchFamily="2" charset="0"/>
              </a:rPr>
              <a:t>add</a:t>
            </a:r>
            <a:r>
              <a:rPr lang="en-US" altLang="zh-CN" sz="800" dirty="0">
                <a:latin typeface="Courier" pitchFamily="2" charset="0"/>
              </a:rPr>
              <a:t>(2, 1, 1);</a:t>
            </a:r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solidFill>
                  <a:schemeClr val="accent6"/>
                </a:solidFill>
                <a:latin typeface="Courier" pitchFamily="2" charset="0"/>
              </a:rPr>
              <a:t>//remove edge v2, v5 time2</a:t>
            </a:r>
            <a:endParaRPr lang="en-US" sz="800" dirty="0">
              <a:latin typeface="Courier" pitchFamily="2" charset="0"/>
            </a:endParaRPr>
          </a:p>
          <a:p>
            <a:r>
              <a:rPr lang="en-US" sz="800" dirty="0">
                <a:solidFill>
                  <a:schemeClr val="accent1"/>
                </a:solidFill>
                <a:latin typeface="Courier" pitchFamily="2" charset="0"/>
              </a:rPr>
              <a:t>r02</a:t>
            </a:r>
            <a:r>
              <a:rPr lang="en-US" sz="800" dirty="0">
                <a:latin typeface="Courier" pitchFamily="2" charset="0"/>
              </a:rPr>
              <a:t>.</a:t>
            </a:r>
            <a:r>
              <a:rPr lang="en-US" sz="800" dirty="0">
                <a:solidFill>
                  <a:schemeClr val="accent2"/>
                </a:solidFill>
                <a:latin typeface="Courier" pitchFamily="2" charset="0"/>
              </a:rPr>
              <a:t>remove</a:t>
            </a:r>
            <a:r>
              <a:rPr lang="en-US" sz="800" dirty="0">
                <a:latin typeface="Courier" pitchFamily="2" charset="0"/>
              </a:rPr>
              <a:t>(2, 5, 2);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313F0-9261-D0D7-8BFA-10D2F8D01856}"/>
              </a:ext>
            </a:extLst>
          </p:cNvPr>
          <p:cNvSpPr txBox="1"/>
          <p:nvPr/>
        </p:nvSpPr>
        <p:spPr>
          <a:xfrm>
            <a:off x="763928" y="500438"/>
            <a:ext cx="14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Interface</a:t>
            </a:r>
            <a:endParaRPr lang="zh-CN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2D2AE-B851-016D-3FDD-3C7DB71B4590}"/>
              </a:ext>
            </a:extLst>
          </p:cNvPr>
          <p:cNvSpPr txBox="1"/>
          <p:nvPr/>
        </p:nvSpPr>
        <p:spPr>
          <a:xfrm>
            <a:off x="2706271" y="500344"/>
            <a:ext cx="14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Example </a:t>
            </a:r>
            <a:endParaRPr lang="zh-CN" altLang="en-US" sz="10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7BE28D-2900-093C-2A4C-50D51CB5A0D1}"/>
              </a:ext>
            </a:extLst>
          </p:cNvPr>
          <p:cNvCxnSpPr>
            <a:cxnSpLocks/>
          </p:cNvCxnSpPr>
          <p:nvPr/>
        </p:nvCxnSpPr>
        <p:spPr>
          <a:xfrm>
            <a:off x="2650604" y="581465"/>
            <a:ext cx="0" cy="2244285"/>
          </a:xfrm>
          <a:prstGeom prst="line">
            <a:avLst/>
          </a:prstGeom>
          <a:ln w="12700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78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580EAF80-5A92-8687-E6EB-B59D3D1AF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483564"/>
              </p:ext>
            </p:extLst>
          </p:nvPr>
        </p:nvGraphicFramePr>
        <p:xfrm>
          <a:off x="2032000" y="719666"/>
          <a:ext cx="3200400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4645789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4315165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910014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56867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9656912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970783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4101768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7227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az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416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1807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50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035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lj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155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508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580EAF80-5A92-8687-E6EB-B59D3D1AF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446876"/>
              </p:ext>
            </p:extLst>
          </p:nvPr>
        </p:nvGraphicFramePr>
        <p:xfrm>
          <a:off x="2032000" y="719666"/>
          <a:ext cx="27432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4645789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4315165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910014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56867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9656912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9707836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7227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az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416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1807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50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035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lj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1559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ws</a:t>
                      </a:r>
                      <a:endParaRPr lang="en-US" sz="18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idx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1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91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70756</TotalTime>
  <Words>2287</Words>
  <Application>Microsoft Office PowerPoint</Application>
  <PresentationFormat>Widescreen</PresentationFormat>
  <Paragraphs>837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Courier</vt:lpstr>
      <vt:lpstr>Google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Wei, Yihua</dc:creator>
  <cp:lastModifiedBy>Wei, Yihua</cp:lastModifiedBy>
  <cp:revision>4432</cp:revision>
  <dcterms:created xsi:type="dcterms:W3CDTF">2025-02-06T11:27:11Z</dcterms:created>
  <dcterms:modified xsi:type="dcterms:W3CDTF">2025-06-18T11:43:56Z</dcterms:modified>
</cp:coreProperties>
</file>