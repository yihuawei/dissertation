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80" r:id="rId6"/>
    <p:sldId id="262" r:id="rId7"/>
    <p:sldId id="293" r:id="rId8"/>
    <p:sldId id="282" r:id="rId9"/>
    <p:sldId id="294" r:id="rId10"/>
    <p:sldId id="286" r:id="rId11"/>
    <p:sldId id="265" r:id="rId12"/>
    <p:sldId id="296" r:id="rId13"/>
    <p:sldId id="297" r:id="rId14"/>
    <p:sldId id="299" r:id="rId15"/>
    <p:sldId id="27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CE4"/>
    <a:srgbClr val="E53AC8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 autoAdjust="0"/>
    <p:restoredTop sz="94521"/>
  </p:normalViewPr>
  <p:slideViewPr>
    <p:cSldViewPr snapToGrid="0">
      <p:cViewPr varScale="1">
        <p:scale>
          <a:sx n="120" d="100"/>
          <a:sy n="120" d="100"/>
        </p:scale>
        <p:origin x="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0608-AEA2-174C-9B5A-D6FF9D80983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91960-9B13-2647-8BFC-8D6CA7AB5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29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821D-A15F-D3C8-CB59-722DCD17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70121-21DB-CCE0-BDB7-D526517EB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90108-E0F9-8070-AA58-33BAF61B5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678DE-79B3-783F-DB10-F162FCB61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5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6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39AD9-373A-E3A6-4F45-81F6A987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F89A5-93DF-7283-9F6C-7C4DA287E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8BFC6-9A6C-8AFC-6D2D-1C8E1E0AA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7775-740E-2466-4366-01518BDEF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0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950A-8172-AB84-FC8D-54058807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9C33-3722-52F2-6C1E-7E80F46E8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735B2-6D1F-3FB6-9397-756CC8A17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F4B46-9FF6-A8D3-B416-D90738C96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9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3A06-BA31-7381-2CDE-15632A0FC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684F3-7ABD-79CB-8117-75D7FB120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39A71-0742-48AD-A2D1-080CB4BB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E42F-D6E7-9905-589A-A2820772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7AA15-214F-40CC-1DDB-49DEA918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295A-DBE4-5CCC-33C0-90AAD8CE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F12F-063A-6E9C-4DF1-D30CF631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53D15-19A6-01D0-4EA8-2451D413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64175-B465-101B-EC37-033C3625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52B8-BE92-5992-9D52-6D1150F8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3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3D5D-6EC2-9917-D9B9-27BD025C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AA11D-28E6-7E45-343B-BF5F3EFF1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1497-A4A2-1A1D-C2C4-85664F794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D19C0-2509-FD05-A396-6A67D169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F4257-F1B1-1B50-72C1-95D87649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2FFF-CEAD-685B-F93B-684C6B83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5E77-5184-01BE-C762-3F1C31C8C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DED08-1067-1F24-15FF-CE25DBBAB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CD6D5-784F-F0C3-5B19-24A0E2B5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948B8-AABD-1653-9B61-D4BADE35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EA593-DBC7-FCC0-63F0-21B38CB2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3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D861-D183-BFB8-12C9-9A54DFA7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2AE89-074E-B8D8-9805-955BF48D2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121C5-AF11-9AC5-36D6-35CFC0949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A8E01-5D09-1396-D073-C3E6396A9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D1E5D-5F97-171E-08C9-0730637D9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8EDDD-E250-7D43-8752-77ABA6C8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5A276-E286-EC4F-151B-5B06B784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9AA22-3CE9-ED7E-0532-7BFC9C44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3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19DE-C50C-7650-1409-9E9735A4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E765F-6975-C6FC-3F60-7703EC55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97EC9-3E12-2F52-7757-4CF09A66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8CDA9-9D81-923B-0543-B59B2811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3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5EFB9-4AE6-02C6-AF26-CA54741C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F2820-1F42-78AA-5415-0124101E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FAFA5-5FC6-EA67-D30E-DCA5462B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6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7968-8219-FFCD-88AD-89037605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2F48-EA49-2340-CE87-BD5675531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E082F-FACE-2948-2CD2-1DFEB742A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4493E-4B82-CDED-DCBE-E993F1C5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E0246-1F2B-CC75-A103-E1823BA1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2092F-A6CB-61C8-CDB9-2DCD067E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4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1172-62C6-E63F-20D4-A9271836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BFCE5-7D7B-031C-869F-049848411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68B23-458F-FCCB-6912-A3D34417D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64B6-E8DA-7FC5-D2FA-A8FBCBB7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AA050-CF02-F40A-F5FA-E90D0D8F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4212D-5AB4-4F55-BE43-A5750D09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8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61E8-484D-B76E-F0A9-9B185B71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29B51-50E0-5040-67E2-C914134A1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4044-8E9E-8994-ECDC-66AE835A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A84B-88B1-3FDC-4E5D-2B1A4714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18F87-125F-959F-E604-B5E12257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4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23CBF8-D417-9D39-038A-F2F9BDC9D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B3630-A309-C3CD-D7A2-426FC5A9B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2411F-B4CA-0A7F-71A7-232E38341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35051-B736-0BE8-EC5E-9B6EDCA4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951F7-E320-68A0-4275-CC9AAD20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1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52D3D-A76E-999F-3BEC-AC3D6BC0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C38CF-2BCD-0285-F937-129477706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93310-A07F-D965-5810-8321775B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CB95C-6A6D-764E-9C2E-B3DAD6E62A2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3D42A-069E-E94C-DF3E-C37678D8B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6CBAC-780B-B3B9-8DD1-AB7CB70B2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6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FCC255-EB2D-3A2E-5AC5-04531018F22E}"/>
              </a:ext>
            </a:extLst>
          </p:cNvPr>
          <p:cNvCxnSpPr>
            <a:cxnSpLocks/>
            <a:stCxn id="23" idx="4"/>
            <a:endCxn id="29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320C96-A287-6A8D-105E-2B402CE994B1}"/>
              </a:ext>
            </a:extLst>
          </p:cNvPr>
          <p:cNvCxnSpPr>
            <a:cxnSpLocks/>
            <a:stCxn id="23" idx="5"/>
            <a:endCxn id="30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4AAC1-5CC2-A48F-750C-C162FA76452B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1420C2-65A7-5341-6475-5E001577FA97}"/>
              </a:ext>
            </a:extLst>
          </p:cNvPr>
          <p:cNvCxnSpPr>
            <a:cxnSpLocks/>
            <a:stCxn id="23" idx="6"/>
            <a:endCxn id="28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C689DD-11B0-88A4-C486-D163E2A873A3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2299703" y="3157138"/>
            <a:ext cx="531022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椭圆 7">
            <a:extLst>
              <a:ext uri="{FF2B5EF4-FFF2-40B4-BE49-F238E27FC236}">
                <a16:creationId xmlns:a16="http://schemas.microsoft.com/office/drawing/2014/main" id="{837D7534-BBE7-8713-EB3F-C1AFA95B7235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28" name="椭圆 7">
            <a:extLst>
              <a:ext uri="{FF2B5EF4-FFF2-40B4-BE49-F238E27FC236}">
                <a16:creationId xmlns:a16="http://schemas.microsoft.com/office/drawing/2014/main" id="{1B40F98C-F031-63F1-B75C-1C3FF6EE032B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29" name="椭圆 7">
            <a:extLst>
              <a:ext uri="{FF2B5EF4-FFF2-40B4-BE49-F238E27FC236}">
                <a16:creationId xmlns:a16="http://schemas.microsoft.com/office/drawing/2014/main" id="{B4C37C97-D0C1-8996-00A7-4B16EDDE4A4F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30" name="椭圆 7">
            <a:extLst>
              <a:ext uri="{FF2B5EF4-FFF2-40B4-BE49-F238E27FC236}">
                <a16:creationId xmlns:a16="http://schemas.microsoft.com/office/drawing/2014/main" id="{6C756C88-E488-19B2-0F25-D798C9C35C60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D49F87-A78C-D5A7-C573-1D2A0403B9F1}"/>
              </a:ext>
            </a:extLst>
          </p:cNvPr>
          <p:cNvSpPr txBox="1"/>
          <p:nvPr/>
        </p:nvSpPr>
        <p:spPr>
          <a:xfrm>
            <a:off x="1524573" y="1936076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AAEDF-5BA9-AD66-1835-AE6CA19B4704}"/>
              </a:ext>
            </a:extLst>
          </p:cNvPr>
          <p:cNvSpPr txBox="1"/>
          <p:nvPr/>
        </p:nvSpPr>
        <p:spPr>
          <a:xfrm>
            <a:off x="3287924" y="1936075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FAC93-627E-F51F-93BA-5C45C48EFB3E}"/>
              </a:ext>
            </a:extLst>
          </p:cNvPr>
          <p:cNvSpPr txBox="1"/>
          <p:nvPr/>
        </p:nvSpPr>
        <p:spPr>
          <a:xfrm>
            <a:off x="1524573" y="2924073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E4079-0385-2065-A3A5-8B4E4FD82B91}"/>
              </a:ext>
            </a:extLst>
          </p:cNvPr>
          <p:cNvSpPr txBox="1"/>
          <p:nvPr/>
        </p:nvSpPr>
        <p:spPr>
          <a:xfrm>
            <a:off x="3287924" y="2924073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77403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7703E-5F98-AE5B-9270-CE016137C44C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6F0-5BC2-565A-8FCC-990DA5B48A1D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7D69AC-3BAA-80B4-0B1C-5B51BFE03C4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23AF47-6AF2-1CF5-2478-DD0ADABC762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7">
            <a:extLst>
              <a:ext uri="{FF2B5EF4-FFF2-40B4-BE49-F238E27FC236}">
                <a16:creationId xmlns:a16="http://schemas.microsoft.com/office/drawing/2014/main" id="{B708AC81-B3DE-4D4E-0EFD-4DA73EEB93EF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C5D740D8-98A3-56C7-1B58-0491F111619A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DB3DF64A-99CB-D68B-0CFE-AECC76E3FBA6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F3010A50-7AE3-076F-A24C-6B86EB3F1465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C8B4F-FC2D-F3A8-CA0A-97FD6B7B5E3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201921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72D39D-61A6-F59B-99AD-2A2D740BFEC2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>
            <a:off x="4028497" y="2396594"/>
            <a:ext cx="1" cy="531944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椭圆 7">
            <a:extLst>
              <a:ext uri="{FF2B5EF4-FFF2-40B4-BE49-F238E27FC236}">
                <a16:creationId xmlns:a16="http://schemas.microsoft.com/office/drawing/2014/main" id="{6EA80F64-DE59-6F57-8469-CE1BD09415FD}"/>
              </a:ext>
            </a:extLst>
          </p:cNvPr>
          <p:cNvSpPr/>
          <p:nvPr/>
        </p:nvSpPr>
        <p:spPr>
          <a:xfrm>
            <a:off x="3799898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5</a:t>
            </a:r>
            <a:endParaRPr kumimoji="1" lang="zh-CN" altLang="en-US" sz="2400" i="1" baseline="-250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A707CB-FC24-8858-0F33-D46480E4DE12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3287925" y="3157138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C9CDE1-B5CC-632D-E0F8-40BDF865F07C}"/>
              </a:ext>
            </a:extLst>
          </p:cNvPr>
          <p:cNvSpPr txBox="1"/>
          <p:nvPr/>
        </p:nvSpPr>
        <p:spPr>
          <a:xfrm>
            <a:off x="1524573" y="2924073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6FE0A-12E5-3545-001E-A8F454E24C07}"/>
              </a:ext>
            </a:extLst>
          </p:cNvPr>
          <p:cNvSpPr txBox="1"/>
          <p:nvPr/>
        </p:nvSpPr>
        <p:spPr>
          <a:xfrm>
            <a:off x="4257097" y="1936075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72DA9-6E6B-36B9-13B9-E3709C0B95D5}"/>
              </a:ext>
            </a:extLst>
          </p:cNvPr>
          <p:cNvSpPr txBox="1"/>
          <p:nvPr/>
        </p:nvSpPr>
        <p:spPr>
          <a:xfrm>
            <a:off x="4260815" y="2924070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6C35D-C406-D44C-45DC-11480ED42FEB}"/>
              </a:ext>
            </a:extLst>
          </p:cNvPr>
          <p:cNvSpPr txBox="1"/>
          <p:nvPr/>
        </p:nvSpPr>
        <p:spPr>
          <a:xfrm>
            <a:off x="1524573" y="1936076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38006-7646-F067-1683-3FDFE88D7041}"/>
              </a:ext>
            </a:extLst>
          </p:cNvPr>
          <p:cNvSpPr txBox="1"/>
          <p:nvPr/>
        </p:nvSpPr>
        <p:spPr>
          <a:xfrm>
            <a:off x="3287924" y="1936075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35BB1-4818-FAAF-8D00-7DEAE057688A}"/>
              </a:ext>
            </a:extLst>
          </p:cNvPr>
          <p:cNvSpPr txBox="1"/>
          <p:nvPr/>
        </p:nvSpPr>
        <p:spPr>
          <a:xfrm>
            <a:off x="2517452" y="2924071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" name="椭圆 7">
            <a:extLst>
              <a:ext uri="{FF2B5EF4-FFF2-40B4-BE49-F238E27FC236}">
                <a16:creationId xmlns:a16="http://schemas.microsoft.com/office/drawing/2014/main" id="{167A4895-8DD2-43E4-2AA9-FAB5505969C0}"/>
              </a:ext>
            </a:extLst>
          </p:cNvPr>
          <p:cNvSpPr/>
          <p:nvPr/>
        </p:nvSpPr>
        <p:spPr>
          <a:xfrm>
            <a:off x="3799897" y="1939394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4</a:t>
            </a:r>
            <a:endParaRPr kumimoji="1" lang="zh-CN" altLang="en-US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02717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7703E-5F98-AE5B-9270-CE016137C44C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6F0-5BC2-565A-8FCC-990DA5B48A1D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7D69AC-3BAA-80B4-0B1C-5B51BFE03C4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23AF47-6AF2-1CF5-2478-DD0ADABC762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7">
            <a:extLst>
              <a:ext uri="{FF2B5EF4-FFF2-40B4-BE49-F238E27FC236}">
                <a16:creationId xmlns:a16="http://schemas.microsoft.com/office/drawing/2014/main" id="{B708AC81-B3DE-4D4E-0EFD-4DA73EEB93EF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C5D740D8-98A3-56C7-1B58-0491F111619A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DB3DF64A-99CB-D68B-0CFE-AECC76E3FBA6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F3010A50-7AE3-076F-A24C-6B86EB3F1465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C8B4F-FC2D-F3A8-CA0A-97FD6B7B5E3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201921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72D39D-61A6-F59B-99AD-2A2D740BFEC2}"/>
              </a:ext>
            </a:extLst>
          </p:cNvPr>
          <p:cNvCxnSpPr>
            <a:cxnSpLocks/>
            <a:stCxn id="3" idx="4"/>
            <a:endCxn id="27" idx="0"/>
          </p:cNvCxnSpPr>
          <p:nvPr/>
        </p:nvCxnSpPr>
        <p:spPr>
          <a:xfrm>
            <a:off x="4028498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椭圆 7">
            <a:extLst>
              <a:ext uri="{FF2B5EF4-FFF2-40B4-BE49-F238E27FC236}">
                <a16:creationId xmlns:a16="http://schemas.microsoft.com/office/drawing/2014/main" id="{6EA80F64-DE59-6F57-8469-CE1BD09415FD}"/>
              </a:ext>
            </a:extLst>
          </p:cNvPr>
          <p:cNvSpPr/>
          <p:nvPr/>
        </p:nvSpPr>
        <p:spPr>
          <a:xfrm>
            <a:off x="3799898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5</a:t>
            </a:r>
            <a:endParaRPr kumimoji="1" lang="zh-CN" altLang="en-US" sz="2400" i="1" baseline="-250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A707CB-FC24-8858-0F33-D46480E4DE12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3287925" y="3157138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F78C6B-C74F-202A-C032-3AD3715F9A7C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2299703" y="3157138"/>
            <a:ext cx="531022" cy="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170EE6-176B-9A0A-334C-67C4599820C7}"/>
              </a:ext>
            </a:extLst>
          </p:cNvPr>
          <p:cNvSpPr txBox="1"/>
          <p:nvPr/>
        </p:nvSpPr>
        <p:spPr>
          <a:xfrm>
            <a:off x="1755084" y="3384714"/>
            <a:ext cx="2791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i="1" dirty="0"/>
              <a:t>+</a:t>
            </a:r>
            <a:r>
              <a:rPr lang="en-US" sz="2400" dirty="0"/>
              <a:t>(</a:t>
            </a:r>
            <a:r>
              <a:rPr lang="en-US" sz="2400" i="1" dirty="0"/>
              <a:t> v</a:t>
            </a:r>
            <a:r>
              <a:rPr lang="en-US" sz="2400" i="1" baseline="-25000" dirty="0"/>
              <a:t>1  </a:t>
            </a:r>
            <a:r>
              <a:rPr lang="en-US" sz="2400" dirty="0"/>
              <a:t>,</a:t>
            </a:r>
            <a:r>
              <a:rPr lang="en-US" sz="2400" i="1" dirty="0"/>
              <a:t> v</a:t>
            </a:r>
            <a:r>
              <a:rPr lang="en-US" sz="2400" i="1" baseline="-25000" dirty="0"/>
              <a:t>3 </a:t>
            </a:r>
            <a:r>
              <a:rPr lang="en-US" sz="2400" dirty="0"/>
              <a:t>)</a:t>
            </a:r>
          </a:p>
        </p:txBody>
      </p:sp>
      <p:sp>
        <p:nvSpPr>
          <p:cNvPr id="3" name="椭圆 7">
            <a:extLst>
              <a:ext uri="{FF2B5EF4-FFF2-40B4-BE49-F238E27FC236}">
                <a16:creationId xmlns:a16="http://schemas.microsoft.com/office/drawing/2014/main" id="{37438C1B-ECA0-3B3D-4B39-A52EDEB7E3C6}"/>
              </a:ext>
            </a:extLst>
          </p:cNvPr>
          <p:cNvSpPr/>
          <p:nvPr/>
        </p:nvSpPr>
        <p:spPr>
          <a:xfrm>
            <a:off x="3799898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4</a:t>
            </a:r>
            <a:endParaRPr kumimoji="1" lang="zh-CN" altLang="en-US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15949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7703E-5F98-AE5B-9270-CE016137C44C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6F0-5BC2-565A-8FCC-990DA5B48A1D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7D69AC-3BAA-80B4-0B1C-5B51BFE03C4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23AF47-6AF2-1CF5-2478-DD0ADABC762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7">
            <a:extLst>
              <a:ext uri="{FF2B5EF4-FFF2-40B4-BE49-F238E27FC236}">
                <a16:creationId xmlns:a16="http://schemas.microsoft.com/office/drawing/2014/main" id="{B708AC81-B3DE-4D4E-0EFD-4DA73EEB93EF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C5D740D8-98A3-56C7-1B58-0491F111619A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DB3DF64A-99CB-D68B-0CFE-AECC76E3FBA6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F3010A50-7AE3-076F-A24C-6B86EB3F1465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C8B4F-FC2D-F3A8-CA0A-97FD6B7B5E33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3287925" y="3157138"/>
            <a:ext cx="511973" cy="0"/>
          </a:xfrm>
          <a:prstGeom prst="line">
            <a:avLst/>
          </a:prstGeom>
          <a:ln w="19050"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72D39D-61A6-F59B-99AD-2A2D740BFEC2}"/>
              </a:ext>
            </a:extLst>
          </p:cNvPr>
          <p:cNvCxnSpPr>
            <a:cxnSpLocks/>
            <a:stCxn id="3" idx="4"/>
            <a:endCxn id="13" idx="0"/>
          </p:cNvCxnSpPr>
          <p:nvPr/>
        </p:nvCxnSpPr>
        <p:spPr>
          <a:xfrm>
            <a:off x="4028498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F78C6B-C74F-202A-C032-3AD3715F9A7C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2299703" y="3157138"/>
            <a:ext cx="531022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D872B2-54F7-C258-24A8-5BED0F7F6384}"/>
              </a:ext>
            </a:extLst>
          </p:cNvPr>
          <p:cNvCxnSpPr>
            <a:cxnSpLocks/>
          </p:cNvCxnSpPr>
          <p:nvPr/>
        </p:nvCxnSpPr>
        <p:spPr>
          <a:xfrm>
            <a:off x="3444402" y="3033067"/>
            <a:ext cx="0" cy="24814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1C1380-85C1-AD2B-FAD1-F78316E19996}"/>
              </a:ext>
            </a:extLst>
          </p:cNvPr>
          <p:cNvSpPr txBox="1"/>
          <p:nvPr/>
        </p:nvSpPr>
        <p:spPr>
          <a:xfrm>
            <a:off x="1839883" y="3385738"/>
            <a:ext cx="245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-</a:t>
            </a:r>
            <a:r>
              <a:rPr lang="en-US" sz="2400" dirty="0"/>
              <a:t>(</a:t>
            </a:r>
            <a:r>
              <a:rPr lang="en-US" sz="2400" i="1" dirty="0"/>
              <a:t> v</a:t>
            </a:r>
            <a:r>
              <a:rPr lang="en-US" sz="2400" i="1" baseline="-25000" dirty="0"/>
              <a:t>3  </a:t>
            </a:r>
            <a:r>
              <a:rPr lang="en-US" sz="2400" dirty="0"/>
              <a:t>,</a:t>
            </a:r>
            <a:r>
              <a:rPr lang="en-US" sz="2400" i="1" dirty="0"/>
              <a:t> v</a:t>
            </a:r>
            <a:r>
              <a:rPr lang="en-US" sz="2400" i="1" baseline="-25000" dirty="0"/>
              <a:t>5</a:t>
            </a:r>
            <a:r>
              <a:rPr lang="en-US" sz="2400" dirty="0"/>
              <a:t>)</a:t>
            </a:r>
          </a:p>
        </p:txBody>
      </p:sp>
      <p:sp>
        <p:nvSpPr>
          <p:cNvPr id="3" name="椭圆 7">
            <a:extLst>
              <a:ext uri="{FF2B5EF4-FFF2-40B4-BE49-F238E27FC236}">
                <a16:creationId xmlns:a16="http://schemas.microsoft.com/office/drawing/2014/main" id="{B1677278-00C9-60D5-E48C-B95A0598AAC1}"/>
              </a:ext>
            </a:extLst>
          </p:cNvPr>
          <p:cNvSpPr/>
          <p:nvPr/>
        </p:nvSpPr>
        <p:spPr>
          <a:xfrm>
            <a:off x="3799898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4</a:t>
            </a:r>
            <a:endParaRPr kumimoji="1" lang="zh-CN" altLang="en-US" sz="2400" i="1" baseline="-25000" dirty="0"/>
          </a:p>
        </p:txBody>
      </p:sp>
      <p:sp>
        <p:nvSpPr>
          <p:cNvPr id="13" name="椭圆 7">
            <a:extLst>
              <a:ext uri="{FF2B5EF4-FFF2-40B4-BE49-F238E27FC236}">
                <a16:creationId xmlns:a16="http://schemas.microsoft.com/office/drawing/2014/main" id="{0384882F-9C8C-3316-4A85-57EF7518DD5D}"/>
              </a:ext>
            </a:extLst>
          </p:cNvPr>
          <p:cNvSpPr/>
          <p:nvPr/>
        </p:nvSpPr>
        <p:spPr>
          <a:xfrm>
            <a:off x="3799898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5</a:t>
            </a:r>
            <a:endParaRPr kumimoji="1" lang="zh-CN" altLang="en-US" sz="2400" i="1" baseline="-25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C7FC4C-5605-28DD-E56A-1BDF09AEBD1D}"/>
              </a:ext>
            </a:extLst>
          </p:cNvPr>
          <p:cNvCxnSpPr>
            <a:cxnSpLocks/>
            <a:stCxn id="10" idx="5"/>
            <a:endCxn id="13" idx="1"/>
          </p:cNvCxnSpPr>
          <p:nvPr/>
        </p:nvCxnSpPr>
        <p:spPr>
          <a:xfrm>
            <a:off x="3201921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6C6E3F-7596-C4D7-A4A7-28AEDCD0C512}"/>
              </a:ext>
            </a:extLst>
          </p:cNvPr>
          <p:cNvCxnSpPr>
            <a:cxnSpLocks/>
          </p:cNvCxnSpPr>
          <p:nvPr/>
        </p:nvCxnSpPr>
        <p:spPr>
          <a:xfrm>
            <a:off x="3556685" y="3033067"/>
            <a:ext cx="0" cy="24814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84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2964B6CD-05BB-5E9C-A597-CB15FCED97B9}"/>
              </a:ext>
            </a:extLst>
          </p:cNvPr>
          <p:cNvSpPr txBox="1"/>
          <p:nvPr/>
        </p:nvSpPr>
        <p:spPr>
          <a:xfrm>
            <a:off x="1687654" y="3727751"/>
            <a:ext cx="228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2</a:t>
            </a:r>
          </a:p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C1C15B-CBF7-1FC2-A25C-EED2E16AA812}"/>
              </a:ext>
            </a:extLst>
          </p:cNvPr>
          <p:cNvSpPr txBox="1"/>
          <p:nvPr/>
        </p:nvSpPr>
        <p:spPr>
          <a:xfrm>
            <a:off x="5291018" y="4267762"/>
            <a:ext cx="83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urier" pitchFamily="2" charset="0"/>
              </a:rPr>
              <a:t>Time t</a:t>
            </a:r>
            <a:endParaRPr lang="en-US" sz="1100" dirty="0">
              <a:latin typeface="Courier" pitchFamily="2" charset="0"/>
            </a:endParaRP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45725356-BC10-7E92-0726-CB423C025A3B}"/>
              </a:ext>
            </a:extLst>
          </p:cNvPr>
          <p:cNvCxnSpPr>
            <a:cxnSpLocks/>
          </p:cNvCxnSpPr>
          <p:nvPr/>
        </p:nvCxnSpPr>
        <p:spPr>
          <a:xfrm flipV="1">
            <a:off x="1947581" y="4546531"/>
            <a:ext cx="3778889" cy="3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786B23D-F3CD-01BA-2B76-6A3AFB0AFE3A}"/>
              </a:ext>
            </a:extLst>
          </p:cNvPr>
          <p:cNvCxnSpPr>
            <a:cxnSpLocks/>
          </p:cNvCxnSpPr>
          <p:nvPr/>
        </p:nvCxnSpPr>
        <p:spPr>
          <a:xfrm flipV="1">
            <a:off x="1965963" y="3480648"/>
            <a:ext cx="939" cy="10617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7D3F6C2B-3F24-7805-924E-741A3F78DFAE}"/>
              </a:ext>
            </a:extLst>
          </p:cNvPr>
          <p:cNvCxnSpPr>
            <a:cxnSpLocks/>
          </p:cNvCxnSpPr>
          <p:nvPr/>
        </p:nvCxnSpPr>
        <p:spPr>
          <a:xfrm>
            <a:off x="2138237" y="4458088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8201BBEF-3E62-F73E-8520-34471416E714}"/>
              </a:ext>
            </a:extLst>
          </p:cNvPr>
          <p:cNvSpPr txBox="1"/>
          <p:nvPr/>
        </p:nvSpPr>
        <p:spPr>
          <a:xfrm>
            <a:off x="1990915" y="4563857"/>
            <a:ext cx="422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  <a:r>
              <a:rPr lang="en-US" sz="1100" b="1" i="1" dirty="0"/>
              <a:t> 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       </a:t>
            </a:r>
            <a:r>
              <a:rPr lang="en-US" sz="1100" b="1" i="1" dirty="0"/>
              <a:t>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  <a:r>
              <a:rPr lang="el-GR" sz="1100" b="1" i="1" dirty="0"/>
              <a:t> </a:t>
            </a:r>
            <a:r>
              <a:rPr lang="en-US" sz="1100" b="1" i="1" dirty="0"/>
              <a:t>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  <a:r>
              <a:rPr lang="el-GR" sz="1100" b="1" i="1" dirty="0"/>
              <a:t> </a:t>
            </a:r>
            <a:r>
              <a:rPr lang="en-US" sz="1100" b="1" i="1" dirty="0"/>
              <a:t>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8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E84A2F7-227B-CAB8-6BE0-D99F969D6C92}"/>
              </a:ext>
            </a:extLst>
          </p:cNvPr>
          <p:cNvCxnSpPr>
            <a:cxnSpLocks/>
          </p:cNvCxnSpPr>
          <p:nvPr/>
        </p:nvCxnSpPr>
        <p:spPr>
          <a:xfrm>
            <a:off x="2361393" y="4466415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9FCB2DC-79A7-FCD1-D92D-A00E0D26A96F}"/>
              </a:ext>
            </a:extLst>
          </p:cNvPr>
          <p:cNvCxnSpPr>
            <a:cxnSpLocks/>
          </p:cNvCxnSpPr>
          <p:nvPr/>
        </p:nvCxnSpPr>
        <p:spPr>
          <a:xfrm>
            <a:off x="2880542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31BF344-8644-D615-A32D-819A26669A23}"/>
              </a:ext>
            </a:extLst>
          </p:cNvPr>
          <p:cNvCxnSpPr>
            <a:cxnSpLocks/>
          </p:cNvCxnSpPr>
          <p:nvPr/>
        </p:nvCxnSpPr>
        <p:spPr>
          <a:xfrm>
            <a:off x="3551975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5B2C520-2CB4-A9C7-4A44-1917A2A879F7}"/>
              </a:ext>
            </a:extLst>
          </p:cNvPr>
          <p:cNvCxnSpPr>
            <a:cxnSpLocks/>
          </p:cNvCxnSpPr>
          <p:nvPr/>
        </p:nvCxnSpPr>
        <p:spPr>
          <a:xfrm>
            <a:off x="3734160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96004B0-83D2-CF5F-0CBD-9F0860A3C60B}"/>
              </a:ext>
            </a:extLst>
          </p:cNvPr>
          <p:cNvCxnSpPr>
            <a:cxnSpLocks/>
          </p:cNvCxnSpPr>
          <p:nvPr/>
        </p:nvCxnSpPr>
        <p:spPr>
          <a:xfrm>
            <a:off x="4213804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9ACC721-A45C-3B84-7789-DF870369D3B9}"/>
              </a:ext>
            </a:extLst>
          </p:cNvPr>
          <p:cNvCxnSpPr>
            <a:cxnSpLocks/>
          </p:cNvCxnSpPr>
          <p:nvPr/>
        </p:nvCxnSpPr>
        <p:spPr>
          <a:xfrm>
            <a:off x="4373084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3E935C1-FBB6-A47C-4B83-E00542417361}"/>
              </a:ext>
            </a:extLst>
          </p:cNvPr>
          <p:cNvCxnSpPr>
            <a:cxnSpLocks/>
          </p:cNvCxnSpPr>
          <p:nvPr/>
        </p:nvCxnSpPr>
        <p:spPr>
          <a:xfrm>
            <a:off x="4763666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B35BEFC5-04F0-2229-AFB8-DEB35F6D8BA4}"/>
              </a:ext>
            </a:extLst>
          </p:cNvPr>
          <p:cNvSpPr txBox="1"/>
          <p:nvPr/>
        </p:nvSpPr>
        <p:spPr>
          <a:xfrm>
            <a:off x="2000676" y="3452517"/>
            <a:ext cx="919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Warp ID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CA134F2-B309-199C-4BFB-60718ACFD05B}"/>
              </a:ext>
            </a:extLst>
          </p:cNvPr>
          <p:cNvSpPr/>
          <p:nvPr/>
        </p:nvSpPr>
        <p:spPr>
          <a:xfrm>
            <a:off x="4799948" y="622799"/>
            <a:ext cx="137160" cy="13716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2AC1AF92-DB1C-D820-B6E2-BE170BD0A5DE}"/>
              </a:ext>
            </a:extLst>
          </p:cNvPr>
          <p:cNvSpPr/>
          <p:nvPr/>
        </p:nvSpPr>
        <p:spPr>
          <a:xfrm>
            <a:off x="3375706" y="617410"/>
            <a:ext cx="137160" cy="1371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58EE438-912A-6E7E-DE73-D7DD7CEC7119}"/>
              </a:ext>
            </a:extLst>
          </p:cNvPr>
          <p:cNvSpPr txBox="1"/>
          <p:nvPr/>
        </p:nvSpPr>
        <p:spPr>
          <a:xfrm>
            <a:off x="4936966" y="477342"/>
            <a:ext cx="1154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Update </a:t>
            </a:r>
          </a:p>
          <a:p>
            <a:r>
              <a:rPr lang="en-US" sz="1100" dirty="0">
                <a:latin typeface="Courier" pitchFamily="2" charset="0"/>
              </a:rPr>
              <a:t>Data Graph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BBF3A11-10C7-A25E-1796-BD04C6CC8D64}"/>
              </a:ext>
            </a:extLst>
          </p:cNvPr>
          <p:cNvSpPr txBox="1"/>
          <p:nvPr/>
        </p:nvSpPr>
        <p:spPr>
          <a:xfrm>
            <a:off x="3555777" y="473205"/>
            <a:ext cx="1276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Incremental </a:t>
            </a:r>
          </a:p>
          <a:p>
            <a:r>
              <a:rPr lang="en-US" sz="1100" dirty="0">
                <a:latin typeface="Courier" pitchFamily="2" charset="0"/>
              </a:rPr>
              <a:t>Matching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3099D85-70BF-F02C-1D8F-202911275BCF}"/>
              </a:ext>
            </a:extLst>
          </p:cNvPr>
          <p:cNvSpPr txBox="1"/>
          <p:nvPr/>
        </p:nvSpPr>
        <p:spPr>
          <a:xfrm>
            <a:off x="1696702" y="2501744"/>
            <a:ext cx="228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2BA11A2-6029-B76D-0D65-BAD26BA5232A}"/>
              </a:ext>
            </a:extLst>
          </p:cNvPr>
          <p:cNvSpPr txBox="1"/>
          <p:nvPr/>
        </p:nvSpPr>
        <p:spPr>
          <a:xfrm>
            <a:off x="5250438" y="2827093"/>
            <a:ext cx="83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urier" pitchFamily="2" charset="0"/>
              </a:rPr>
              <a:t>Time t</a:t>
            </a:r>
            <a:endParaRPr lang="en-US" sz="1100" dirty="0">
              <a:latin typeface="Courier" pitchFamily="2" charset="0"/>
            </a:endParaRPr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FF63726C-D07E-36F2-E592-88A0959F3C51}"/>
              </a:ext>
            </a:extLst>
          </p:cNvPr>
          <p:cNvCxnSpPr>
            <a:cxnSpLocks/>
          </p:cNvCxnSpPr>
          <p:nvPr/>
        </p:nvCxnSpPr>
        <p:spPr>
          <a:xfrm flipV="1">
            <a:off x="1954013" y="2231562"/>
            <a:ext cx="6661" cy="8770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CAA0B50B-387E-E6A3-2D2F-0832962D5D9E}"/>
              </a:ext>
            </a:extLst>
          </p:cNvPr>
          <p:cNvSpPr txBox="1"/>
          <p:nvPr/>
        </p:nvSpPr>
        <p:spPr>
          <a:xfrm>
            <a:off x="1954375" y="2214886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Warp ID</a:t>
            </a:r>
          </a:p>
        </p:txBody>
      </p:sp>
      <p:graphicFrame>
        <p:nvGraphicFramePr>
          <p:cNvPr id="226" name="Table 13">
            <a:extLst>
              <a:ext uri="{FF2B5EF4-FFF2-40B4-BE49-F238E27FC236}">
                <a16:creationId xmlns:a16="http://schemas.microsoft.com/office/drawing/2014/main" id="{17FFB9F7-CCA5-7C22-7818-31BD744E3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08344"/>
              </p:ext>
            </p:extLst>
          </p:nvPr>
        </p:nvGraphicFramePr>
        <p:xfrm>
          <a:off x="2374298" y="2561074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1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2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E90E96CF-F830-D8AA-E77D-7E0A251CF2D3}"/>
              </a:ext>
            </a:extLst>
          </p:cNvPr>
          <p:cNvCxnSpPr>
            <a:cxnSpLocks/>
          </p:cNvCxnSpPr>
          <p:nvPr/>
        </p:nvCxnSpPr>
        <p:spPr>
          <a:xfrm>
            <a:off x="2897762" y="2390315"/>
            <a:ext cx="0" cy="69838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B4EAF0CB-24B4-E8C7-287C-381A8669116B}"/>
              </a:ext>
            </a:extLst>
          </p:cNvPr>
          <p:cNvCxnSpPr>
            <a:cxnSpLocks/>
          </p:cNvCxnSpPr>
          <p:nvPr/>
        </p:nvCxnSpPr>
        <p:spPr>
          <a:xfrm>
            <a:off x="3540009" y="2390315"/>
            <a:ext cx="0" cy="69838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F7750076-5A68-078E-06DA-CFCD6E6CA596}"/>
              </a:ext>
            </a:extLst>
          </p:cNvPr>
          <p:cNvSpPr txBox="1"/>
          <p:nvPr/>
        </p:nvSpPr>
        <p:spPr>
          <a:xfrm>
            <a:off x="2928053" y="2496637"/>
            <a:ext cx="570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000" dirty="0">
                <a:latin typeface="Courier" pitchFamily="2" charset="0"/>
              </a:rPr>
              <a:t>Δ</a:t>
            </a:r>
            <a:r>
              <a:rPr lang="en-US" sz="1000" dirty="0">
                <a:latin typeface="Courier" pitchFamily="2" charset="0"/>
              </a:rPr>
              <a:t>e</a:t>
            </a:r>
            <a:r>
              <a:rPr lang="en-US" sz="1000" baseline="-25000" dirty="0">
                <a:latin typeface="Courier" pitchFamily="2" charset="0"/>
              </a:rPr>
              <a:t>3 </a:t>
            </a:r>
          </a:p>
          <a:p>
            <a:pPr algn="ctr"/>
            <a:r>
              <a:rPr lang="en-US" sz="1000" dirty="0">
                <a:latin typeface="Courier" pitchFamily="2" charset="0"/>
              </a:rPr>
              <a:t>Wait </a:t>
            </a:r>
          </a:p>
          <a:p>
            <a:pPr algn="ctr"/>
            <a:r>
              <a:rPr lang="en-US" sz="1000" dirty="0">
                <a:latin typeface="Courier" pitchFamily="2" charset="0"/>
              </a:rPr>
              <a:t>Time </a:t>
            </a:r>
          </a:p>
        </p:txBody>
      </p:sp>
      <p:graphicFrame>
        <p:nvGraphicFramePr>
          <p:cNvPr id="248" name="Table 13">
            <a:extLst>
              <a:ext uri="{FF2B5EF4-FFF2-40B4-BE49-F238E27FC236}">
                <a16:creationId xmlns:a16="http://schemas.microsoft.com/office/drawing/2014/main" id="{724C28AA-ADE8-0EFE-1E30-81B663755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88975"/>
              </p:ext>
            </p:extLst>
          </p:nvPr>
        </p:nvGraphicFramePr>
        <p:xfrm>
          <a:off x="2149271" y="1581216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1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266" name="TextBox 265">
            <a:extLst>
              <a:ext uri="{FF2B5EF4-FFF2-40B4-BE49-F238E27FC236}">
                <a16:creationId xmlns:a16="http://schemas.microsoft.com/office/drawing/2014/main" id="{ED6EA739-E40B-9068-DEDD-A652606A4F21}"/>
              </a:ext>
            </a:extLst>
          </p:cNvPr>
          <p:cNvSpPr txBox="1"/>
          <p:nvPr/>
        </p:nvSpPr>
        <p:spPr>
          <a:xfrm>
            <a:off x="4995085" y="1564489"/>
            <a:ext cx="48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ourier" pitchFamily="2" charset="0"/>
              </a:rPr>
              <a:t>…</a:t>
            </a:r>
          </a:p>
        </p:txBody>
      </p: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176D54DD-0A8D-E2C2-278E-9F8E198DA2AF}"/>
              </a:ext>
            </a:extLst>
          </p:cNvPr>
          <p:cNvCxnSpPr>
            <a:cxnSpLocks/>
          </p:cNvCxnSpPr>
          <p:nvPr/>
        </p:nvCxnSpPr>
        <p:spPr>
          <a:xfrm flipV="1">
            <a:off x="1969064" y="1012720"/>
            <a:ext cx="6661" cy="8770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33EFD31D-A0D9-4C33-E705-BED4CCF38307}"/>
              </a:ext>
            </a:extLst>
          </p:cNvPr>
          <p:cNvSpPr txBox="1"/>
          <p:nvPr/>
        </p:nvSpPr>
        <p:spPr>
          <a:xfrm>
            <a:off x="1703924" y="1293410"/>
            <a:ext cx="228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1132234E-4835-7744-3501-AEF034FD68B9}"/>
              </a:ext>
            </a:extLst>
          </p:cNvPr>
          <p:cNvSpPr txBox="1"/>
          <p:nvPr/>
        </p:nvSpPr>
        <p:spPr>
          <a:xfrm>
            <a:off x="1954013" y="961946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Warp ID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609CCA-086B-0811-A40D-8503E1B697D5}"/>
              </a:ext>
            </a:extLst>
          </p:cNvPr>
          <p:cNvCxnSpPr>
            <a:cxnSpLocks/>
          </p:cNvCxnSpPr>
          <p:nvPr/>
        </p:nvCxnSpPr>
        <p:spPr>
          <a:xfrm flipV="1">
            <a:off x="1954013" y="3113265"/>
            <a:ext cx="3778889" cy="3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3AB080-9585-7441-1AE9-7B92EFCA6943}"/>
              </a:ext>
            </a:extLst>
          </p:cNvPr>
          <p:cNvCxnSpPr>
            <a:cxnSpLocks/>
          </p:cNvCxnSpPr>
          <p:nvPr/>
        </p:nvCxnSpPr>
        <p:spPr>
          <a:xfrm>
            <a:off x="2144669" y="3024822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278175-6308-39DF-6606-C78C4C002E09}"/>
              </a:ext>
            </a:extLst>
          </p:cNvPr>
          <p:cNvCxnSpPr>
            <a:cxnSpLocks/>
          </p:cNvCxnSpPr>
          <p:nvPr/>
        </p:nvCxnSpPr>
        <p:spPr>
          <a:xfrm>
            <a:off x="2367825" y="303314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CC12EC-3ED7-C73D-71BD-4AE2CDD8D5F3}"/>
              </a:ext>
            </a:extLst>
          </p:cNvPr>
          <p:cNvCxnSpPr>
            <a:cxnSpLocks/>
          </p:cNvCxnSpPr>
          <p:nvPr/>
        </p:nvCxnSpPr>
        <p:spPr>
          <a:xfrm>
            <a:off x="2886974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72FF7F3-73DD-F2AC-1662-3F7CE2B3A89E}"/>
              </a:ext>
            </a:extLst>
          </p:cNvPr>
          <p:cNvCxnSpPr>
            <a:cxnSpLocks/>
          </p:cNvCxnSpPr>
          <p:nvPr/>
        </p:nvCxnSpPr>
        <p:spPr>
          <a:xfrm>
            <a:off x="3558407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0567CC-5DA7-5330-5645-B47F7C2FAE5C}"/>
              </a:ext>
            </a:extLst>
          </p:cNvPr>
          <p:cNvCxnSpPr>
            <a:cxnSpLocks/>
          </p:cNvCxnSpPr>
          <p:nvPr/>
        </p:nvCxnSpPr>
        <p:spPr>
          <a:xfrm>
            <a:off x="3740592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D0445F-96BD-0E85-21C5-2D143AF54381}"/>
              </a:ext>
            </a:extLst>
          </p:cNvPr>
          <p:cNvCxnSpPr>
            <a:cxnSpLocks/>
          </p:cNvCxnSpPr>
          <p:nvPr/>
        </p:nvCxnSpPr>
        <p:spPr>
          <a:xfrm>
            <a:off x="4220236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30AE25-F4F3-F18F-1496-3B234C141397}"/>
              </a:ext>
            </a:extLst>
          </p:cNvPr>
          <p:cNvCxnSpPr>
            <a:cxnSpLocks/>
          </p:cNvCxnSpPr>
          <p:nvPr/>
        </p:nvCxnSpPr>
        <p:spPr>
          <a:xfrm>
            <a:off x="4379516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F87618-8974-D1AE-5590-CA255EB84A96}"/>
              </a:ext>
            </a:extLst>
          </p:cNvPr>
          <p:cNvCxnSpPr>
            <a:cxnSpLocks/>
          </p:cNvCxnSpPr>
          <p:nvPr/>
        </p:nvCxnSpPr>
        <p:spPr>
          <a:xfrm>
            <a:off x="4770098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477F1F-3D5F-71D1-1E27-FAA0A7EC6FAC}"/>
              </a:ext>
            </a:extLst>
          </p:cNvPr>
          <p:cNvSpPr txBox="1"/>
          <p:nvPr/>
        </p:nvSpPr>
        <p:spPr>
          <a:xfrm>
            <a:off x="2000676" y="3117806"/>
            <a:ext cx="422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  <a:r>
              <a:rPr lang="en-US" sz="1100" b="1" i="1" dirty="0"/>
              <a:t> 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       </a:t>
            </a:r>
            <a:r>
              <a:rPr lang="en-US" sz="1100" b="1" i="1" dirty="0"/>
              <a:t>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  <a:r>
              <a:rPr lang="el-GR" sz="1100" b="1" i="1" dirty="0"/>
              <a:t> </a:t>
            </a:r>
            <a:r>
              <a:rPr lang="en-US" sz="1100" b="1" i="1" dirty="0"/>
              <a:t>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  <a:r>
              <a:rPr lang="el-GR" sz="1100" b="1" i="1" dirty="0"/>
              <a:t> </a:t>
            </a:r>
            <a:r>
              <a:rPr lang="en-US" sz="1100" b="1" i="1" dirty="0"/>
              <a:t>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8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A71765-1925-0E06-5615-3126468E8AC0}"/>
              </a:ext>
            </a:extLst>
          </p:cNvPr>
          <p:cNvCxnSpPr>
            <a:cxnSpLocks/>
          </p:cNvCxnSpPr>
          <p:nvPr/>
        </p:nvCxnSpPr>
        <p:spPr>
          <a:xfrm flipV="1">
            <a:off x="1975725" y="1896706"/>
            <a:ext cx="3778889" cy="3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75BE648-5726-8CE2-3910-2F684F6472D2}"/>
              </a:ext>
            </a:extLst>
          </p:cNvPr>
          <p:cNvCxnSpPr>
            <a:cxnSpLocks/>
          </p:cNvCxnSpPr>
          <p:nvPr/>
        </p:nvCxnSpPr>
        <p:spPr>
          <a:xfrm>
            <a:off x="2166381" y="180826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7DA106D-27CE-296A-4B3B-053F0F5D3289}"/>
              </a:ext>
            </a:extLst>
          </p:cNvPr>
          <p:cNvSpPr txBox="1"/>
          <p:nvPr/>
        </p:nvSpPr>
        <p:spPr>
          <a:xfrm>
            <a:off x="2019059" y="1914032"/>
            <a:ext cx="422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  <a:r>
              <a:rPr lang="en-US" sz="1100" b="1" i="1" dirty="0"/>
              <a:t> 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       </a:t>
            </a:r>
            <a:r>
              <a:rPr lang="en-US" sz="1100" b="1" i="1" dirty="0"/>
              <a:t>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  <a:r>
              <a:rPr lang="el-GR" sz="1100" b="1" i="1" dirty="0"/>
              <a:t> </a:t>
            </a:r>
            <a:r>
              <a:rPr lang="en-US" sz="1100" b="1" i="1" dirty="0"/>
              <a:t>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  <a:r>
              <a:rPr lang="el-GR" sz="1100" b="1" i="1" dirty="0"/>
              <a:t> </a:t>
            </a:r>
            <a:r>
              <a:rPr lang="en-US" sz="1100" b="1" i="1" dirty="0"/>
              <a:t>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8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18E511-B7A0-7A9C-9EFB-A623DA69CCD8}"/>
              </a:ext>
            </a:extLst>
          </p:cNvPr>
          <p:cNvCxnSpPr>
            <a:cxnSpLocks/>
          </p:cNvCxnSpPr>
          <p:nvPr/>
        </p:nvCxnSpPr>
        <p:spPr>
          <a:xfrm>
            <a:off x="2389537" y="1816590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258A66-F1BF-369A-D03F-9153EFD2FB29}"/>
              </a:ext>
            </a:extLst>
          </p:cNvPr>
          <p:cNvCxnSpPr>
            <a:cxnSpLocks/>
          </p:cNvCxnSpPr>
          <p:nvPr/>
        </p:nvCxnSpPr>
        <p:spPr>
          <a:xfrm>
            <a:off x="2908686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C1E40E-E710-BB97-7CFC-96F7186D5598}"/>
              </a:ext>
            </a:extLst>
          </p:cNvPr>
          <p:cNvCxnSpPr>
            <a:cxnSpLocks/>
          </p:cNvCxnSpPr>
          <p:nvPr/>
        </p:nvCxnSpPr>
        <p:spPr>
          <a:xfrm>
            <a:off x="3580119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1A0058-267C-7B0F-EAFF-975589D7DA75}"/>
              </a:ext>
            </a:extLst>
          </p:cNvPr>
          <p:cNvCxnSpPr>
            <a:cxnSpLocks/>
          </p:cNvCxnSpPr>
          <p:nvPr/>
        </p:nvCxnSpPr>
        <p:spPr>
          <a:xfrm>
            <a:off x="3762304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64F4E85-5EAC-1A93-91D9-8147BDBC69B7}"/>
              </a:ext>
            </a:extLst>
          </p:cNvPr>
          <p:cNvCxnSpPr>
            <a:cxnSpLocks/>
          </p:cNvCxnSpPr>
          <p:nvPr/>
        </p:nvCxnSpPr>
        <p:spPr>
          <a:xfrm>
            <a:off x="4241948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207F06-25AF-3EE0-EE5E-46CECF0575FC}"/>
              </a:ext>
            </a:extLst>
          </p:cNvPr>
          <p:cNvCxnSpPr>
            <a:cxnSpLocks/>
          </p:cNvCxnSpPr>
          <p:nvPr/>
        </p:nvCxnSpPr>
        <p:spPr>
          <a:xfrm>
            <a:off x="4401228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4A6F61-84FA-060A-6118-F2494B168BFA}"/>
              </a:ext>
            </a:extLst>
          </p:cNvPr>
          <p:cNvCxnSpPr>
            <a:cxnSpLocks/>
          </p:cNvCxnSpPr>
          <p:nvPr/>
        </p:nvCxnSpPr>
        <p:spPr>
          <a:xfrm>
            <a:off x="4791810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Table 13">
            <a:extLst>
              <a:ext uri="{FF2B5EF4-FFF2-40B4-BE49-F238E27FC236}">
                <a16:creationId xmlns:a16="http://schemas.microsoft.com/office/drawing/2014/main" id="{431854BF-4511-6A54-ECF6-ED71FFC5D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15392"/>
              </p:ext>
            </p:extLst>
          </p:nvPr>
        </p:nvGraphicFramePr>
        <p:xfrm>
          <a:off x="2144669" y="4225253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1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29" name="Table 13">
            <a:extLst>
              <a:ext uri="{FF2B5EF4-FFF2-40B4-BE49-F238E27FC236}">
                <a16:creationId xmlns:a16="http://schemas.microsoft.com/office/drawing/2014/main" id="{22F8D263-546F-B56B-1B76-4F5583BC3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820434"/>
              </p:ext>
            </p:extLst>
          </p:nvPr>
        </p:nvGraphicFramePr>
        <p:xfrm>
          <a:off x="2130610" y="3790362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38" name="Table 13">
            <a:extLst>
              <a:ext uri="{FF2B5EF4-FFF2-40B4-BE49-F238E27FC236}">
                <a16:creationId xmlns:a16="http://schemas.microsoft.com/office/drawing/2014/main" id="{B04C2E1E-4884-67BF-D713-EBC5D8166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723358"/>
              </p:ext>
            </p:extLst>
          </p:nvPr>
        </p:nvGraphicFramePr>
        <p:xfrm>
          <a:off x="2353582" y="3995237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2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39" name="Table 13">
            <a:extLst>
              <a:ext uri="{FF2B5EF4-FFF2-40B4-BE49-F238E27FC236}">
                <a16:creationId xmlns:a16="http://schemas.microsoft.com/office/drawing/2014/main" id="{CDCC8C2A-ACAE-C88E-B2E8-A1C6823B6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935834"/>
              </p:ext>
            </p:extLst>
          </p:nvPr>
        </p:nvGraphicFramePr>
        <p:xfrm>
          <a:off x="2876009" y="4225253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3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40" name="Table 13">
            <a:extLst>
              <a:ext uri="{FF2B5EF4-FFF2-40B4-BE49-F238E27FC236}">
                <a16:creationId xmlns:a16="http://schemas.microsoft.com/office/drawing/2014/main" id="{5AEA75C2-CE77-1EEA-0D1E-573C1A24B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30798"/>
              </p:ext>
            </p:extLst>
          </p:nvPr>
        </p:nvGraphicFramePr>
        <p:xfrm>
          <a:off x="3540009" y="4225253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4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41" name="Table 13">
            <a:extLst>
              <a:ext uri="{FF2B5EF4-FFF2-40B4-BE49-F238E27FC236}">
                <a16:creationId xmlns:a16="http://schemas.microsoft.com/office/drawing/2014/main" id="{50B17638-7CBD-F942-DB05-33E085E47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88495"/>
              </p:ext>
            </p:extLst>
          </p:nvPr>
        </p:nvGraphicFramePr>
        <p:xfrm>
          <a:off x="3720001" y="4000209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5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42" name="Table 13">
            <a:extLst>
              <a:ext uri="{FF2B5EF4-FFF2-40B4-BE49-F238E27FC236}">
                <a16:creationId xmlns:a16="http://schemas.microsoft.com/office/drawing/2014/main" id="{5A3DC14C-13CC-FCCB-3CF8-E6E66833E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491968"/>
              </p:ext>
            </p:extLst>
          </p:nvPr>
        </p:nvGraphicFramePr>
        <p:xfrm>
          <a:off x="4194066" y="4227840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6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43" name="Table 13">
            <a:extLst>
              <a:ext uri="{FF2B5EF4-FFF2-40B4-BE49-F238E27FC236}">
                <a16:creationId xmlns:a16="http://schemas.microsoft.com/office/drawing/2014/main" id="{3BB190C4-6D17-B0AD-D1CB-446A4C308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571051"/>
              </p:ext>
            </p:extLst>
          </p:nvPr>
        </p:nvGraphicFramePr>
        <p:xfrm>
          <a:off x="4348917" y="4004021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7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46" name="Table 13">
            <a:extLst>
              <a:ext uri="{FF2B5EF4-FFF2-40B4-BE49-F238E27FC236}">
                <a16:creationId xmlns:a16="http://schemas.microsoft.com/office/drawing/2014/main" id="{1489058B-82D8-FC57-1FA5-622941EE9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007107"/>
              </p:ext>
            </p:extLst>
          </p:nvPr>
        </p:nvGraphicFramePr>
        <p:xfrm>
          <a:off x="4757911" y="4228947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8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147" name="TextBox 146">
            <a:extLst>
              <a:ext uri="{FF2B5EF4-FFF2-40B4-BE49-F238E27FC236}">
                <a16:creationId xmlns:a16="http://schemas.microsoft.com/office/drawing/2014/main" id="{6504DCE0-3CA1-0E3D-33F5-FD6717040EA2}"/>
              </a:ext>
            </a:extLst>
          </p:cNvPr>
          <p:cNvSpPr txBox="1"/>
          <p:nvPr/>
        </p:nvSpPr>
        <p:spPr>
          <a:xfrm>
            <a:off x="5387090" y="1578792"/>
            <a:ext cx="83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urier" pitchFamily="2" charset="0"/>
              </a:rPr>
              <a:t>Time t</a:t>
            </a:r>
            <a:endParaRPr lang="en-US" sz="1100" dirty="0">
              <a:latin typeface="Courier" pitchFamily="2" charset="0"/>
            </a:endParaRPr>
          </a:p>
        </p:txBody>
      </p:sp>
      <p:graphicFrame>
        <p:nvGraphicFramePr>
          <p:cNvPr id="151" name="Table 13">
            <a:extLst>
              <a:ext uri="{FF2B5EF4-FFF2-40B4-BE49-F238E27FC236}">
                <a16:creationId xmlns:a16="http://schemas.microsoft.com/office/drawing/2014/main" id="{A3FC884E-5351-49D9-E18F-C0C8FC7C7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794339"/>
              </p:ext>
            </p:extLst>
          </p:nvPr>
        </p:nvGraphicFramePr>
        <p:xfrm>
          <a:off x="2678242" y="1386426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2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2" name="Table 13">
            <a:extLst>
              <a:ext uri="{FF2B5EF4-FFF2-40B4-BE49-F238E27FC236}">
                <a16:creationId xmlns:a16="http://schemas.microsoft.com/office/drawing/2014/main" id="{01AEF059-93C5-D772-49C5-1F78CF969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405699"/>
              </p:ext>
            </p:extLst>
          </p:nvPr>
        </p:nvGraphicFramePr>
        <p:xfrm>
          <a:off x="3213461" y="1582399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3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3" name="Table 13">
            <a:extLst>
              <a:ext uri="{FF2B5EF4-FFF2-40B4-BE49-F238E27FC236}">
                <a16:creationId xmlns:a16="http://schemas.microsoft.com/office/drawing/2014/main" id="{3DE24E0B-5A9F-B2A8-4AD6-D604D3F37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830417"/>
              </p:ext>
            </p:extLst>
          </p:nvPr>
        </p:nvGraphicFramePr>
        <p:xfrm>
          <a:off x="3750564" y="1388198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4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4" name="Table 13">
            <a:extLst>
              <a:ext uri="{FF2B5EF4-FFF2-40B4-BE49-F238E27FC236}">
                <a16:creationId xmlns:a16="http://schemas.microsoft.com/office/drawing/2014/main" id="{2FA28852-7740-1035-3FC2-4F0C0C40A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685540"/>
              </p:ext>
            </p:extLst>
          </p:nvPr>
        </p:nvGraphicFramePr>
        <p:xfrm>
          <a:off x="4278462" y="1585899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5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5" name="Table 13">
            <a:extLst>
              <a:ext uri="{FF2B5EF4-FFF2-40B4-BE49-F238E27FC236}">
                <a16:creationId xmlns:a16="http://schemas.microsoft.com/office/drawing/2014/main" id="{81C608D2-1472-6C47-A270-FBCBA1F72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885454"/>
              </p:ext>
            </p:extLst>
          </p:nvPr>
        </p:nvGraphicFramePr>
        <p:xfrm>
          <a:off x="4816686" y="1393736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6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6" name="Table 13">
            <a:extLst>
              <a:ext uri="{FF2B5EF4-FFF2-40B4-BE49-F238E27FC236}">
                <a16:creationId xmlns:a16="http://schemas.microsoft.com/office/drawing/2014/main" id="{524600CA-7654-AC18-9390-5E9118408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289793"/>
              </p:ext>
            </p:extLst>
          </p:nvPr>
        </p:nvGraphicFramePr>
        <p:xfrm>
          <a:off x="3549940" y="2563006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3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4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7" name="Table 13">
            <a:extLst>
              <a:ext uri="{FF2B5EF4-FFF2-40B4-BE49-F238E27FC236}">
                <a16:creationId xmlns:a16="http://schemas.microsoft.com/office/drawing/2014/main" id="{2145E002-F722-96D4-53B0-DEE039754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268765"/>
              </p:ext>
            </p:extLst>
          </p:nvPr>
        </p:nvGraphicFramePr>
        <p:xfrm>
          <a:off x="4210175" y="2560587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5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6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58" name="Table 13">
            <a:extLst>
              <a:ext uri="{FF2B5EF4-FFF2-40B4-BE49-F238E27FC236}">
                <a16:creationId xmlns:a16="http://schemas.microsoft.com/office/drawing/2014/main" id="{4BF8D7AF-F94A-E132-E6EB-4BB4A2A67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932577"/>
              </p:ext>
            </p:extLst>
          </p:nvPr>
        </p:nvGraphicFramePr>
        <p:xfrm>
          <a:off x="4762775" y="2563006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7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8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0" name="Table 13">
            <a:extLst>
              <a:ext uri="{FF2B5EF4-FFF2-40B4-BE49-F238E27FC236}">
                <a16:creationId xmlns:a16="http://schemas.microsoft.com/office/drawing/2014/main" id="{79D933C8-E9D4-6AFB-47CA-1F8E58A0B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439141"/>
              </p:ext>
            </p:extLst>
          </p:nvPr>
        </p:nvGraphicFramePr>
        <p:xfrm>
          <a:off x="2359398" y="3789904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1" name="Table 13">
            <a:extLst>
              <a:ext uri="{FF2B5EF4-FFF2-40B4-BE49-F238E27FC236}">
                <a16:creationId xmlns:a16="http://schemas.microsoft.com/office/drawing/2014/main" id="{E0C42029-C079-FA15-88ED-8F440566D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008967"/>
              </p:ext>
            </p:extLst>
          </p:nvPr>
        </p:nvGraphicFramePr>
        <p:xfrm>
          <a:off x="2876009" y="3789904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2" name="Table 13">
            <a:extLst>
              <a:ext uri="{FF2B5EF4-FFF2-40B4-BE49-F238E27FC236}">
                <a16:creationId xmlns:a16="http://schemas.microsoft.com/office/drawing/2014/main" id="{56DC88CA-47F7-132B-B84E-AC270C8BF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688738"/>
              </p:ext>
            </p:extLst>
          </p:nvPr>
        </p:nvGraphicFramePr>
        <p:xfrm>
          <a:off x="3537257" y="378553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4" name="Table 13">
            <a:extLst>
              <a:ext uri="{FF2B5EF4-FFF2-40B4-BE49-F238E27FC236}">
                <a16:creationId xmlns:a16="http://schemas.microsoft.com/office/drawing/2014/main" id="{0A0649D4-CCE1-DB35-537F-2B40D0D08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31388"/>
              </p:ext>
            </p:extLst>
          </p:nvPr>
        </p:nvGraphicFramePr>
        <p:xfrm>
          <a:off x="3730093" y="3785869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6" name="Table 13">
            <a:extLst>
              <a:ext uri="{FF2B5EF4-FFF2-40B4-BE49-F238E27FC236}">
                <a16:creationId xmlns:a16="http://schemas.microsoft.com/office/drawing/2014/main" id="{93DD254E-32E2-C33D-77AD-28A7B370F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10186"/>
              </p:ext>
            </p:extLst>
          </p:nvPr>
        </p:nvGraphicFramePr>
        <p:xfrm>
          <a:off x="4194066" y="378553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7" name="Table 13">
            <a:extLst>
              <a:ext uri="{FF2B5EF4-FFF2-40B4-BE49-F238E27FC236}">
                <a16:creationId xmlns:a16="http://schemas.microsoft.com/office/drawing/2014/main" id="{EB5B33A4-3D5C-0DB9-F2F8-9342BCE0E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000375"/>
              </p:ext>
            </p:extLst>
          </p:nvPr>
        </p:nvGraphicFramePr>
        <p:xfrm>
          <a:off x="4360205" y="378647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9" name="Table 13">
            <a:extLst>
              <a:ext uri="{FF2B5EF4-FFF2-40B4-BE49-F238E27FC236}">
                <a16:creationId xmlns:a16="http://schemas.microsoft.com/office/drawing/2014/main" id="{750AC2DF-189E-9BBE-C3F1-15F01954D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04525"/>
              </p:ext>
            </p:extLst>
          </p:nvPr>
        </p:nvGraphicFramePr>
        <p:xfrm>
          <a:off x="4751606" y="378415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170" name="Rectangle 169">
            <a:extLst>
              <a:ext uri="{FF2B5EF4-FFF2-40B4-BE49-F238E27FC236}">
                <a16:creationId xmlns:a16="http://schemas.microsoft.com/office/drawing/2014/main" id="{F34A79A0-EEDB-3495-097C-EEB7596E4728}"/>
              </a:ext>
            </a:extLst>
          </p:cNvPr>
          <p:cNvSpPr/>
          <p:nvPr/>
        </p:nvSpPr>
        <p:spPr>
          <a:xfrm>
            <a:off x="1994517" y="622778"/>
            <a:ext cx="137160" cy="137160"/>
          </a:xfrm>
          <a:prstGeom prst="rect">
            <a:avLst/>
          </a:prstGeom>
          <a:solidFill>
            <a:srgbClr val="EEFC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E128B34-2240-873A-4ABF-619C4DECC5E9}"/>
              </a:ext>
            </a:extLst>
          </p:cNvPr>
          <p:cNvSpPr txBox="1"/>
          <p:nvPr/>
        </p:nvSpPr>
        <p:spPr>
          <a:xfrm>
            <a:off x="2174588" y="478573"/>
            <a:ext cx="1276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Prepare </a:t>
            </a:r>
          </a:p>
          <a:p>
            <a:r>
              <a:rPr lang="en-US" sz="1100" dirty="0">
                <a:latin typeface="Courier" pitchFamily="2" charset="0"/>
              </a:rPr>
              <a:t>Batch Graph</a:t>
            </a:r>
          </a:p>
        </p:txBody>
      </p:sp>
    </p:spTree>
    <p:extLst>
      <p:ext uri="{BB962C8B-B14F-4D97-AF65-F5344CB8AC3E}">
        <p14:creationId xmlns:p14="http://schemas.microsoft.com/office/powerpoint/2010/main" val="293320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542923F-E009-FBB7-EE04-E05C11DF4C3D}"/>
              </a:ext>
            </a:extLst>
          </p:cNvPr>
          <p:cNvSpPr/>
          <p:nvPr/>
        </p:nvSpPr>
        <p:spPr>
          <a:xfrm>
            <a:off x="1571640" y="3648954"/>
            <a:ext cx="364375" cy="274320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GU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730EABE5-3C58-DE08-8D98-F07EAD946896}"/>
              </a:ext>
            </a:extLst>
          </p:cNvPr>
          <p:cNvSpPr/>
          <p:nvPr/>
        </p:nvSpPr>
        <p:spPr>
          <a:xfrm>
            <a:off x="2943644" y="3641942"/>
            <a:ext cx="365760" cy="274320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EX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177A9CF-4059-C876-BE9E-4D44E419FCBB}"/>
              </a:ext>
            </a:extLst>
          </p:cNvPr>
          <p:cNvSpPr/>
          <p:nvPr/>
        </p:nvSpPr>
        <p:spPr>
          <a:xfrm>
            <a:off x="4111380" y="3641942"/>
            <a:ext cx="365760" cy="274320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GC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7CE4B18-661F-B847-437F-1287C9724797}"/>
              </a:ext>
            </a:extLst>
          </p:cNvPr>
          <p:cNvSpPr/>
          <p:nvPr/>
        </p:nvSpPr>
        <p:spPr>
          <a:xfrm>
            <a:off x="1505222" y="3566222"/>
            <a:ext cx="136641" cy="1371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4440C04-CB11-633C-0388-3BBAB64EEAD4}"/>
              </a:ext>
            </a:extLst>
          </p:cNvPr>
          <p:cNvSpPr/>
          <p:nvPr/>
        </p:nvSpPr>
        <p:spPr>
          <a:xfrm>
            <a:off x="2862761" y="3573362"/>
            <a:ext cx="137160" cy="1371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8C0784F-C8B1-802A-C427-652EF472F67C}"/>
              </a:ext>
            </a:extLst>
          </p:cNvPr>
          <p:cNvSpPr/>
          <p:nvPr/>
        </p:nvSpPr>
        <p:spPr>
          <a:xfrm>
            <a:off x="4041227" y="3566222"/>
            <a:ext cx="137160" cy="1371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84BF1E-F46D-89E6-8CF1-535A1C3C6C6C}"/>
              </a:ext>
            </a:extLst>
          </p:cNvPr>
          <p:cNvSpPr txBox="1"/>
          <p:nvPr/>
        </p:nvSpPr>
        <p:spPr>
          <a:xfrm>
            <a:off x="4534924" y="3803300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637D23-E6A1-2C35-D7AB-DB992E713814}"/>
              </a:ext>
            </a:extLst>
          </p:cNvPr>
          <p:cNvSpPr txBox="1"/>
          <p:nvPr/>
        </p:nvSpPr>
        <p:spPr>
          <a:xfrm>
            <a:off x="3666990" y="3800363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71A3CE-D426-7BCD-D9E5-1A8B3C8E9F2F}"/>
              </a:ext>
            </a:extLst>
          </p:cNvPr>
          <p:cNvSpPr txBox="1"/>
          <p:nvPr/>
        </p:nvSpPr>
        <p:spPr>
          <a:xfrm>
            <a:off x="3368388" y="3800363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C59F07-FD0D-3F0F-FAA8-5F34E5BB8451}"/>
              </a:ext>
            </a:extLst>
          </p:cNvPr>
          <p:cNvSpPr txBox="1"/>
          <p:nvPr/>
        </p:nvSpPr>
        <p:spPr>
          <a:xfrm>
            <a:off x="2489034" y="3803300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EC87A8-552F-74BC-AE6C-C78F87B7761A}"/>
              </a:ext>
            </a:extLst>
          </p:cNvPr>
          <p:cNvSpPr txBox="1"/>
          <p:nvPr/>
        </p:nvSpPr>
        <p:spPr>
          <a:xfrm>
            <a:off x="2221277" y="3794328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312711-8ADF-CB9C-0C18-02467637DE2E}"/>
              </a:ext>
            </a:extLst>
          </p:cNvPr>
          <p:cNvSpPr txBox="1"/>
          <p:nvPr/>
        </p:nvSpPr>
        <p:spPr>
          <a:xfrm>
            <a:off x="1134174" y="3789790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B46FEA-2620-00F9-DE03-31DA177A42D9}"/>
              </a:ext>
            </a:extLst>
          </p:cNvPr>
          <p:cNvSpPr txBox="1"/>
          <p:nvPr/>
        </p:nvSpPr>
        <p:spPr>
          <a:xfrm>
            <a:off x="1952029" y="3794328"/>
            <a:ext cx="415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1089E6D-6B43-3CB8-EDF5-A5E6AE7E192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818674" y="3786114"/>
            <a:ext cx="75296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EBE7332-5217-2AB8-B035-365CB94FF1D7}"/>
              </a:ext>
            </a:extLst>
          </p:cNvPr>
          <p:cNvCxnSpPr>
            <a:cxnSpLocks/>
            <a:stCxn id="45" idx="3"/>
            <a:endCxn id="51" idx="1"/>
          </p:cNvCxnSpPr>
          <p:nvPr/>
        </p:nvCxnSpPr>
        <p:spPr>
          <a:xfrm flipV="1">
            <a:off x="1936015" y="3779102"/>
            <a:ext cx="1007629" cy="70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9E65639-0AC3-C332-9AE5-18207264E5E1}"/>
              </a:ext>
            </a:extLst>
          </p:cNvPr>
          <p:cNvCxnSpPr>
            <a:cxnSpLocks/>
            <a:stCxn id="51" idx="3"/>
            <a:endCxn id="57" idx="1"/>
          </p:cNvCxnSpPr>
          <p:nvPr/>
        </p:nvCxnSpPr>
        <p:spPr>
          <a:xfrm>
            <a:off x="3309404" y="3779102"/>
            <a:ext cx="8019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09A1D3A-A677-8750-AC43-F3946EB1B0FB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23290" y="3469509"/>
            <a:ext cx="3234" cy="1724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59F69E2-3309-9197-8A6F-0D5F2A6D1FD6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4477140" y="3779102"/>
            <a:ext cx="4732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6CE32653-E0CA-9682-481B-202DB6D27F52}"/>
              </a:ext>
            </a:extLst>
          </p:cNvPr>
          <p:cNvSpPr txBox="1"/>
          <p:nvPr/>
        </p:nvSpPr>
        <p:spPr>
          <a:xfrm>
            <a:off x="847566" y="3774257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18488F-C32A-3FE8-73D4-9CBAD1ABD31A}"/>
              </a:ext>
            </a:extLst>
          </p:cNvPr>
          <p:cNvSpPr txBox="1"/>
          <p:nvPr/>
        </p:nvSpPr>
        <p:spPr>
          <a:xfrm>
            <a:off x="3123290" y="3366039"/>
            <a:ext cx="10550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1" dirty="0"/>
              <a:t>Matching Result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600A260-174E-ED96-7828-15587DCDF6A7}"/>
              </a:ext>
            </a:extLst>
          </p:cNvPr>
          <p:cNvSpPr txBox="1"/>
          <p:nvPr/>
        </p:nvSpPr>
        <p:spPr>
          <a:xfrm>
            <a:off x="2134195" y="4209883"/>
            <a:ext cx="1441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Edge Update Flow</a:t>
            </a:r>
          </a:p>
        </p:txBody>
      </p:sp>
      <p:sp>
        <p:nvSpPr>
          <p:cNvPr id="129" name="Right Arrow 128">
            <a:extLst>
              <a:ext uri="{FF2B5EF4-FFF2-40B4-BE49-F238E27FC236}">
                <a16:creationId xmlns:a16="http://schemas.microsoft.com/office/drawing/2014/main" id="{AC41EF61-7A2F-3B7B-3E11-A233035873D8}"/>
              </a:ext>
            </a:extLst>
          </p:cNvPr>
          <p:cNvSpPr/>
          <p:nvPr/>
        </p:nvSpPr>
        <p:spPr>
          <a:xfrm>
            <a:off x="847566" y="4111588"/>
            <a:ext cx="4102856" cy="161074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84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803B-2C08-6D8F-6A96-DA576921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229">
            <a:extLst>
              <a:ext uri="{FF2B5EF4-FFF2-40B4-BE49-F238E27FC236}">
                <a16:creationId xmlns:a16="http://schemas.microsoft.com/office/drawing/2014/main" id="{4DDD03E7-3FCE-3B3D-C4FA-DF00EBA7C95F}"/>
              </a:ext>
            </a:extLst>
          </p:cNvPr>
          <p:cNvSpPr/>
          <p:nvPr/>
        </p:nvSpPr>
        <p:spPr>
          <a:xfrm>
            <a:off x="2885240" y="1879747"/>
            <a:ext cx="8998059" cy="3651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9E93C46-09B3-C84E-48BC-583A52B22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750319"/>
              </p:ext>
            </p:extLst>
          </p:nvPr>
        </p:nvGraphicFramePr>
        <p:xfrm>
          <a:off x="8226371" y="2699380"/>
          <a:ext cx="82296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38044303"/>
                    </a:ext>
                  </a:extLst>
                </a:gridCol>
              </a:tblGrid>
              <a:tr h="2160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1" u="none" baseline="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16054">
                <a:tc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1605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null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5107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F12CE41-DBF0-8896-B7D8-813DA82A6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81196"/>
              </p:ext>
            </p:extLst>
          </p:nvPr>
        </p:nvGraphicFramePr>
        <p:xfrm>
          <a:off x="8229455" y="4446601"/>
          <a:ext cx="82296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38044303"/>
                    </a:ext>
                  </a:extLst>
                </a:gridCol>
              </a:tblGrid>
              <a:tr h="2160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1" u="none" baseline="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16054">
                <a:tc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1605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null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5107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195E161-A52C-0CF0-47EE-1329E8E0D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192819"/>
              </p:ext>
            </p:extLst>
          </p:nvPr>
        </p:nvGraphicFramePr>
        <p:xfrm>
          <a:off x="8226371" y="3558044"/>
          <a:ext cx="82296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38044303"/>
                    </a:ext>
                  </a:extLst>
                </a:gridCol>
              </a:tblGrid>
              <a:tr h="2160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1" u="none" baseline="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16054">
                <a:tc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1605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null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5107"/>
                  </a:ext>
                </a:extLst>
              </a:tr>
            </a:tbl>
          </a:graphicData>
        </a:graphic>
      </p:graphicFrame>
      <p:sp>
        <p:nvSpPr>
          <p:cNvPr id="245" name="Rectangle 244">
            <a:extLst>
              <a:ext uri="{FF2B5EF4-FFF2-40B4-BE49-F238E27FC236}">
                <a16:creationId xmlns:a16="http://schemas.microsoft.com/office/drawing/2014/main" id="{75176EC5-23DB-9A82-3F1D-59ACFCF129AB}"/>
              </a:ext>
            </a:extLst>
          </p:cNvPr>
          <p:cNvSpPr/>
          <p:nvPr/>
        </p:nvSpPr>
        <p:spPr>
          <a:xfrm>
            <a:off x="38164" y="1879747"/>
            <a:ext cx="2765116" cy="1059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FDBFF679-38A3-4A97-C903-E2C56FD19BCE}"/>
              </a:ext>
            </a:extLst>
          </p:cNvPr>
          <p:cNvSpPr/>
          <p:nvPr/>
        </p:nvSpPr>
        <p:spPr>
          <a:xfrm>
            <a:off x="38164" y="2986973"/>
            <a:ext cx="2762125" cy="25438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6D1495B3-8D06-1089-1609-9162647AE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951731"/>
              </p:ext>
            </p:extLst>
          </p:nvPr>
        </p:nvGraphicFramePr>
        <p:xfrm>
          <a:off x="4026213" y="2709872"/>
          <a:ext cx="82296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38044303"/>
                    </a:ext>
                  </a:extLst>
                </a:gridCol>
              </a:tblGrid>
              <a:tr h="2160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1" u="none" baseline="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16054"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1605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null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5107"/>
                  </a:ext>
                </a:extLst>
              </a:tr>
            </a:tbl>
          </a:graphicData>
        </a:graphic>
      </p:graphicFrame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F614B089-0AD9-A0D0-3AFA-634D1122F884}"/>
              </a:ext>
            </a:extLst>
          </p:cNvPr>
          <p:cNvGraphicFramePr>
            <a:graphicFrameLocks noGrp="1"/>
          </p:cNvGraphicFramePr>
          <p:nvPr/>
        </p:nvGraphicFramePr>
        <p:xfrm>
          <a:off x="3201053" y="2899444"/>
          <a:ext cx="391353" cy="2029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353">
                  <a:extLst>
                    <a:ext uri="{9D8B030D-6E8A-4147-A177-3AD203B41FA5}">
                      <a16:colId xmlns:a16="http://schemas.microsoft.com/office/drawing/2014/main" val="359122596"/>
                    </a:ext>
                  </a:extLst>
                </a:gridCol>
              </a:tblGrid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286292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447749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0358453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5874314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4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28043"/>
                  </a:ext>
                </a:extLst>
              </a:tr>
              <a:tr h="264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7569917"/>
                  </a:ext>
                </a:extLst>
              </a:tr>
            </a:tbl>
          </a:graphicData>
        </a:graphic>
      </p:graphicFrame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D1BA8823-28BB-39BE-527C-E447FDF15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827825"/>
              </p:ext>
            </p:extLst>
          </p:nvPr>
        </p:nvGraphicFramePr>
        <p:xfrm>
          <a:off x="3582888" y="2966297"/>
          <a:ext cx="274320" cy="20299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59122596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28629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38065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26209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8008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3354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8182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3B5491E-05AC-F722-FBAF-2FF906D61E22}"/>
              </a:ext>
            </a:extLst>
          </p:cNvPr>
          <p:cNvSpPr txBox="1"/>
          <p:nvPr/>
        </p:nvSpPr>
        <p:spPr>
          <a:xfrm rot="18894258">
            <a:off x="3415889" y="2479266"/>
            <a:ext cx="84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pSlab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D724E52-7AC5-811C-05A8-D39312ACC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50913"/>
              </p:ext>
            </p:extLst>
          </p:nvPr>
        </p:nvGraphicFramePr>
        <p:xfrm>
          <a:off x="5039789" y="2447146"/>
          <a:ext cx="27432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28243675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9047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3347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823285"/>
                  </a:ext>
                </a:extLst>
              </a:tr>
            </a:tbl>
          </a:graphicData>
        </a:graphic>
      </p:graphicFrame>
      <p:sp>
        <p:nvSpPr>
          <p:cNvPr id="43" name="Oval 42">
            <a:extLst>
              <a:ext uri="{FF2B5EF4-FFF2-40B4-BE49-F238E27FC236}">
                <a16:creationId xmlns:a16="http://schemas.microsoft.com/office/drawing/2014/main" id="{F2D08086-008C-C3B1-0C4F-DAE3BE58970E}"/>
              </a:ext>
            </a:extLst>
          </p:cNvPr>
          <p:cNvSpPr>
            <a:spLocks noChangeAspect="1"/>
          </p:cNvSpPr>
          <p:nvPr/>
        </p:nvSpPr>
        <p:spPr>
          <a:xfrm>
            <a:off x="4674215" y="2797207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E502AC4-F576-393C-AFD6-E656DB2C8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76845"/>
              </p:ext>
            </p:extLst>
          </p:nvPr>
        </p:nvGraphicFramePr>
        <p:xfrm>
          <a:off x="5034488" y="3424177"/>
          <a:ext cx="82296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2A59F799-E6C6-44C6-5119-54C4BA12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50603"/>
              </p:ext>
            </p:extLst>
          </p:nvPr>
        </p:nvGraphicFramePr>
        <p:xfrm>
          <a:off x="5045046" y="4376970"/>
          <a:ext cx="82296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4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C6713BA-4F23-0F17-6066-9A9B85C1A199}"/>
              </a:ext>
            </a:extLst>
          </p:cNvPr>
          <p:cNvCxnSpPr>
            <a:cxnSpLocks/>
            <a:stCxn id="43" idx="6"/>
            <a:endCxn id="42" idx="1"/>
          </p:cNvCxnSpPr>
          <p:nvPr/>
        </p:nvCxnSpPr>
        <p:spPr>
          <a:xfrm>
            <a:off x="4751333" y="2835766"/>
            <a:ext cx="2884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3B48356B-CCFE-04EA-D3E6-F7D2548ADC6C}"/>
              </a:ext>
            </a:extLst>
          </p:cNvPr>
          <p:cNvSpPr>
            <a:spLocks noChangeAspect="1"/>
          </p:cNvSpPr>
          <p:nvPr/>
        </p:nvSpPr>
        <p:spPr>
          <a:xfrm>
            <a:off x="3704559" y="3440889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B0A0D2D-D39D-F2B7-78EF-B1D494809CAE}"/>
              </a:ext>
            </a:extLst>
          </p:cNvPr>
          <p:cNvSpPr>
            <a:spLocks noChangeAspect="1"/>
          </p:cNvSpPr>
          <p:nvPr/>
        </p:nvSpPr>
        <p:spPr>
          <a:xfrm>
            <a:off x="3715366" y="4091946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EE1FF233-F02F-2E58-B93B-9B97EE4F690C}"/>
              </a:ext>
            </a:extLst>
          </p:cNvPr>
          <p:cNvSpPr>
            <a:spLocks noChangeAspect="1"/>
          </p:cNvSpPr>
          <p:nvPr/>
        </p:nvSpPr>
        <p:spPr>
          <a:xfrm>
            <a:off x="3705184" y="4791783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F8D5F9B-73B3-866F-CDA1-CF32EEA0B2EA}"/>
              </a:ext>
            </a:extLst>
          </p:cNvPr>
          <p:cNvCxnSpPr>
            <a:cxnSpLocks/>
            <a:stCxn id="118" idx="7"/>
            <a:endCxn id="55" idx="1"/>
          </p:cNvCxnSpPr>
          <p:nvPr/>
        </p:nvCxnSpPr>
        <p:spPr>
          <a:xfrm flipV="1">
            <a:off x="3770383" y="3075632"/>
            <a:ext cx="255830" cy="3765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EE42709-78F1-8143-8E18-B7B408E26636}"/>
              </a:ext>
            </a:extLst>
          </p:cNvPr>
          <p:cNvCxnSpPr>
            <a:cxnSpLocks/>
            <a:stCxn id="119" idx="7"/>
            <a:endCxn id="4" idx="1"/>
          </p:cNvCxnSpPr>
          <p:nvPr/>
        </p:nvCxnSpPr>
        <p:spPr>
          <a:xfrm flipV="1">
            <a:off x="3781190" y="3934296"/>
            <a:ext cx="245023" cy="1689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A148C23-5681-D6CF-A19A-9DE60D6B863C}"/>
              </a:ext>
            </a:extLst>
          </p:cNvPr>
          <p:cNvCxnSpPr>
            <a:cxnSpLocks/>
            <a:stCxn id="120" idx="6"/>
            <a:endCxn id="6" idx="1"/>
          </p:cNvCxnSpPr>
          <p:nvPr/>
        </p:nvCxnSpPr>
        <p:spPr>
          <a:xfrm flipV="1">
            <a:off x="3782302" y="4822853"/>
            <a:ext cx="246995" cy="74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DC6099C-3E14-4D83-A545-6AC9010DEEBA}"/>
              </a:ext>
            </a:extLst>
          </p:cNvPr>
          <p:cNvCxnSpPr>
            <a:cxnSpLocks/>
          </p:cNvCxnSpPr>
          <p:nvPr/>
        </p:nvCxnSpPr>
        <p:spPr>
          <a:xfrm>
            <a:off x="835453" y="2276998"/>
            <a:ext cx="0" cy="274320"/>
          </a:xfrm>
          <a:prstGeom prst="line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7AD6C09-75C7-2A81-83D4-CC0617FE9A98}"/>
              </a:ext>
            </a:extLst>
          </p:cNvPr>
          <p:cNvCxnSpPr>
            <a:cxnSpLocks/>
          </p:cNvCxnSpPr>
          <p:nvPr/>
        </p:nvCxnSpPr>
        <p:spPr>
          <a:xfrm>
            <a:off x="1256499" y="2277738"/>
            <a:ext cx="0" cy="274320"/>
          </a:xfrm>
          <a:prstGeom prst="line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146C055-1A27-BF9F-6F72-E8A321820911}"/>
              </a:ext>
            </a:extLst>
          </p:cNvPr>
          <p:cNvCxnSpPr>
            <a:cxnSpLocks/>
          </p:cNvCxnSpPr>
          <p:nvPr/>
        </p:nvCxnSpPr>
        <p:spPr>
          <a:xfrm>
            <a:off x="1657335" y="2268594"/>
            <a:ext cx="0" cy="283464"/>
          </a:xfrm>
          <a:prstGeom prst="line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C7C28686-A412-E96F-1E3D-91FD685FF905}"/>
              </a:ext>
            </a:extLst>
          </p:cNvPr>
          <p:cNvGraphicFramePr>
            <a:graphicFrameLocks noGrp="1"/>
          </p:cNvGraphicFramePr>
          <p:nvPr/>
        </p:nvGraphicFramePr>
        <p:xfrm>
          <a:off x="1244648" y="3041839"/>
          <a:ext cx="615696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07848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307848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+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+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graphicFrame>
        <p:nvGraphicFramePr>
          <p:cNvPr id="169" name="Table 168">
            <a:extLst>
              <a:ext uri="{FF2B5EF4-FFF2-40B4-BE49-F238E27FC236}">
                <a16:creationId xmlns:a16="http://schemas.microsoft.com/office/drawing/2014/main" id="{66C0F5D6-9A2A-D26D-4A24-941C3B8E5442}"/>
              </a:ext>
            </a:extLst>
          </p:cNvPr>
          <p:cNvGraphicFramePr>
            <a:graphicFrameLocks noGrp="1"/>
          </p:cNvGraphicFramePr>
          <p:nvPr/>
        </p:nvGraphicFramePr>
        <p:xfrm>
          <a:off x="1244648" y="4703369"/>
          <a:ext cx="615696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07848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307848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altLang="zh-CN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5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pattFill prst="wdUpDiag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-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pattFill prst="wdUpDiag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+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graphicFrame>
        <p:nvGraphicFramePr>
          <p:cNvPr id="171" name="Table 170">
            <a:extLst>
              <a:ext uri="{FF2B5EF4-FFF2-40B4-BE49-F238E27FC236}">
                <a16:creationId xmlns:a16="http://schemas.microsoft.com/office/drawing/2014/main" id="{19549BC0-B1C3-C3F6-857D-21D5CC41A3F8}"/>
              </a:ext>
            </a:extLst>
          </p:cNvPr>
          <p:cNvGraphicFramePr>
            <a:graphicFrameLocks noGrp="1"/>
          </p:cNvGraphicFramePr>
          <p:nvPr/>
        </p:nvGraphicFramePr>
        <p:xfrm>
          <a:off x="1244648" y="3872604"/>
          <a:ext cx="615696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07848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307848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altLang="zh-CN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altLang="zh-CN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4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3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5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pattFill prst="wdUpDiag">
                      <a:fgClr>
                        <a:schemeClr val="accent4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+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-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pattFill prst="wdUpDiag">
                      <a:fgClr>
                        <a:schemeClr val="accent4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814B7B36-526B-FE5A-6192-F470D2D170D5}"/>
              </a:ext>
            </a:extLst>
          </p:cNvPr>
          <p:cNvSpPr txBox="1"/>
          <p:nvPr/>
        </p:nvSpPr>
        <p:spPr>
          <a:xfrm>
            <a:off x="519423" y="2096612"/>
            <a:ext cx="33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v1</a:t>
            </a:r>
          </a:p>
          <a:p>
            <a:pPr algn="r"/>
            <a:r>
              <a:rPr lang="en-US" sz="1200" dirty="0"/>
              <a:t>+</a:t>
            </a:r>
          </a:p>
          <a:p>
            <a:pPr algn="r"/>
            <a:r>
              <a:rPr lang="en-US" sz="1200" dirty="0"/>
              <a:t>v3</a:t>
            </a:r>
          </a:p>
        </p:txBody>
      </p:sp>
      <p:graphicFrame>
        <p:nvGraphicFramePr>
          <p:cNvPr id="180" name="Table 179">
            <a:extLst>
              <a:ext uri="{FF2B5EF4-FFF2-40B4-BE49-F238E27FC236}">
                <a16:creationId xmlns:a16="http://schemas.microsoft.com/office/drawing/2014/main" id="{BF5A90B8-A4C8-A726-FF02-D223F9B21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82"/>
              </p:ext>
            </p:extLst>
          </p:nvPr>
        </p:nvGraphicFramePr>
        <p:xfrm>
          <a:off x="442619" y="3866712"/>
          <a:ext cx="615696" cy="762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07848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307848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sp>
        <p:nvSpPr>
          <p:cNvPr id="181" name="Oval 180">
            <a:extLst>
              <a:ext uri="{FF2B5EF4-FFF2-40B4-BE49-F238E27FC236}">
                <a16:creationId xmlns:a16="http://schemas.microsoft.com/office/drawing/2014/main" id="{8E2C20CF-6AAA-31CC-FB84-1B4E6593B638}"/>
              </a:ext>
            </a:extLst>
          </p:cNvPr>
          <p:cNvSpPr>
            <a:spLocks noChangeAspect="1"/>
          </p:cNvSpPr>
          <p:nvPr/>
        </p:nvSpPr>
        <p:spPr>
          <a:xfrm>
            <a:off x="880107" y="3951321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BC47EF5-1C4B-7E40-3245-690EFF24995A}"/>
              </a:ext>
            </a:extLst>
          </p:cNvPr>
          <p:cNvSpPr>
            <a:spLocks noChangeAspect="1"/>
          </p:cNvSpPr>
          <p:nvPr/>
        </p:nvSpPr>
        <p:spPr>
          <a:xfrm>
            <a:off x="865201" y="4224818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CE2A134C-7634-351D-9E77-3A82F0EA2F3D}"/>
              </a:ext>
            </a:extLst>
          </p:cNvPr>
          <p:cNvSpPr>
            <a:spLocks noChangeAspect="1"/>
          </p:cNvSpPr>
          <p:nvPr/>
        </p:nvSpPr>
        <p:spPr>
          <a:xfrm>
            <a:off x="865201" y="4483482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Curved Connector 183">
            <a:extLst>
              <a:ext uri="{FF2B5EF4-FFF2-40B4-BE49-F238E27FC236}">
                <a16:creationId xmlns:a16="http://schemas.microsoft.com/office/drawing/2014/main" id="{534B3D39-E030-D94A-7883-9D28AC71F17E}"/>
              </a:ext>
            </a:extLst>
          </p:cNvPr>
          <p:cNvCxnSpPr>
            <a:cxnSpLocks/>
            <a:stCxn id="181" idx="0"/>
            <a:endCxn id="168" idx="1"/>
          </p:cNvCxnSpPr>
          <p:nvPr/>
        </p:nvCxnSpPr>
        <p:spPr>
          <a:xfrm rot="5400000" flipH="1" flipV="1">
            <a:off x="821226" y="3527899"/>
            <a:ext cx="520862" cy="325982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urved Connector 186">
            <a:extLst>
              <a:ext uri="{FF2B5EF4-FFF2-40B4-BE49-F238E27FC236}">
                <a16:creationId xmlns:a16="http://schemas.microsoft.com/office/drawing/2014/main" id="{96AE1F0D-AB8A-AE46-D120-70CA9BC33FF0}"/>
              </a:ext>
            </a:extLst>
          </p:cNvPr>
          <p:cNvCxnSpPr>
            <a:cxnSpLocks/>
            <a:stCxn id="183" idx="4"/>
            <a:endCxn id="169" idx="1"/>
          </p:cNvCxnSpPr>
          <p:nvPr/>
        </p:nvCxnSpPr>
        <p:spPr>
          <a:xfrm rot="16200000" flipH="1">
            <a:off x="808510" y="4655850"/>
            <a:ext cx="531389" cy="34088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B196039F-67CF-AD5A-2E3B-15317533280F}"/>
              </a:ext>
            </a:extLst>
          </p:cNvPr>
          <p:cNvCxnSpPr>
            <a:cxnSpLocks/>
            <a:stCxn id="182" idx="6"/>
            <a:endCxn id="171" idx="1"/>
          </p:cNvCxnSpPr>
          <p:nvPr/>
        </p:nvCxnSpPr>
        <p:spPr>
          <a:xfrm flipV="1">
            <a:off x="942319" y="4261224"/>
            <a:ext cx="302329" cy="21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7AD6AE98-3FA4-3151-0669-1B48A7B73855}"/>
              </a:ext>
            </a:extLst>
          </p:cNvPr>
          <p:cNvSpPr txBox="1"/>
          <p:nvPr/>
        </p:nvSpPr>
        <p:spPr>
          <a:xfrm>
            <a:off x="1863309" y="3835797"/>
            <a:ext cx="481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ID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9C772B6-1610-6B2C-82A0-CB544D757BFA}"/>
              </a:ext>
            </a:extLst>
          </p:cNvPr>
          <p:cNvSpPr txBox="1"/>
          <p:nvPr/>
        </p:nvSpPr>
        <p:spPr>
          <a:xfrm>
            <a:off x="1842758" y="4095116"/>
            <a:ext cx="6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Time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292FBBC-B4F2-4FDA-8740-E9EE7F81E724}"/>
              </a:ext>
            </a:extLst>
          </p:cNvPr>
          <p:cNvSpPr txBox="1"/>
          <p:nvPr/>
        </p:nvSpPr>
        <p:spPr>
          <a:xfrm>
            <a:off x="1859789" y="4337012"/>
            <a:ext cx="6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Type</a:t>
            </a:r>
          </a:p>
        </p:txBody>
      </p:sp>
      <p:sp>
        <p:nvSpPr>
          <p:cNvPr id="225" name="Right Arrow 224">
            <a:extLst>
              <a:ext uri="{FF2B5EF4-FFF2-40B4-BE49-F238E27FC236}">
                <a16:creationId xmlns:a16="http://schemas.microsoft.com/office/drawing/2014/main" id="{028F1B48-6D28-59AB-55BB-EE9ADC3A7B8F}"/>
              </a:ext>
            </a:extLst>
          </p:cNvPr>
          <p:cNvSpPr/>
          <p:nvPr/>
        </p:nvSpPr>
        <p:spPr>
          <a:xfrm>
            <a:off x="2503328" y="5094608"/>
            <a:ext cx="688094" cy="344557"/>
          </a:xfrm>
          <a:prstGeom prst="rightArrow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ight Arrow 225">
            <a:extLst>
              <a:ext uri="{FF2B5EF4-FFF2-40B4-BE49-F238E27FC236}">
                <a16:creationId xmlns:a16="http://schemas.microsoft.com/office/drawing/2014/main" id="{B2FA3F53-26B7-6625-EE68-95874C20E32D}"/>
              </a:ext>
            </a:extLst>
          </p:cNvPr>
          <p:cNvSpPr/>
          <p:nvPr/>
        </p:nvSpPr>
        <p:spPr>
          <a:xfrm rot="5400000">
            <a:off x="2305561" y="2829954"/>
            <a:ext cx="486060" cy="344557"/>
          </a:xfrm>
          <a:prstGeom prst="rightArrow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830215BA-E205-BB71-4925-023B2F56F6F0}"/>
              </a:ext>
            </a:extLst>
          </p:cNvPr>
          <p:cNvSpPr/>
          <p:nvPr/>
        </p:nvSpPr>
        <p:spPr>
          <a:xfrm>
            <a:off x="3163783" y="1869309"/>
            <a:ext cx="340388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Multi-Version Graph Before Update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429436F8-2611-9B1A-5E35-C84B4F5697B4}"/>
              </a:ext>
            </a:extLst>
          </p:cNvPr>
          <p:cNvSpPr/>
          <p:nvPr/>
        </p:nvSpPr>
        <p:spPr>
          <a:xfrm>
            <a:off x="-658" y="2964640"/>
            <a:ext cx="69961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Batch 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9152F6E0-1665-81E2-8F0F-4829BCE134BB}"/>
              </a:ext>
            </a:extLst>
          </p:cNvPr>
          <p:cNvSpPr/>
          <p:nvPr/>
        </p:nvSpPr>
        <p:spPr>
          <a:xfrm>
            <a:off x="34975" y="1869809"/>
            <a:ext cx="177433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Batch of Updates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A7468438-1847-375F-1D2D-8B3639237E27}"/>
              </a:ext>
            </a:extLst>
          </p:cNvPr>
          <p:cNvSpPr txBox="1"/>
          <p:nvPr/>
        </p:nvSpPr>
        <p:spPr>
          <a:xfrm>
            <a:off x="4241104" y="5178121"/>
            <a:ext cx="793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Slab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A9F5D42-8E25-54ED-F6DF-C3D239A52558}"/>
              </a:ext>
            </a:extLst>
          </p:cNvPr>
          <p:cNvSpPr txBox="1"/>
          <p:nvPr/>
        </p:nvSpPr>
        <p:spPr>
          <a:xfrm>
            <a:off x="936959" y="2094465"/>
            <a:ext cx="33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v3</a:t>
            </a:r>
          </a:p>
          <a:p>
            <a:pPr algn="r"/>
            <a:r>
              <a:rPr lang="en-US" sz="1200" dirty="0"/>
              <a:t>-</a:t>
            </a:r>
          </a:p>
          <a:p>
            <a:pPr algn="r"/>
            <a:r>
              <a:rPr lang="en-US" sz="1200" dirty="0"/>
              <a:t>v5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F635CCD-E7C0-3346-DDBF-6C44A5A4AE2E}"/>
              </a:ext>
            </a:extLst>
          </p:cNvPr>
          <p:cNvSpPr txBox="1"/>
          <p:nvPr/>
        </p:nvSpPr>
        <p:spPr>
          <a:xfrm>
            <a:off x="1351061" y="2090692"/>
            <a:ext cx="332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v1</a:t>
            </a:r>
          </a:p>
          <a:p>
            <a:pPr algn="r"/>
            <a:r>
              <a:rPr lang="en-US" sz="1200" dirty="0"/>
              <a:t>+</a:t>
            </a:r>
          </a:p>
          <a:p>
            <a:pPr algn="r"/>
            <a:r>
              <a:rPr lang="en-US" sz="1200" dirty="0"/>
              <a:t>v5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9397F4D2-AAE7-AF99-34F0-E88AEFF3428A}"/>
              </a:ext>
            </a:extLst>
          </p:cNvPr>
          <p:cNvCxnSpPr>
            <a:cxnSpLocks/>
          </p:cNvCxnSpPr>
          <p:nvPr/>
        </p:nvCxnSpPr>
        <p:spPr>
          <a:xfrm>
            <a:off x="589465" y="2699548"/>
            <a:ext cx="126380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23FDF4FB-137E-45E2-5441-67581BA44987}"/>
              </a:ext>
            </a:extLst>
          </p:cNvPr>
          <p:cNvSpPr txBox="1"/>
          <p:nvPr/>
        </p:nvSpPr>
        <p:spPr>
          <a:xfrm>
            <a:off x="1813139" y="2432941"/>
            <a:ext cx="6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Time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E07A5A8-520C-4882-B65F-90F2264A7119}"/>
              </a:ext>
            </a:extLst>
          </p:cNvPr>
          <p:cNvSpPr txBox="1"/>
          <p:nvPr/>
        </p:nvSpPr>
        <p:spPr>
          <a:xfrm>
            <a:off x="679827" y="2682279"/>
            <a:ext cx="6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CE9F1999-8D76-5991-10E5-719EA8EFCEF1}"/>
              </a:ext>
            </a:extLst>
          </p:cNvPr>
          <p:cNvSpPr txBox="1"/>
          <p:nvPr/>
        </p:nvSpPr>
        <p:spPr>
          <a:xfrm>
            <a:off x="1099484" y="2697267"/>
            <a:ext cx="6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0B79A36-1B0E-FA99-9854-38FE38448561}"/>
              </a:ext>
            </a:extLst>
          </p:cNvPr>
          <p:cNvSpPr txBox="1"/>
          <p:nvPr/>
        </p:nvSpPr>
        <p:spPr>
          <a:xfrm>
            <a:off x="1491255" y="2712255"/>
            <a:ext cx="6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3618BB60-F713-5929-5C46-61B5172D126A}"/>
              </a:ext>
            </a:extLst>
          </p:cNvPr>
          <p:cNvSpPr/>
          <p:nvPr/>
        </p:nvSpPr>
        <p:spPr>
          <a:xfrm>
            <a:off x="2389028" y="502439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696162DA-8548-99A8-7E29-8A044780FD43}"/>
              </a:ext>
            </a:extLst>
          </p:cNvPr>
          <p:cNvSpPr/>
          <p:nvPr/>
        </p:nvSpPr>
        <p:spPr>
          <a:xfrm>
            <a:off x="2579464" y="2708903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0AF8B0E-A0C9-A651-CD09-C39141227F96}"/>
              </a:ext>
            </a:extLst>
          </p:cNvPr>
          <p:cNvSpPr txBox="1"/>
          <p:nvPr/>
        </p:nvSpPr>
        <p:spPr>
          <a:xfrm>
            <a:off x="2540470" y="4823277"/>
            <a:ext cx="82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Update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DF1B340-DABD-B068-CF10-5E6538298FE5}"/>
              </a:ext>
            </a:extLst>
          </p:cNvPr>
          <p:cNvSpPr txBox="1"/>
          <p:nvPr/>
        </p:nvSpPr>
        <p:spPr>
          <a:xfrm>
            <a:off x="1748687" y="2798041"/>
            <a:ext cx="82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Prepare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A796441-F2C2-C46A-22F8-292AD2E45638}"/>
              </a:ext>
            </a:extLst>
          </p:cNvPr>
          <p:cNvSpPr txBox="1"/>
          <p:nvPr/>
        </p:nvSpPr>
        <p:spPr>
          <a:xfrm rot="18856985">
            <a:off x="3899375" y="2216693"/>
            <a:ext cx="84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ct</a:t>
            </a:r>
            <a:r>
              <a:rPr lang="en-US" sz="1400" baseline="-25000" dirty="0" err="1"/>
              <a:t>min</a:t>
            </a:r>
            <a:endParaRPr lang="en-US" sz="1400" baseline="-25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48583BD-52AD-1291-87AC-39C9BFC97CA7}"/>
              </a:ext>
            </a:extLst>
          </p:cNvPr>
          <p:cNvSpPr txBox="1"/>
          <p:nvPr/>
        </p:nvSpPr>
        <p:spPr>
          <a:xfrm rot="18600106">
            <a:off x="4531669" y="2301665"/>
            <a:ext cx="620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pNb</a:t>
            </a:r>
          </a:p>
        </p:txBody>
      </p:sp>
      <p:graphicFrame>
        <p:nvGraphicFramePr>
          <p:cNvPr id="276" name="Table 275">
            <a:extLst>
              <a:ext uri="{FF2B5EF4-FFF2-40B4-BE49-F238E27FC236}">
                <a16:creationId xmlns:a16="http://schemas.microsoft.com/office/drawing/2014/main" id="{FE2B9D04-C024-1549-1C70-E5F91AC5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8408"/>
              </p:ext>
            </p:extLst>
          </p:nvPr>
        </p:nvGraphicFramePr>
        <p:xfrm>
          <a:off x="7376592" y="2954286"/>
          <a:ext cx="391353" cy="2029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353">
                  <a:extLst>
                    <a:ext uri="{9D8B030D-6E8A-4147-A177-3AD203B41FA5}">
                      <a16:colId xmlns:a16="http://schemas.microsoft.com/office/drawing/2014/main" val="359122596"/>
                    </a:ext>
                  </a:extLst>
                </a:gridCol>
              </a:tblGrid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286292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447749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0358453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5874314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4</a:t>
                      </a:r>
                      <a:endParaRPr lang="en-US" sz="1600" b="0" i="1" baseline="-25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28043"/>
                  </a:ext>
                </a:extLst>
              </a:tr>
              <a:tr h="264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7569917"/>
                  </a:ext>
                </a:extLst>
              </a:tr>
            </a:tbl>
          </a:graphicData>
        </a:graphic>
      </p:graphicFrame>
      <p:graphicFrame>
        <p:nvGraphicFramePr>
          <p:cNvPr id="277" name="Table 276">
            <a:extLst>
              <a:ext uri="{FF2B5EF4-FFF2-40B4-BE49-F238E27FC236}">
                <a16:creationId xmlns:a16="http://schemas.microsoft.com/office/drawing/2014/main" id="{95C04478-941C-7187-FA6B-D3A0EC700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537483"/>
              </p:ext>
            </p:extLst>
          </p:nvPr>
        </p:nvGraphicFramePr>
        <p:xfrm>
          <a:off x="7768133" y="2973932"/>
          <a:ext cx="274320" cy="20299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59122596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28629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38065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26209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8008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3354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1" baseline="-25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81821"/>
                  </a:ext>
                </a:extLst>
              </a:tr>
            </a:tbl>
          </a:graphicData>
        </a:graphic>
      </p:graphicFrame>
      <p:graphicFrame>
        <p:nvGraphicFramePr>
          <p:cNvPr id="278" name="Table 277">
            <a:extLst>
              <a:ext uri="{FF2B5EF4-FFF2-40B4-BE49-F238E27FC236}">
                <a16:creationId xmlns:a16="http://schemas.microsoft.com/office/drawing/2014/main" id="{C9C4CA37-1754-A3E9-535E-B6F8B2773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274347"/>
              </p:ext>
            </p:extLst>
          </p:nvPr>
        </p:nvGraphicFramePr>
        <p:xfrm>
          <a:off x="9937762" y="2447146"/>
          <a:ext cx="82296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graphicFrame>
        <p:nvGraphicFramePr>
          <p:cNvPr id="280" name="Table 279">
            <a:extLst>
              <a:ext uri="{FF2B5EF4-FFF2-40B4-BE49-F238E27FC236}">
                <a16:creationId xmlns:a16="http://schemas.microsoft.com/office/drawing/2014/main" id="{8265A55B-4F6C-CFEC-4996-BF88FA086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79118"/>
              </p:ext>
            </p:extLst>
          </p:nvPr>
        </p:nvGraphicFramePr>
        <p:xfrm>
          <a:off x="9368928" y="2447146"/>
          <a:ext cx="301752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28243675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9047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3347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823285"/>
                  </a:ext>
                </a:extLst>
              </a:tr>
            </a:tbl>
          </a:graphicData>
        </a:graphic>
      </p:graphicFrame>
      <p:sp>
        <p:nvSpPr>
          <p:cNvPr id="282" name="Oval 281">
            <a:extLst>
              <a:ext uri="{FF2B5EF4-FFF2-40B4-BE49-F238E27FC236}">
                <a16:creationId xmlns:a16="http://schemas.microsoft.com/office/drawing/2014/main" id="{441E9A17-1562-F345-2CA7-BB87F3009435}"/>
              </a:ext>
            </a:extLst>
          </p:cNvPr>
          <p:cNvSpPr>
            <a:spLocks noChangeAspect="1"/>
          </p:cNvSpPr>
          <p:nvPr/>
        </p:nvSpPr>
        <p:spPr>
          <a:xfrm>
            <a:off x="8879297" y="3037073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3" name="Table 282">
            <a:extLst>
              <a:ext uri="{FF2B5EF4-FFF2-40B4-BE49-F238E27FC236}">
                <a16:creationId xmlns:a16="http://schemas.microsoft.com/office/drawing/2014/main" id="{1D3EEA34-AB73-C2B5-C3CF-4F7B1A03D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866721"/>
              </p:ext>
            </p:extLst>
          </p:nvPr>
        </p:nvGraphicFramePr>
        <p:xfrm>
          <a:off x="9397229" y="3386857"/>
          <a:ext cx="82296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graphicFrame>
        <p:nvGraphicFramePr>
          <p:cNvPr id="284" name="Table 283">
            <a:extLst>
              <a:ext uri="{FF2B5EF4-FFF2-40B4-BE49-F238E27FC236}">
                <a16:creationId xmlns:a16="http://schemas.microsoft.com/office/drawing/2014/main" id="{0A9E5EB2-A249-2CB1-0861-F25561D1F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95153"/>
              </p:ext>
            </p:extLst>
          </p:nvPr>
        </p:nvGraphicFramePr>
        <p:xfrm>
          <a:off x="10417774" y="3410315"/>
          <a:ext cx="109728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3634891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0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5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4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3</a:t>
                      </a:r>
                    </a:p>
                  </a:txBody>
                  <a:tcPr marL="0" marR="0" marT="0" marB="0" anchor="ctr">
                    <a:pattFill prst="wdUpDiag">
                      <a:fgClr>
                        <a:schemeClr val="accent4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5</a:t>
                      </a:r>
                    </a:p>
                  </a:txBody>
                  <a:tcPr marL="0" marR="0" marT="0" marB="0" anchor="ctr">
                    <a:pattFill prst="wdUpDiag">
                      <a:fgClr>
                        <a:schemeClr val="accent4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sp>
        <p:nvSpPr>
          <p:cNvPr id="286" name="Oval 285">
            <a:extLst>
              <a:ext uri="{FF2B5EF4-FFF2-40B4-BE49-F238E27FC236}">
                <a16:creationId xmlns:a16="http://schemas.microsoft.com/office/drawing/2014/main" id="{F629F8C2-AFDE-836B-459B-5F8AA73BE1A5}"/>
              </a:ext>
            </a:extLst>
          </p:cNvPr>
          <p:cNvSpPr>
            <a:spLocks noChangeAspect="1"/>
          </p:cNvSpPr>
          <p:nvPr/>
        </p:nvSpPr>
        <p:spPr>
          <a:xfrm>
            <a:off x="8879297" y="3646174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A5A9302D-6092-B1D2-D456-37E6D202EF23}"/>
              </a:ext>
            </a:extLst>
          </p:cNvPr>
          <p:cNvSpPr>
            <a:spLocks noChangeAspect="1"/>
          </p:cNvSpPr>
          <p:nvPr/>
        </p:nvSpPr>
        <p:spPr>
          <a:xfrm>
            <a:off x="8881681" y="3888473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8" name="Curved Connector 287">
            <a:extLst>
              <a:ext uri="{FF2B5EF4-FFF2-40B4-BE49-F238E27FC236}">
                <a16:creationId xmlns:a16="http://schemas.microsoft.com/office/drawing/2014/main" id="{5E70B451-16B9-0C24-9F0A-EC45552BA842}"/>
              </a:ext>
            </a:extLst>
          </p:cNvPr>
          <p:cNvCxnSpPr>
            <a:cxnSpLocks/>
            <a:stCxn id="287" idx="4"/>
            <a:endCxn id="284" idx="2"/>
          </p:cNvCxnSpPr>
          <p:nvPr/>
        </p:nvCxnSpPr>
        <p:spPr>
          <a:xfrm rot="16200000" flipH="1">
            <a:off x="9832345" y="3053486"/>
            <a:ext cx="221964" cy="2046174"/>
          </a:xfrm>
          <a:prstGeom prst="curvedConnector3">
            <a:avLst>
              <a:gd name="adj1" fmla="val 14240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9" name="Table 288">
            <a:extLst>
              <a:ext uri="{FF2B5EF4-FFF2-40B4-BE49-F238E27FC236}">
                <a16:creationId xmlns:a16="http://schemas.microsoft.com/office/drawing/2014/main" id="{71F94FF5-DE7D-671E-2060-C49654561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399015"/>
              </p:ext>
            </p:extLst>
          </p:nvPr>
        </p:nvGraphicFramePr>
        <p:xfrm>
          <a:off x="9398849" y="4383956"/>
          <a:ext cx="82296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3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4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pattFill prst="wdUpDiag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5</a:t>
                      </a:r>
                    </a:p>
                  </a:txBody>
                  <a:tcPr marL="0" marR="0" marT="0" marB="0" anchor="ctr">
                    <a:pattFill prst="wdUpDiag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graphicFrame>
        <p:nvGraphicFramePr>
          <p:cNvPr id="290" name="Table 289">
            <a:extLst>
              <a:ext uri="{FF2B5EF4-FFF2-40B4-BE49-F238E27FC236}">
                <a16:creationId xmlns:a16="http://schemas.microsoft.com/office/drawing/2014/main" id="{9F1004F9-372B-FC08-6C4F-8E92180A4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72225"/>
              </p:ext>
            </p:extLst>
          </p:nvPr>
        </p:nvGraphicFramePr>
        <p:xfrm>
          <a:off x="10419394" y="4383575"/>
          <a:ext cx="822960" cy="777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20952286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9999242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1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2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v</a:t>
                      </a:r>
                      <a:r>
                        <a:rPr lang="en-US" sz="1600" b="0" baseline="-25000" dirty="0"/>
                        <a:t>4</a:t>
                      </a:r>
                      <a:endParaRPr lang="en-US" sz="1600" b="0" i="1" baseline="-25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3977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1" baseline="0" dirty="0"/>
                        <a:t>7</a:t>
                      </a:r>
                      <a:endParaRPr lang="en-US" sz="1600" b="0" i="1" baseline="0" dirty="0"/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79594"/>
                  </a:ext>
                </a:extLst>
              </a:tr>
            </a:tbl>
          </a:graphicData>
        </a:graphic>
      </p:graphicFrame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3CBF5BA6-4123-4618-7358-530A0039C3FF}"/>
              </a:ext>
            </a:extLst>
          </p:cNvPr>
          <p:cNvCxnSpPr>
            <a:cxnSpLocks/>
            <a:stCxn id="76" idx="6"/>
            <a:endCxn id="280" idx="1"/>
          </p:cNvCxnSpPr>
          <p:nvPr/>
        </p:nvCxnSpPr>
        <p:spPr>
          <a:xfrm flipV="1">
            <a:off x="8956886" y="2835766"/>
            <a:ext cx="412042" cy="52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Curved Connector 292">
            <a:extLst>
              <a:ext uri="{FF2B5EF4-FFF2-40B4-BE49-F238E27FC236}">
                <a16:creationId xmlns:a16="http://schemas.microsoft.com/office/drawing/2014/main" id="{03A504A5-541A-7C20-779B-C3AE20222E55}"/>
              </a:ext>
            </a:extLst>
          </p:cNvPr>
          <p:cNvCxnSpPr>
            <a:cxnSpLocks/>
            <a:stCxn id="282" idx="5"/>
            <a:endCxn id="278" idx="2"/>
          </p:cNvCxnSpPr>
          <p:nvPr/>
        </p:nvCxnSpPr>
        <p:spPr>
          <a:xfrm rot="16200000" flipH="1">
            <a:off x="9586437" y="2461580"/>
            <a:ext cx="121489" cy="1404121"/>
          </a:xfrm>
          <a:prstGeom prst="curvedConnector3">
            <a:avLst>
              <a:gd name="adj1" fmla="val 1774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0AD1FEDB-CB5E-5E32-E082-5B5F155928E6}"/>
              </a:ext>
            </a:extLst>
          </p:cNvPr>
          <p:cNvCxnSpPr>
            <a:cxnSpLocks/>
            <a:stCxn id="286" idx="6"/>
            <a:endCxn id="283" idx="1"/>
          </p:cNvCxnSpPr>
          <p:nvPr/>
        </p:nvCxnSpPr>
        <p:spPr>
          <a:xfrm>
            <a:off x="8956415" y="3684733"/>
            <a:ext cx="440814" cy="907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D335EEB9-014E-6AF2-AC88-1F376754C4BF}"/>
              </a:ext>
            </a:extLst>
          </p:cNvPr>
          <p:cNvSpPr>
            <a:spLocks noChangeAspect="1"/>
          </p:cNvSpPr>
          <p:nvPr/>
        </p:nvSpPr>
        <p:spPr>
          <a:xfrm>
            <a:off x="8879297" y="4537440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DE5CC857-76C5-C449-CC7D-FE1EFDDD8F8F}"/>
              </a:ext>
            </a:extLst>
          </p:cNvPr>
          <p:cNvSpPr>
            <a:spLocks noChangeAspect="1"/>
          </p:cNvSpPr>
          <p:nvPr/>
        </p:nvSpPr>
        <p:spPr>
          <a:xfrm>
            <a:off x="8877183" y="4782056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4AFB8303-1CD2-125F-B959-CA0829DAF685}"/>
              </a:ext>
            </a:extLst>
          </p:cNvPr>
          <p:cNvCxnSpPr>
            <a:cxnSpLocks/>
            <a:stCxn id="295" idx="6"/>
            <a:endCxn id="289" idx="1"/>
          </p:cNvCxnSpPr>
          <p:nvPr/>
        </p:nvCxnSpPr>
        <p:spPr>
          <a:xfrm>
            <a:off x="8956415" y="4575999"/>
            <a:ext cx="442434" cy="1965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Curved Connector 297">
            <a:extLst>
              <a:ext uri="{FF2B5EF4-FFF2-40B4-BE49-F238E27FC236}">
                <a16:creationId xmlns:a16="http://schemas.microsoft.com/office/drawing/2014/main" id="{CD382FE4-758A-0830-E68C-1AE3802DFF7A}"/>
              </a:ext>
            </a:extLst>
          </p:cNvPr>
          <p:cNvCxnSpPr>
            <a:cxnSpLocks/>
            <a:stCxn id="296" idx="4"/>
            <a:endCxn id="290" idx="2"/>
          </p:cNvCxnSpPr>
          <p:nvPr/>
        </p:nvCxnSpPr>
        <p:spPr>
          <a:xfrm rot="16200000" flipH="1">
            <a:off x="9722488" y="4052428"/>
            <a:ext cx="301641" cy="1915132"/>
          </a:xfrm>
          <a:prstGeom prst="curvedConnector3">
            <a:avLst>
              <a:gd name="adj1" fmla="val 14012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Oval 298">
            <a:extLst>
              <a:ext uri="{FF2B5EF4-FFF2-40B4-BE49-F238E27FC236}">
                <a16:creationId xmlns:a16="http://schemas.microsoft.com/office/drawing/2014/main" id="{3EED6992-DC5D-D0CC-C172-73D0734EC6F6}"/>
              </a:ext>
            </a:extLst>
          </p:cNvPr>
          <p:cNvSpPr>
            <a:spLocks noChangeAspect="1"/>
          </p:cNvSpPr>
          <p:nvPr/>
        </p:nvSpPr>
        <p:spPr>
          <a:xfrm>
            <a:off x="7884443" y="3451237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0CEC1747-028D-438E-F6ED-0C290CF93894}"/>
              </a:ext>
            </a:extLst>
          </p:cNvPr>
          <p:cNvSpPr>
            <a:spLocks noChangeAspect="1"/>
          </p:cNvSpPr>
          <p:nvPr/>
        </p:nvSpPr>
        <p:spPr>
          <a:xfrm>
            <a:off x="7895250" y="4102294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08BEDB55-8DE3-A718-AB79-064E784D5926}"/>
              </a:ext>
            </a:extLst>
          </p:cNvPr>
          <p:cNvSpPr>
            <a:spLocks noChangeAspect="1"/>
          </p:cNvSpPr>
          <p:nvPr/>
        </p:nvSpPr>
        <p:spPr>
          <a:xfrm>
            <a:off x="7885068" y="4802131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4AB90AF0-89C5-08FC-DF42-915702F26141}"/>
              </a:ext>
            </a:extLst>
          </p:cNvPr>
          <p:cNvCxnSpPr>
            <a:cxnSpLocks/>
            <a:stCxn id="299" idx="7"/>
            <a:endCxn id="27" idx="1"/>
          </p:cNvCxnSpPr>
          <p:nvPr/>
        </p:nvCxnSpPr>
        <p:spPr>
          <a:xfrm flipV="1">
            <a:off x="7950267" y="3065140"/>
            <a:ext cx="276104" cy="3973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EA197251-1636-E468-96A0-C6FB9E2EA4E2}"/>
              </a:ext>
            </a:extLst>
          </p:cNvPr>
          <p:cNvCxnSpPr>
            <a:cxnSpLocks/>
            <a:stCxn id="300" idx="7"/>
            <a:endCxn id="31" idx="1"/>
          </p:cNvCxnSpPr>
          <p:nvPr/>
        </p:nvCxnSpPr>
        <p:spPr>
          <a:xfrm flipV="1">
            <a:off x="7961074" y="3923804"/>
            <a:ext cx="265297" cy="1897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112E8DB5-4720-1C0D-35E2-6507889355E9}"/>
              </a:ext>
            </a:extLst>
          </p:cNvPr>
          <p:cNvCxnSpPr>
            <a:cxnSpLocks/>
            <a:stCxn id="301" idx="6"/>
            <a:endCxn id="33" idx="1"/>
          </p:cNvCxnSpPr>
          <p:nvPr/>
        </p:nvCxnSpPr>
        <p:spPr>
          <a:xfrm flipV="1">
            <a:off x="7962186" y="4812361"/>
            <a:ext cx="267269" cy="283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971F5AFF-50F3-775F-7737-63B9D210FD04}"/>
              </a:ext>
            </a:extLst>
          </p:cNvPr>
          <p:cNvSpPr txBox="1"/>
          <p:nvPr/>
        </p:nvSpPr>
        <p:spPr>
          <a:xfrm>
            <a:off x="5305205" y="2429246"/>
            <a:ext cx="52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B1ACBEA2-3F0C-4F69-57D9-81D34EBA7E88}"/>
              </a:ext>
            </a:extLst>
          </p:cNvPr>
          <p:cNvSpPr txBox="1"/>
          <p:nvPr/>
        </p:nvSpPr>
        <p:spPr>
          <a:xfrm>
            <a:off x="5306870" y="2684528"/>
            <a:ext cx="1885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ct</a:t>
            </a:r>
            <a:r>
              <a:rPr lang="zh-CN" altLang="en-US" sz="1400" dirty="0"/>
              <a:t> </a:t>
            </a:r>
            <a:r>
              <a:rPr lang="en-US" altLang="zh-CN" sz="1400" dirty="0"/>
              <a:t>(Creation Time)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2F8E7579-BEAC-0C7E-298C-7D6301A94F8F}"/>
              </a:ext>
            </a:extLst>
          </p:cNvPr>
          <p:cNvSpPr txBox="1"/>
          <p:nvPr/>
        </p:nvSpPr>
        <p:spPr>
          <a:xfrm>
            <a:off x="5297437" y="2984639"/>
            <a:ext cx="1885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dt </a:t>
            </a:r>
            <a:r>
              <a:rPr lang="en-US" altLang="zh-CN" sz="1400" dirty="0"/>
              <a:t>(Deletion Time)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81E6F7E-8433-A3E8-C45B-2B65D8407353}"/>
              </a:ext>
            </a:extLst>
          </p:cNvPr>
          <p:cNvSpPr/>
          <p:nvPr/>
        </p:nvSpPr>
        <p:spPr>
          <a:xfrm>
            <a:off x="7376814" y="1908710"/>
            <a:ext cx="3522788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Multi-Version Graph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After Update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BC87B320-F2EC-CF73-5785-1B734F15C902}"/>
              </a:ext>
            </a:extLst>
          </p:cNvPr>
          <p:cNvCxnSpPr>
            <a:cxnSpLocks/>
          </p:cNvCxnSpPr>
          <p:nvPr/>
        </p:nvCxnSpPr>
        <p:spPr>
          <a:xfrm>
            <a:off x="6394075" y="3954287"/>
            <a:ext cx="656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54CB8659-94C9-D8E3-AC35-CAEB22714E65}"/>
              </a:ext>
            </a:extLst>
          </p:cNvPr>
          <p:cNvSpPr txBox="1"/>
          <p:nvPr/>
        </p:nvSpPr>
        <p:spPr>
          <a:xfrm>
            <a:off x="6350070" y="3626519"/>
            <a:ext cx="931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Become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FEAD08D6-B0E4-5A43-6082-64FA602B8633}"/>
              </a:ext>
            </a:extLst>
          </p:cNvPr>
          <p:cNvSpPr txBox="1"/>
          <p:nvPr/>
        </p:nvSpPr>
        <p:spPr>
          <a:xfrm>
            <a:off x="4963291" y="5216724"/>
            <a:ext cx="1427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Neighbor Array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B43067-14C9-E38F-F58D-B42DC5EED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93048"/>
              </p:ext>
            </p:extLst>
          </p:nvPr>
        </p:nvGraphicFramePr>
        <p:xfrm>
          <a:off x="4026213" y="3568536"/>
          <a:ext cx="82296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38044303"/>
                    </a:ext>
                  </a:extLst>
                </a:gridCol>
              </a:tblGrid>
              <a:tr h="2160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1" u="none" baseline="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16054"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1605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null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51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199968-A7EB-94C0-1F25-9EAA529B2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651224"/>
              </p:ext>
            </p:extLst>
          </p:nvPr>
        </p:nvGraphicFramePr>
        <p:xfrm>
          <a:off x="4029297" y="4457093"/>
          <a:ext cx="82296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38044303"/>
                    </a:ext>
                  </a:extLst>
                </a:gridCol>
              </a:tblGrid>
              <a:tr h="2160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u="none" baseline="0" dirty="0"/>
                        <a:t>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i="1" u="none" baseline="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16054"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16054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i="1" u="none" dirty="0"/>
                        <a:t>null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i="1" u="none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5107"/>
                  </a:ext>
                </a:extLst>
              </a:tr>
            </a:tbl>
          </a:graphicData>
        </a:graphic>
      </p:graphicFrame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BB09D7A-C1C7-A937-D965-916FA3722A45}"/>
              </a:ext>
            </a:extLst>
          </p:cNvPr>
          <p:cNvCxnSpPr>
            <a:cxnSpLocks/>
            <a:stCxn id="72" idx="5"/>
            <a:endCxn id="66" idx="1"/>
          </p:cNvCxnSpPr>
          <p:nvPr/>
        </p:nvCxnSpPr>
        <p:spPr>
          <a:xfrm>
            <a:off x="4740039" y="3741249"/>
            <a:ext cx="294449" cy="715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72AEEF7D-402F-972A-9A5F-3C71E69674B9}"/>
              </a:ext>
            </a:extLst>
          </p:cNvPr>
          <p:cNvSpPr>
            <a:spLocks noChangeAspect="1"/>
          </p:cNvSpPr>
          <p:nvPr/>
        </p:nvSpPr>
        <p:spPr>
          <a:xfrm>
            <a:off x="4674215" y="3675425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87475B-CA91-ED9B-49AC-2C12F2444E27}"/>
              </a:ext>
            </a:extLst>
          </p:cNvPr>
          <p:cNvSpPr txBox="1"/>
          <p:nvPr/>
        </p:nvSpPr>
        <p:spPr>
          <a:xfrm rot="18814483">
            <a:off x="4199226" y="2205482"/>
            <a:ext cx="84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dt</a:t>
            </a:r>
            <a:r>
              <a:rPr lang="en-US" sz="1400" baseline="-25000" dirty="0" err="1"/>
              <a:t>max</a:t>
            </a:r>
            <a:endParaRPr lang="en-US" sz="1400" baseline="-250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480238B-7F0E-961B-62CD-CF5685548CD8}"/>
              </a:ext>
            </a:extLst>
          </p:cNvPr>
          <p:cNvSpPr>
            <a:spLocks noChangeAspect="1"/>
          </p:cNvSpPr>
          <p:nvPr/>
        </p:nvSpPr>
        <p:spPr>
          <a:xfrm>
            <a:off x="4645885" y="4516562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794FEDC-F793-F3B6-6428-B1CC1E701BD5}"/>
              </a:ext>
            </a:extLst>
          </p:cNvPr>
          <p:cNvCxnSpPr>
            <a:cxnSpLocks/>
            <a:stCxn id="99" idx="5"/>
            <a:endCxn id="83" idx="1"/>
          </p:cNvCxnSpPr>
          <p:nvPr/>
        </p:nvCxnSpPr>
        <p:spPr>
          <a:xfrm>
            <a:off x="4711709" y="4582386"/>
            <a:ext cx="333337" cy="183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D78651A-E390-0769-6AC2-DD4410F75CFC}"/>
              </a:ext>
            </a:extLst>
          </p:cNvPr>
          <p:cNvSpPr txBox="1"/>
          <p:nvPr/>
        </p:nvSpPr>
        <p:spPr>
          <a:xfrm>
            <a:off x="10725109" y="2406518"/>
            <a:ext cx="52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4383BA-F0FF-210F-1B8A-EE5D6996DA69}"/>
              </a:ext>
            </a:extLst>
          </p:cNvPr>
          <p:cNvSpPr txBox="1"/>
          <p:nvPr/>
        </p:nvSpPr>
        <p:spPr>
          <a:xfrm>
            <a:off x="10744947" y="2651030"/>
            <a:ext cx="700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F9E39E-5402-208E-812E-431C7059DC97}"/>
              </a:ext>
            </a:extLst>
          </p:cNvPr>
          <p:cNvSpPr txBox="1"/>
          <p:nvPr/>
        </p:nvSpPr>
        <p:spPr>
          <a:xfrm>
            <a:off x="10739449" y="2937503"/>
            <a:ext cx="704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B4E816-6A3F-6905-B927-EB350A404F7B}"/>
              </a:ext>
            </a:extLst>
          </p:cNvPr>
          <p:cNvSpPr txBox="1"/>
          <p:nvPr/>
        </p:nvSpPr>
        <p:spPr>
          <a:xfrm rot="18856985">
            <a:off x="8106977" y="2227986"/>
            <a:ext cx="84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ct</a:t>
            </a:r>
            <a:r>
              <a:rPr lang="en-US" sz="1400" baseline="-25000" dirty="0" err="1"/>
              <a:t>min</a:t>
            </a:r>
            <a:endParaRPr lang="en-US" sz="1400" baseline="-25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4AF6FC-973B-9F95-CE21-A7E7D3743371}"/>
              </a:ext>
            </a:extLst>
          </p:cNvPr>
          <p:cNvSpPr txBox="1"/>
          <p:nvPr/>
        </p:nvSpPr>
        <p:spPr>
          <a:xfrm rot="18600106">
            <a:off x="8739271" y="2312958"/>
            <a:ext cx="620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pNb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902F71-5DC5-2F1D-494A-B667E564E957}"/>
              </a:ext>
            </a:extLst>
          </p:cNvPr>
          <p:cNvSpPr txBox="1"/>
          <p:nvPr/>
        </p:nvSpPr>
        <p:spPr>
          <a:xfrm rot="18814483">
            <a:off x="8406828" y="2216775"/>
            <a:ext cx="84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dt</a:t>
            </a:r>
            <a:r>
              <a:rPr lang="en-US" sz="1400" baseline="-25000" dirty="0" err="1"/>
              <a:t>max</a:t>
            </a:r>
            <a:endParaRPr lang="en-US" sz="1400" baseline="-25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E6C6E0-9115-9091-64F2-601D39073531}"/>
              </a:ext>
            </a:extLst>
          </p:cNvPr>
          <p:cNvSpPr txBox="1"/>
          <p:nvPr/>
        </p:nvSpPr>
        <p:spPr>
          <a:xfrm rot="18894258">
            <a:off x="7625280" y="2474101"/>
            <a:ext cx="84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pSlab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FDE932C-32D3-9F57-DD98-823CCE4D4160}"/>
              </a:ext>
            </a:extLst>
          </p:cNvPr>
          <p:cNvSpPr>
            <a:spLocks noChangeAspect="1"/>
          </p:cNvSpPr>
          <p:nvPr/>
        </p:nvSpPr>
        <p:spPr>
          <a:xfrm>
            <a:off x="8879768" y="2802493"/>
            <a:ext cx="77118" cy="771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9E55AB41-57B9-83D9-4554-26AB77AC07F4}"/>
              </a:ext>
            </a:extLst>
          </p:cNvPr>
          <p:cNvSpPr txBox="1"/>
          <p:nvPr/>
        </p:nvSpPr>
        <p:spPr>
          <a:xfrm>
            <a:off x="4906505" y="4269248"/>
            <a:ext cx="1418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Time t</a:t>
            </a:r>
            <a:endParaRPr lang="en-US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44722B4-DFFF-02CC-3476-F426F601DCCD}"/>
              </a:ext>
            </a:extLst>
          </p:cNvPr>
          <p:cNvCxnSpPr>
            <a:cxnSpLocks/>
          </p:cNvCxnSpPr>
          <p:nvPr/>
        </p:nvCxnSpPr>
        <p:spPr>
          <a:xfrm>
            <a:off x="1947581" y="4550100"/>
            <a:ext cx="35483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EE901F-1BB8-4861-88B1-10BABB2D07CD}"/>
              </a:ext>
            </a:extLst>
          </p:cNvPr>
          <p:cNvCxnSpPr>
            <a:cxnSpLocks/>
          </p:cNvCxnSpPr>
          <p:nvPr/>
        </p:nvCxnSpPr>
        <p:spPr>
          <a:xfrm flipV="1">
            <a:off x="1965963" y="2842788"/>
            <a:ext cx="0" cy="1699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25D54A2-58D5-5C97-8C0C-840C058DF112}"/>
              </a:ext>
            </a:extLst>
          </p:cNvPr>
          <p:cNvCxnSpPr>
            <a:cxnSpLocks/>
          </p:cNvCxnSpPr>
          <p:nvPr/>
        </p:nvCxnSpPr>
        <p:spPr>
          <a:xfrm>
            <a:off x="2586477" y="4458088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D04D5C-05AF-B4E0-4A55-95ADE67795D5}"/>
              </a:ext>
            </a:extLst>
          </p:cNvPr>
          <p:cNvCxnSpPr>
            <a:cxnSpLocks/>
          </p:cNvCxnSpPr>
          <p:nvPr/>
        </p:nvCxnSpPr>
        <p:spPr>
          <a:xfrm>
            <a:off x="3583927" y="4458088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D95F3C3-F13B-4B2A-A922-D804B5317612}"/>
              </a:ext>
            </a:extLst>
          </p:cNvPr>
          <p:cNvSpPr txBox="1"/>
          <p:nvPr/>
        </p:nvSpPr>
        <p:spPr>
          <a:xfrm>
            <a:off x="2434831" y="4554390"/>
            <a:ext cx="228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5238FD-7539-9580-F139-8666C382BE76}"/>
              </a:ext>
            </a:extLst>
          </p:cNvPr>
          <p:cNvSpPr txBox="1"/>
          <p:nvPr/>
        </p:nvSpPr>
        <p:spPr>
          <a:xfrm>
            <a:off x="3444507" y="4557806"/>
            <a:ext cx="228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0457C14-BFD8-D16B-E85C-158DA4478A30}"/>
              </a:ext>
            </a:extLst>
          </p:cNvPr>
          <p:cNvSpPr txBox="1"/>
          <p:nvPr/>
        </p:nvSpPr>
        <p:spPr>
          <a:xfrm>
            <a:off x="2939669" y="4567259"/>
            <a:ext cx="228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urier" pitchFamily="2" charset="0"/>
              </a:rPr>
              <a:t>5</a:t>
            </a:r>
            <a:endParaRPr lang="en-US" sz="1400" dirty="0">
              <a:latin typeface="Courier" pitchFamily="2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AC25C9C-2B0B-201A-1386-52460938C844}"/>
              </a:ext>
            </a:extLst>
          </p:cNvPr>
          <p:cNvCxnSpPr>
            <a:cxnSpLocks/>
          </p:cNvCxnSpPr>
          <p:nvPr/>
        </p:nvCxnSpPr>
        <p:spPr>
          <a:xfrm>
            <a:off x="3060785" y="4458088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EC06080D-33EF-28D6-0F04-DDDE6DAC1A44}"/>
              </a:ext>
            </a:extLst>
          </p:cNvPr>
          <p:cNvSpPr txBox="1"/>
          <p:nvPr/>
        </p:nvSpPr>
        <p:spPr>
          <a:xfrm>
            <a:off x="1808877" y="4550100"/>
            <a:ext cx="228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E85782-64D3-8489-E6C0-BCB2D02A5018}"/>
              </a:ext>
            </a:extLst>
          </p:cNvPr>
          <p:cNvSpPr txBox="1"/>
          <p:nvPr/>
        </p:nvSpPr>
        <p:spPr>
          <a:xfrm>
            <a:off x="1568052" y="3404318"/>
            <a:ext cx="570825" cy="106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400" dirty="0">
                <a:latin typeface="Courier" pitchFamily="2" charset="0"/>
              </a:rPr>
              <a:t>v4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latin typeface="Courier" pitchFamily="2" charset="0"/>
              </a:rPr>
              <a:t>v3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latin typeface="Courier" pitchFamily="2" charset="0"/>
              </a:rPr>
              <a:t>v2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latin typeface="Courier" pitchFamily="2" charset="0"/>
              </a:rPr>
              <a:t>v1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D47646A0-7486-0130-0228-780DE01C6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127655"/>
              </p:ext>
            </p:extLst>
          </p:nvPr>
        </p:nvGraphicFramePr>
        <p:xfrm>
          <a:off x="3609795" y="3488320"/>
          <a:ext cx="91440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4029529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1337"/>
                  </a:ext>
                </a:extLst>
              </a:tr>
            </a:tbl>
          </a:graphicData>
        </a:graphic>
      </p:graphicFrame>
      <p:graphicFrame>
        <p:nvGraphicFramePr>
          <p:cNvPr id="150" name="Table 149">
            <a:extLst>
              <a:ext uri="{FF2B5EF4-FFF2-40B4-BE49-F238E27FC236}">
                <a16:creationId xmlns:a16="http://schemas.microsoft.com/office/drawing/2014/main" id="{06E2624F-A6FD-BB92-C085-B60ACA4DA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753669"/>
              </p:ext>
            </p:extLst>
          </p:nvPr>
        </p:nvGraphicFramePr>
        <p:xfrm>
          <a:off x="1991841" y="3488320"/>
          <a:ext cx="1599573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73">
                  <a:extLst>
                    <a:ext uri="{9D8B030D-6E8A-4147-A177-3AD203B41FA5}">
                      <a16:colId xmlns:a16="http://schemas.microsoft.com/office/drawing/2014/main" val="224029529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1337"/>
                  </a:ext>
                </a:extLst>
              </a:tr>
            </a:tbl>
          </a:graphicData>
        </a:graphic>
      </p:graphicFrame>
      <p:graphicFrame>
        <p:nvGraphicFramePr>
          <p:cNvPr id="151" name="Table 150">
            <a:extLst>
              <a:ext uri="{FF2B5EF4-FFF2-40B4-BE49-F238E27FC236}">
                <a16:creationId xmlns:a16="http://schemas.microsoft.com/office/drawing/2014/main" id="{F2F21B01-E04F-805B-ABE3-8973237A2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24095"/>
              </p:ext>
            </p:extLst>
          </p:nvPr>
        </p:nvGraphicFramePr>
        <p:xfrm>
          <a:off x="1991841" y="4024400"/>
          <a:ext cx="1599573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73">
                  <a:extLst>
                    <a:ext uri="{9D8B030D-6E8A-4147-A177-3AD203B41FA5}">
                      <a16:colId xmlns:a16="http://schemas.microsoft.com/office/drawing/2014/main" val="224029529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1337"/>
                  </a:ext>
                </a:extLst>
              </a:tr>
            </a:tbl>
          </a:graphicData>
        </a:graphic>
      </p:graphicFrame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0E5E279E-C476-3130-A00E-7F33C36B8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47620"/>
              </p:ext>
            </p:extLst>
          </p:nvPr>
        </p:nvGraphicFramePr>
        <p:xfrm>
          <a:off x="1999463" y="3755929"/>
          <a:ext cx="107644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440">
                  <a:extLst>
                    <a:ext uri="{9D8B030D-6E8A-4147-A177-3AD203B41FA5}">
                      <a16:colId xmlns:a16="http://schemas.microsoft.com/office/drawing/2014/main" val="224029529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1337"/>
                  </a:ext>
                </a:extLst>
              </a:tr>
            </a:tbl>
          </a:graphicData>
        </a:graphic>
      </p:graphicFrame>
      <p:graphicFrame>
        <p:nvGraphicFramePr>
          <p:cNvPr id="153" name="Table 152">
            <a:extLst>
              <a:ext uri="{FF2B5EF4-FFF2-40B4-BE49-F238E27FC236}">
                <a16:creationId xmlns:a16="http://schemas.microsoft.com/office/drawing/2014/main" id="{2B6D0163-1BF8-1C46-5451-D8AEF58F8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88078"/>
              </p:ext>
            </p:extLst>
          </p:nvPr>
        </p:nvGraphicFramePr>
        <p:xfrm>
          <a:off x="3614146" y="4024878"/>
          <a:ext cx="91440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4029529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1337"/>
                  </a:ext>
                </a:extLst>
              </a:tr>
            </a:tbl>
          </a:graphicData>
        </a:graphic>
      </p:graphicFrame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72006874-623A-4B33-9AF9-89851F447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101799"/>
              </p:ext>
            </p:extLst>
          </p:nvPr>
        </p:nvGraphicFramePr>
        <p:xfrm>
          <a:off x="3602299" y="4306143"/>
          <a:ext cx="91440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4029529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1337"/>
                  </a:ext>
                </a:extLst>
              </a:tr>
            </a:tbl>
          </a:graphicData>
        </a:graphic>
      </p:graphicFrame>
      <p:sp>
        <p:nvSpPr>
          <p:cNvPr id="156" name="TextBox 155">
            <a:extLst>
              <a:ext uri="{FF2B5EF4-FFF2-40B4-BE49-F238E27FC236}">
                <a16:creationId xmlns:a16="http://schemas.microsoft.com/office/drawing/2014/main" id="{19D682C9-3B43-BA7F-2B1B-00CE38429BF6}"/>
              </a:ext>
            </a:extLst>
          </p:cNvPr>
          <p:cNvSpPr txBox="1"/>
          <p:nvPr/>
        </p:nvSpPr>
        <p:spPr>
          <a:xfrm>
            <a:off x="2291314" y="3235292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(0, 7]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ADF5F1-93BE-ED9C-C786-8284C8628BE7}"/>
              </a:ext>
            </a:extLst>
          </p:cNvPr>
          <p:cNvSpPr txBox="1"/>
          <p:nvPr/>
        </p:nvSpPr>
        <p:spPr>
          <a:xfrm>
            <a:off x="2294704" y="3534554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(0, 5]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69374FA-5261-1D45-8141-C0224DFC6D13}"/>
              </a:ext>
            </a:extLst>
          </p:cNvPr>
          <p:cNvSpPr txBox="1"/>
          <p:nvPr/>
        </p:nvSpPr>
        <p:spPr>
          <a:xfrm>
            <a:off x="2305589" y="3819259"/>
            <a:ext cx="803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(0, 7]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571FD58-2DFA-C681-ADB0-6CD528CFD9C9}"/>
              </a:ext>
            </a:extLst>
          </p:cNvPr>
          <p:cNvSpPr txBox="1"/>
          <p:nvPr/>
        </p:nvSpPr>
        <p:spPr>
          <a:xfrm>
            <a:off x="3617291" y="3228974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(7, +∞]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2005516-7CEC-5202-05D6-3C47FDCF8C76}"/>
              </a:ext>
            </a:extLst>
          </p:cNvPr>
          <p:cNvSpPr txBox="1"/>
          <p:nvPr/>
        </p:nvSpPr>
        <p:spPr>
          <a:xfrm>
            <a:off x="3609795" y="3759370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(7, +∞]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7F647E1-FADB-97AF-5C21-0D6E7C3BC31E}"/>
              </a:ext>
            </a:extLst>
          </p:cNvPr>
          <p:cNvSpPr txBox="1"/>
          <p:nvPr/>
        </p:nvSpPr>
        <p:spPr>
          <a:xfrm>
            <a:off x="3617291" y="4091385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(7, +∞]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12B6AB9-7428-1340-5482-FF07E45AA051}"/>
              </a:ext>
            </a:extLst>
          </p:cNvPr>
          <p:cNvCxnSpPr>
            <a:cxnSpLocks/>
          </p:cNvCxnSpPr>
          <p:nvPr/>
        </p:nvCxnSpPr>
        <p:spPr>
          <a:xfrm>
            <a:off x="3075903" y="3488320"/>
            <a:ext cx="0" cy="104006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3623438-1927-3DE5-82A5-EC050213D503}"/>
              </a:ext>
            </a:extLst>
          </p:cNvPr>
          <p:cNvCxnSpPr>
            <a:cxnSpLocks/>
          </p:cNvCxnSpPr>
          <p:nvPr/>
        </p:nvCxnSpPr>
        <p:spPr>
          <a:xfrm>
            <a:off x="3591414" y="3505973"/>
            <a:ext cx="0" cy="104006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06CBCECB-518C-3BF6-D34C-DFC4B01D5271}"/>
              </a:ext>
            </a:extLst>
          </p:cNvPr>
          <p:cNvSpPr txBox="1"/>
          <p:nvPr/>
        </p:nvSpPr>
        <p:spPr>
          <a:xfrm>
            <a:off x="1947581" y="2745718"/>
            <a:ext cx="2159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Neighbor Vertex of v5</a:t>
            </a:r>
            <a:endParaRPr lang="en-US" sz="1200" b="1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943299B-D92B-92F6-65DE-A2684E055C37}"/>
              </a:ext>
            </a:extLst>
          </p:cNvPr>
          <p:cNvSpPr/>
          <p:nvPr/>
        </p:nvSpPr>
        <p:spPr>
          <a:xfrm>
            <a:off x="5075421" y="3904706"/>
            <a:ext cx="137160" cy="137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9E17044-37CD-271F-B889-9FB281896DDE}"/>
              </a:ext>
            </a:extLst>
          </p:cNvPr>
          <p:cNvSpPr/>
          <p:nvPr/>
        </p:nvSpPr>
        <p:spPr>
          <a:xfrm>
            <a:off x="5088242" y="3432445"/>
            <a:ext cx="137160" cy="137160"/>
          </a:xfrm>
          <a:prstGeom prst="rect">
            <a:avLst/>
          </a:prstGeom>
          <a:solidFill>
            <a:srgbClr val="EEFC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8787E56-4774-7295-0D57-6B302E7EEEBD}"/>
              </a:ext>
            </a:extLst>
          </p:cNvPr>
          <p:cNvSpPr txBox="1"/>
          <p:nvPr/>
        </p:nvSpPr>
        <p:spPr>
          <a:xfrm>
            <a:off x="5299568" y="3285582"/>
            <a:ext cx="238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Neighbor Array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Version (0, 7]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507191C-5DEB-C540-73E4-C8231BDAB633}"/>
              </a:ext>
            </a:extLst>
          </p:cNvPr>
          <p:cNvSpPr txBox="1"/>
          <p:nvPr/>
        </p:nvSpPr>
        <p:spPr>
          <a:xfrm>
            <a:off x="5299568" y="3748777"/>
            <a:ext cx="238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Neighbor Array 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Version (7, +∞]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0CC7A3F-2E4F-584B-1C0F-7F3C9DF5FBE8}"/>
              </a:ext>
            </a:extLst>
          </p:cNvPr>
          <p:cNvSpPr txBox="1"/>
          <p:nvPr/>
        </p:nvSpPr>
        <p:spPr>
          <a:xfrm>
            <a:off x="5299568" y="2853353"/>
            <a:ext cx="105669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i="1" dirty="0"/>
              <a:t>t=5: e</a:t>
            </a:r>
            <a:r>
              <a:rPr lang="en-US" sz="1200" b="1" dirty="0"/>
              <a:t>(</a:t>
            </a:r>
            <a:r>
              <a:rPr lang="en-US" sz="1200" b="1" i="1" dirty="0"/>
              <a:t> v</a:t>
            </a:r>
            <a:r>
              <a:rPr lang="en-US" sz="1200" b="1" i="1" baseline="-25000" dirty="0"/>
              <a:t>5 </a:t>
            </a:r>
            <a:r>
              <a:rPr lang="en-US" sz="1200" b="1" dirty="0"/>
              <a:t>,</a:t>
            </a:r>
            <a:r>
              <a:rPr lang="en-US" sz="1200" b="1" i="1" dirty="0"/>
              <a:t> v</a:t>
            </a:r>
            <a:r>
              <a:rPr lang="en-US" sz="1200" b="1" i="1" baseline="-25000" dirty="0"/>
              <a:t>3 , </a:t>
            </a:r>
            <a:r>
              <a:rPr lang="en-US" sz="1200" b="1" i="1" dirty="0"/>
              <a:t>-</a:t>
            </a:r>
            <a:r>
              <a:rPr lang="en-US" sz="1200" b="1" dirty="0"/>
              <a:t>)</a:t>
            </a:r>
            <a:r>
              <a:rPr lang="en-US" sz="1200" b="1" i="1" dirty="0"/>
              <a:t> </a:t>
            </a:r>
          </a:p>
          <a:p>
            <a:r>
              <a:rPr lang="en-US" sz="1200" b="1" i="1" dirty="0"/>
              <a:t>t=7: e</a:t>
            </a:r>
            <a:r>
              <a:rPr lang="en-US" sz="1200" b="1" dirty="0"/>
              <a:t>(</a:t>
            </a:r>
            <a:r>
              <a:rPr lang="en-US" sz="1200" b="1" i="1" dirty="0"/>
              <a:t> v</a:t>
            </a:r>
            <a:r>
              <a:rPr lang="en-US" sz="1200" b="1" i="1" baseline="-25000" dirty="0"/>
              <a:t>5 </a:t>
            </a:r>
            <a:r>
              <a:rPr lang="en-US" sz="1200" b="1" dirty="0"/>
              <a:t>,</a:t>
            </a:r>
            <a:r>
              <a:rPr lang="en-US" sz="1200" b="1" i="1" dirty="0"/>
              <a:t> v</a:t>
            </a:r>
            <a:r>
              <a:rPr lang="en-US" sz="1200" b="1" i="1" baseline="-25000" dirty="0"/>
              <a:t>1, </a:t>
            </a:r>
            <a:r>
              <a:rPr lang="en-US" sz="1200" b="1" i="1" dirty="0"/>
              <a:t>+</a:t>
            </a:r>
            <a:r>
              <a:rPr lang="en-US" sz="1200" b="1" i="1" baseline="-25000" dirty="0"/>
              <a:t> </a:t>
            </a:r>
            <a:r>
              <a:rPr lang="en-US" sz="1200" b="1" dirty="0"/>
              <a:t>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99FCD0F-62B0-883D-219C-49A6EB1D5278}"/>
              </a:ext>
            </a:extLst>
          </p:cNvPr>
          <p:cNvSpPr txBox="1"/>
          <p:nvPr/>
        </p:nvSpPr>
        <p:spPr>
          <a:xfrm>
            <a:off x="1965963" y="3087868"/>
            <a:ext cx="711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Lifetime:</a:t>
            </a:r>
          </a:p>
        </p:txBody>
      </p:sp>
    </p:spTree>
    <p:extLst>
      <p:ext uri="{BB962C8B-B14F-4D97-AF65-F5344CB8AC3E}">
        <p14:creationId xmlns:p14="http://schemas.microsoft.com/office/powerpoint/2010/main" val="212682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5C15-E8F2-2B64-4201-904E088E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9EC153D-CC2D-25FF-EA50-844F29F4E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412455"/>
              </p:ext>
            </p:extLst>
          </p:nvPr>
        </p:nvGraphicFramePr>
        <p:xfrm>
          <a:off x="2433547" y="4778754"/>
          <a:ext cx="2186032" cy="2834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1178413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726784727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21867474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1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A4C9446A-C91B-AE4F-C5F8-3C1DCD812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614821"/>
              </p:ext>
            </p:extLst>
          </p:nvPr>
        </p:nvGraphicFramePr>
        <p:xfrm>
          <a:off x="2418996" y="3614196"/>
          <a:ext cx="2186032" cy="2834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4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7</a:t>
                      </a:r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D2A8DA5-216A-5FAD-E362-5164ACC2A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399192"/>
              </p:ext>
            </p:extLst>
          </p:nvPr>
        </p:nvGraphicFramePr>
        <p:xfrm>
          <a:off x="2418996" y="3037970"/>
          <a:ext cx="2186032" cy="2834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1</a:t>
                      </a:r>
                    </a:p>
                  </a:txBody>
                  <a:tcPr marL="66466" marR="66466" marT="33233" marB="33233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4</a:t>
                      </a:r>
                    </a:p>
                  </a:txBody>
                  <a:tcPr marL="66466" marR="66466" marT="33233" marB="3323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4</a:t>
                      </a:r>
                    </a:p>
                  </a:txBody>
                  <a:tcPr marL="66466" marR="66466" marT="33233" marB="3323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/>
                        <a:t>4</a:t>
                      </a:r>
                    </a:p>
                  </a:txBody>
                  <a:tcPr marL="66466" marR="66466" marT="33233" marB="3323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704228A-8F18-605F-2D05-1002A21CC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876588"/>
              </p:ext>
            </p:extLst>
          </p:nvPr>
        </p:nvGraphicFramePr>
        <p:xfrm>
          <a:off x="2451012" y="5418004"/>
          <a:ext cx="2186032" cy="2834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1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baseline="-25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15DF01FB-E27E-5D02-5E57-EB8A67145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44472"/>
              </p:ext>
            </p:extLst>
          </p:nvPr>
        </p:nvGraphicFramePr>
        <p:xfrm>
          <a:off x="4922523" y="5412901"/>
          <a:ext cx="2186032" cy="290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29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baseline="0" dirty="0"/>
                        <a:t>0</a:t>
                      </a:r>
                      <a:endParaRPr lang="en-US" sz="1400" b="0" i="0" baseline="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i="0" dirty="0"/>
                        <a:t>2</a:t>
                      </a:r>
                      <a:endParaRPr lang="en-US" sz="1400" i="0" dirty="0"/>
                    </a:p>
                  </a:txBody>
                  <a:tcPr marL="66466" marR="66466" marT="33233" marB="33233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i="0" dirty="0"/>
                        <a:t>0</a:t>
                      </a:r>
                      <a:endParaRPr lang="en-US" sz="1400" i="0" dirty="0"/>
                    </a:p>
                  </a:txBody>
                  <a:tcPr marL="66466" marR="66466" marT="33233" marB="3323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i="0" dirty="0"/>
                        <a:t>1</a:t>
                      </a:r>
                      <a:endParaRPr lang="en-US" sz="1400" i="0" dirty="0"/>
                    </a:p>
                  </a:txBody>
                  <a:tcPr marL="66466" marR="66466" marT="33233" marB="3323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i="0" dirty="0"/>
                        <a:t>2</a:t>
                      </a:r>
                      <a:endParaRPr lang="en-US" sz="1400" i="0" dirty="0"/>
                    </a:p>
                  </a:txBody>
                  <a:tcPr marL="66466" marR="66466" marT="33233" marB="33233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32175FDD-2B49-E891-DC3A-11AF323D0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067"/>
              </p:ext>
            </p:extLst>
          </p:nvPr>
        </p:nvGraphicFramePr>
        <p:xfrm>
          <a:off x="4906658" y="4796767"/>
          <a:ext cx="2186032" cy="290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29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1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-25000" dirty="0"/>
                        <a:t>*</a:t>
                      </a: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baseline="-25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C7032643-0070-A0EE-9015-5E7E4C057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68042"/>
              </p:ext>
            </p:extLst>
          </p:nvPr>
        </p:nvGraphicFramePr>
        <p:xfrm>
          <a:off x="4922523" y="4172208"/>
          <a:ext cx="2186032" cy="290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29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0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0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2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2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4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CDBE9264-2097-B8C2-921B-CA3A95752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075068"/>
              </p:ext>
            </p:extLst>
          </p:nvPr>
        </p:nvGraphicFramePr>
        <p:xfrm>
          <a:off x="4922523" y="3550417"/>
          <a:ext cx="2186032" cy="27982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0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0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2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5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2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5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5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v</a:t>
                      </a:r>
                      <a:r>
                        <a:rPr lang="en-US" sz="1400" b="0" baseline="-25000" dirty="0"/>
                        <a:t>4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pattFill prst="wdUpDiag">
                      <a:fgClr>
                        <a:schemeClr val="accent5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0B4052FE-90FD-32EC-F815-43880AAEEAA3}"/>
              </a:ext>
            </a:extLst>
          </p:cNvPr>
          <p:cNvSpPr txBox="1"/>
          <p:nvPr/>
        </p:nvSpPr>
        <p:spPr>
          <a:xfrm>
            <a:off x="5148671" y="5105036"/>
            <a:ext cx="1702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" pitchFamily="2" charset="0"/>
              </a:rPr>
              <a:t>+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A162F7-F559-E18C-F0D8-94FE1A66B72F}"/>
              </a:ext>
            </a:extLst>
          </p:cNvPr>
          <p:cNvSpPr txBox="1"/>
          <p:nvPr/>
        </p:nvSpPr>
        <p:spPr>
          <a:xfrm>
            <a:off x="5762332" y="4455132"/>
            <a:ext cx="430887" cy="40944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600" b="1" dirty="0">
                <a:latin typeface="Courier" pitchFamily="2" charset="0"/>
              </a:rPr>
              <a:t>=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1359331-3227-4F3D-7CBE-26F139D06F5A}"/>
              </a:ext>
            </a:extLst>
          </p:cNvPr>
          <p:cNvSpPr txBox="1"/>
          <p:nvPr/>
        </p:nvSpPr>
        <p:spPr>
          <a:xfrm>
            <a:off x="4636602" y="3899717"/>
            <a:ext cx="69140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39091EB-1022-4710-3FCF-CFB7B0125BFF}"/>
              </a:ext>
            </a:extLst>
          </p:cNvPr>
          <p:cNvSpPr txBox="1"/>
          <p:nvPr/>
        </p:nvSpPr>
        <p:spPr>
          <a:xfrm>
            <a:off x="4702285" y="3246782"/>
            <a:ext cx="64557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6515DD9-186E-2513-C83B-429CB73C63A6}"/>
              </a:ext>
            </a:extLst>
          </p:cNvPr>
          <p:cNvSpPr txBox="1"/>
          <p:nvPr/>
        </p:nvSpPr>
        <p:spPr>
          <a:xfrm>
            <a:off x="6291676" y="3909554"/>
            <a:ext cx="977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" pitchFamily="2" charset="0"/>
              </a:rPr>
              <a:t>Async Copy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2AEAD1F-6F89-D18A-06B3-9DDA0CADD068}"/>
              </a:ext>
            </a:extLst>
          </p:cNvPr>
          <p:cNvSpPr txBox="1"/>
          <p:nvPr/>
        </p:nvSpPr>
        <p:spPr>
          <a:xfrm>
            <a:off x="2206846" y="5128082"/>
            <a:ext cx="64178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52218C6-0030-EAA9-05F4-220063249A2C}"/>
              </a:ext>
            </a:extLst>
          </p:cNvPr>
          <p:cNvSpPr txBox="1"/>
          <p:nvPr/>
        </p:nvSpPr>
        <p:spPr>
          <a:xfrm>
            <a:off x="2185702" y="2745208"/>
            <a:ext cx="64178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bps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4F93C98-2550-0973-AA48-2542BD7CC37A}"/>
              </a:ext>
            </a:extLst>
          </p:cNvPr>
          <p:cNvSpPr txBox="1"/>
          <p:nvPr/>
        </p:nvSpPr>
        <p:spPr>
          <a:xfrm>
            <a:off x="4692710" y="4533548"/>
            <a:ext cx="64178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F8F38F8-9FAC-10AD-D752-765010BB247D}"/>
              </a:ext>
            </a:extLst>
          </p:cNvPr>
          <p:cNvSpPr txBox="1"/>
          <p:nvPr/>
        </p:nvSpPr>
        <p:spPr>
          <a:xfrm>
            <a:off x="3773911" y="3364793"/>
            <a:ext cx="977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" pitchFamily="2" charset="0"/>
              </a:rPr>
              <a:t>Broadcast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083FCA4-4226-709B-639A-B5A33EA524CE}"/>
              </a:ext>
            </a:extLst>
          </p:cNvPr>
          <p:cNvSpPr txBox="1"/>
          <p:nvPr/>
        </p:nvSpPr>
        <p:spPr>
          <a:xfrm>
            <a:off x="3781022" y="5159837"/>
            <a:ext cx="977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" pitchFamily="2" charset="0"/>
              </a:rPr>
              <a:t>Broadcast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8F7879D-4925-AECC-F2D1-7B8C15C00D9E}"/>
              </a:ext>
            </a:extLst>
          </p:cNvPr>
          <p:cNvSpPr txBox="1"/>
          <p:nvPr/>
        </p:nvSpPr>
        <p:spPr>
          <a:xfrm>
            <a:off x="2098103" y="3312282"/>
            <a:ext cx="64178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47296AE-EB18-77CE-0D30-2E9A436052DA}"/>
              </a:ext>
            </a:extLst>
          </p:cNvPr>
          <p:cNvSpPr txBox="1"/>
          <p:nvPr/>
        </p:nvSpPr>
        <p:spPr>
          <a:xfrm>
            <a:off x="3749195" y="3947734"/>
            <a:ext cx="11664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" pitchFamily="2" charset="0"/>
              </a:rPr>
              <a:t>Prefix Sum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005FA64D-BFE0-CF2E-1630-50292A77F644}"/>
              </a:ext>
            </a:extLst>
          </p:cNvPr>
          <p:cNvCxnSpPr>
            <a:cxnSpLocks/>
          </p:cNvCxnSpPr>
          <p:nvPr/>
        </p:nvCxnSpPr>
        <p:spPr>
          <a:xfrm flipV="1">
            <a:off x="3515150" y="3977237"/>
            <a:ext cx="0" cy="1651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88313974-E334-2A6D-8712-5937264F3E41}"/>
              </a:ext>
            </a:extLst>
          </p:cNvPr>
          <p:cNvCxnSpPr>
            <a:cxnSpLocks/>
          </p:cNvCxnSpPr>
          <p:nvPr/>
        </p:nvCxnSpPr>
        <p:spPr>
          <a:xfrm flipH="1" flipV="1">
            <a:off x="5977775" y="3929918"/>
            <a:ext cx="2267" cy="1624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D2840DFE-8D13-2009-66AF-655B34B353E1}"/>
              </a:ext>
            </a:extLst>
          </p:cNvPr>
          <p:cNvSpPr txBox="1"/>
          <p:nvPr/>
        </p:nvSpPr>
        <p:spPr>
          <a:xfrm>
            <a:off x="6322634" y="5141583"/>
            <a:ext cx="54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" pitchFamily="2" charset="0"/>
              </a:rPr>
              <a:t>Add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CA837000-F582-5323-D4B5-D08A3EE72D5E}"/>
              </a:ext>
            </a:extLst>
          </p:cNvPr>
          <p:cNvSpPr/>
          <p:nvPr/>
        </p:nvSpPr>
        <p:spPr>
          <a:xfrm>
            <a:off x="3636751" y="3992018"/>
            <a:ext cx="137160" cy="1371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351FDBB-04F0-81A4-3E26-FE0C8C6EBB26}"/>
              </a:ext>
            </a:extLst>
          </p:cNvPr>
          <p:cNvSpPr/>
          <p:nvPr/>
        </p:nvSpPr>
        <p:spPr>
          <a:xfrm>
            <a:off x="3634575" y="3416957"/>
            <a:ext cx="137160" cy="1371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2140B27A-F5DB-3983-3736-95A173FE85F5}"/>
              </a:ext>
            </a:extLst>
          </p:cNvPr>
          <p:cNvSpPr/>
          <p:nvPr/>
        </p:nvSpPr>
        <p:spPr>
          <a:xfrm>
            <a:off x="3665629" y="5205380"/>
            <a:ext cx="137160" cy="1371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71770F4-AFBD-5EFE-1F7B-B85EBBDCA0D3}"/>
              </a:ext>
            </a:extLst>
          </p:cNvPr>
          <p:cNvSpPr txBox="1"/>
          <p:nvPr/>
        </p:nvSpPr>
        <p:spPr>
          <a:xfrm>
            <a:off x="2147556" y="3930714"/>
            <a:ext cx="795239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16CEAAA-EEB2-20BC-903F-2436E2AA9C3E}"/>
              </a:ext>
            </a:extLst>
          </p:cNvPr>
          <p:cNvSpPr txBox="1"/>
          <p:nvPr/>
        </p:nvSpPr>
        <p:spPr>
          <a:xfrm>
            <a:off x="4692711" y="5150648"/>
            <a:ext cx="6417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92" name="Table 191">
            <a:extLst>
              <a:ext uri="{FF2B5EF4-FFF2-40B4-BE49-F238E27FC236}">
                <a16:creationId xmlns:a16="http://schemas.microsoft.com/office/drawing/2014/main" id="{FD69D8D7-5E20-9FB5-7E9F-EB5E1B633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55092"/>
              </p:ext>
            </p:extLst>
          </p:nvPr>
        </p:nvGraphicFramePr>
        <p:xfrm>
          <a:off x="2440440" y="5752958"/>
          <a:ext cx="2186032" cy="399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448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57060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18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  <a:tr h="18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0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1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2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3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4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5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6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7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162979"/>
                  </a:ext>
                </a:extLst>
              </a:tr>
            </a:tbl>
          </a:graphicData>
        </a:graphic>
      </p:graphicFrame>
      <p:sp>
        <p:nvSpPr>
          <p:cNvPr id="193" name="TextBox 192">
            <a:extLst>
              <a:ext uri="{FF2B5EF4-FFF2-40B4-BE49-F238E27FC236}">
                <a16:creationId xmlns:a16="http://schemas.microsoft.com/office/drawing/2014/main" id="{860AF065-E089-20AB-630C-0E926377D265}"/>
              </a:ext>
            </a:extLst>
          </p:cNvPr>
          <p:cNvSpPr txBox="1"/>
          <p:nvPr/>
        </p:nvSpPr>
        <p:spPr>
          <a:xfrm>
            <a:off x="2757935" y="6152666"/>
            <a:ext cx="1251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C25559C9-1D40-BC0E-A6F7-BE7EA0107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46398"/>
              </p:ext>
            </p:extLst>
          </p:nvPr>
        </p:nvGraphicFramePr>
        <p:xfrm>
          <a:off x="4906658" y="5759593"/>
          <a:ext cx="2186032" cy="404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448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57060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4734242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87707605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308707407"/>
                    </a:ext>
                  </a:extLst>
                </a:gridCol>
              </a:tblGrid>
              <a:tr h="1906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</a:rPr>
                        <a:t>↑</a:t>
                      </a:r>
                      <a:endParaRPr lang="en-US" sz="1200" b="0" i="1" baseline="-25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1983992"/>
                  </a:ext>
                </a:extLst>
              </a:tr>
              <a:tr h="1906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0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1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2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3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4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5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6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7</a:t>
                      </a:r>
                      <a:endParaRPr lang="en-US" sz="1400" b="0" i="0" baseline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162979"/>
                  </a:ext>
                </a:extLst>
              </a:tr>
            </a:tbl>
          </a:graphicData>
        </a:graphic>
      </p:graphicFrame>
      <p:sp>
        <p:nvSpPr>
          <p:cNvPr id="196" name="Oval 195">
            <a:extLst>
              <a:ext uri="{FF2B5EF4-FFF2-40B4-BE49-F238E27FC236}">
                <a16:creationId xmlns:a16="http://schemas.microsoft.com/office/drawing/2014/main" id="{36454089-FBD0-99E7-540E-C45615DFFA06}"/>
              </a:ext>
            </a:extLst>
          </p:cNvPr>
          <p:cNvSpPr/>
          <p:nvPr/>
        </p:nvSpPr>
        <p:spPr>
          <a:xfrm>
            <a:off x="6193219" y="5193286"/>
            <a:ext cx="137160" cy="1403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7DCF8D1C-C810-0AAE-4AF5-9A339D728AA4}"/>
              </a:ext>
            </a:extLst>
          </p:cNvPr>
          <p:cNvSpPr/>
          <p:nvPr/>
        </p:nvSpPr>
        <p:spPr>
          <a:xfrm>
            <a:off x="6162261" y="3968696"/>
            <a:ext cx="137160" cy="1403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8D39D255-1804-9A75-6183-B2CAD73CC34A}"/>
              </a:ext>
            </a:extLst>
          </p:cNvPr>
          <p:cNvCxnSpPr>
            <a:cxnSpLocks/>
          </p:cNvCxnSpPr>
          <p:nvPr/>
        </p:nvCxnSpPr>
        <p:spPr>
          <a:xfrm flipV="1">
            <a:off x="3514726" y="3385739"/>
            <a:ext cx="0" cy="1651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0A9C20BF-BD39-C307-BBE3-F1CF9D823189}"/>
              </a:ext>
            </a:extLst>
          </p:cNvPr>
          <p:cNvCxnSpPr>
            <a:cxnSpLocks/>
          </p:cNvCxnSpPr>
          <p:nvPr/>
        </p:nvCxnSpPr>
        <p:spPr>
          <a:xfrm>
            <a:off x="3544028" y="5150046"/>
            <a:ext cx="0" cy="226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CE76D2A6-C131-76F5-AB59-4CA48B22AB51}"/>
              </a:ext>
            </a:extLst>
          </p:cNvPr>
          <p:cNvSpPr txBox="1"/>
          <p:nvPr/>
        </p:nvSpPr>
        <p:spPr>
          <a:xfrm>
            <a:off x="5148671" y="6157042"/>
            <a:ext cx="1251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C18778FF-3F3A-79A7-9845-B34A38BE0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851619"/>
              </p:ext>
            </p:extLst>
          </p:nvPr>
        </p:nvGraphicFramePr>
        <p:xfrm>
          <a:off x="2419296" y="4238491"/>
          <a:ext cx="2186032" cy="2834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73254">
                  <a:extLst>
                    <a:ext uri="{9D8B030D-6E8A-4147-A177-3AD203B41FA5}">
                      <a16:colId xmlns:a16="http://schemas.microsoft.com/office/drawing/2014/main" val="1341092238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553242511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69232593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44244542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392871615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270117252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368533309"/>
                    </a:ext>
                  </a:extLst>
                </a:gridCol>
                <a:gridCol w="273254">
                  <a:extLst>
                    <a:ext uri="{9D8B030D-6E8A-4147-A177-3AD203B41FA5}">
                      <a16:colId xmlns:a16="http://schemas.microsoft.com/office/drawing/2014/main" val="2610521990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1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baseline="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3</a:t>
                      </a:r>
                      <a:endParaRPr lang="en-US" sz="1400" b="0" i="1" baseline="-250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6466" marR="66466" marT="33233" marB="33233" anchor="ctr"/>
                </a:tc>
                <a:extLst>
                  <a:ext uri="{0D108BD9-81ED-4DB2-BD59-A6C34878D82A}">
                    <a16:rowId xmlns:a16="http://schemas.microsoft.com/office/drawing/2014/main" val="2428641158"/>
                  </a:ext>
                </a:extLst>
              </a:tr>
            </a:tbl>
          </a:graphicData>
        </a:graphic>
      </p:graphicFrame>
      <p:sp>
        <p:nvSpPr>
          <p:cNvPr id="208" name="TextBox 207">
            <a:extLst>
              <a:ext uri="{FF2B5EF4-FFF2-40B4-BE49-F238E27FC236}">
                <a16:creationId xmlns:a16="http://schemas.microsoft.com/office/drawing/2014/main" id="{BC5D570C-9420-D789-6F48-E8510219A807}"/>
              </a:ext>
            </a:extLst>
          </p:cNvPr>
          <p:cNvSpPr txBox="1"/>
          <p:nvPr/>
        </p:nvSpPr>
        <p:spPr>
          <a:xfrm>
            <a:off x="2265933" y="4510259"/>
            <a:ext cx="481322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</p:txBody>
      </p:sp>
    </p:spTree>
    <p:extLst>
      <p:ext uri="{BB962C8B-B14F-4D97-AF65-F5344CB8AC3E}">
        <p14:creationId xmlns:p14="http://schemas.microsoft.com/office/powerpoint/2010/main" val="186255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BAAF-02A7-AC98-2B8A-B7DD4018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8463161B-B727-5EA9-A960-359C0FF3523C}"/>
              </a:ext>
            </a:extLst>
          </p:cNvPr>
          <p:cNvSpPr/>
          <p:nvPr/>
        </p:nvSpPr>
        <p:spPr>
          <a:xfrm>
            <a:off x="2770644" y="3912306"/>
            <a:ext cx="399469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2</a:t>
            </a:r>
            <a:endParaRPr lang="en-US" sz="1200" b="1" i="1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B326074-C1BD-383C-A4C8-7EFF9EE6DA9C}"/>
              </a:ext>
            </a:extLst>
          </p:cNvPr>
          <p:cNvSpPr/>
          <p:nvPr/>
        </p:nvSpPr>
        <p:spPr>
          <a:xfrm>
            <a:off x="3918459" y="3921151"/>
            <a:ext cx="399469" cy="2084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</a:t>
            </a:r>
            <a:endParaRPr lang="en-US" sz="1200" b="1" i="1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425755E-23AA-C861-03DF-6C5AA0F7889E}"/>
              </a:ext>
            </a:extLst>
          </p:cNvPr>
          <p:cNvSpPr/>
          <p:nvPr/>
        </p:nvSpPr>
        <p:spPr>
          <a:xfrm>
            <a:off x="5057265" y="3921151"/>
            <a:ext cx="399469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</a:t>
            </a:r>
            <a:endParaRPr lang="en-US" sz="1200" b="1" i="1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2D5EDE4-EA84-E665-D273-C22A53D8D272}"/>
              </a:ext>
            </a:extLst>
          </p:cNvPr>
          <p:cNvSpPr/>
          <p:nvPr/>
        </p:nvSpPr>
        <p:spPr>
          <a:xfrm>
            <a:off x="6193813" y="3904757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D373C03-FC36-243A-89A8-E538B96F37F4}"/>
              </a:ext>
            </a:extLst>
          </p:cNvPr>
          <p:cNvSpPr txBox="1"/>
          <p:nvPr/>
        </p:nvSpPr>
        <p:spPr>
          <a:xfrm>
            <a:off x="4261849" y="3870485"/>
            <a:ext cx="399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t=5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61AEB14-8409-D4C7-8951-5BE63E9B3D65}"/>
              </a:ext>
            </a:extLst>
          </p:cNvPr>
          <p:cNvSpPr txBox="1"/>
          <p:nvPr/>
        </p:nvSpPr>
        <p:spPr>
          <a:xfrm>
            <a:off x="5409664" y="3886732"/>
            <a:ext cx="399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t=3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01B59A5-1B01-D151-866E-911C63026B05}"/>
              </a:ext>
            </a:extLst>
          </p:cNvPr>
          <p:cNvSpPr txBox="1"/>
          <p:nvPr/>
        </p:nvSpPr>
        <p:spPr>
          <a:xfrm>
            <a:off x="6646486" y="3881622"/>
            <a:ext cx="399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t=0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0EEFC15-00A7-65B5-6DC1-4EE627A188BA}"/>
              </a:ext>
            </a:extLst>
          </p:cNvPr>
          <p:cNvSpPr txBox="1"/>
          <p:nvPr/>
        </p:nvSpPr>
        <p:spPr>
          <a:xfrm>
            <a:off x="3260469" y="4328342"/>
            <a:ext cx="728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v5: (0, 7]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CEB0AA6-6E23-A016-FB31-EF21C01340A3}"/>
              </a:ext>
            </a:extLst>
          </p:cNvPr>
          <p:cNvSpPr txBox="1"/>
          <p:nvPr/>
        </p:nvSpPr>
        <p:spPr>
          <a:xfrm>
            <a:off x="5456734" y="3405199"/>
            <a:ext cx="772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</a:t>
            </a:r>
            <a:r>
              <a:rPr lang="en-US" altLang="zh-CN" sz="1200" dirty="0"/>
              <a:t>1</a:t>
            </a:r>
            <a:r>
              <a:rPr lang="en-US" sz="1200" dirty="0"/>
              <a:t>: (0, 3]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2CEC41C-CBDB-109E-0F23-7E957C2C1237}"/>
              </a:ext>
            </a:extLst>
          </p:cNvPr>
          <p:cNvSpPr txBox="1"/>
          <p:nvPr/>
        </p:nvSpPr>
        <p:spPr>
          <a:xfrm>
            <a:off x="6056756" y="4321671"/>
            <a:ext cx="732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v3: (0, 3]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CFC05FD-5A55-32A0-4B5C-7563F4B2147F}"/>
              </a:ext>
            </a:extLst>
          </p:cNvPr>
          <p:cNvSpPr txBox="1"/>
          <p:nvPr/>
        </p:nvSpPr>
        <p:spPr>
          <a:xfrm>
            <a:off x="3133986" y="3870484"/>
            <a:ext cx="399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t=7</a:t>
            </a:r>
          </a:p>
        </p:txBody>
      </p:sp>
      <p:cxnSp>
        <p:nvCxnSpPr>
          <p:cNvPr id="184" name="Curved Connector 183">
            <a:extLst>
              <a:ext uri="{FF2B5EF4-FFF2-40B4-BE49-F238E27FC236}">
                <a16:creationId xmlns:a16="http://schemas.microsoft.com/office/drawing/2014/main" id="{3EE361FF-C53E-3077-6180-46C1F0861EB8}"/>
              </a:ext>
            </a:extLst>
          </p:cNvPr>
          <p:cNvCxnSpPr>
            <a:cxnSpLocks/>
            <a:stCxn id="111" idx="2"/>
            <a:endCxn id="114" idx="2"/>
          </p:cNvCxnSpPr>
          <p:nvPr/>
        </p:nvCxnSpPr>
        <p:spPr>
          <a:xfrm rot="5400000" flipH="1" flipV="1">
            <a:off x="4678905" y="2404688"/>
            <a:ext cx="7549" cy="3424602"/>
          </a:xfrm>
          <a:prstGeom prst="curvedConnector3">
            <a:avLst>
              <a:gd name="adj1" fmla="val -302821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Curved Connector 188">
            <a:extLst>
              <a:ext uri="{FF2B5EF4-FFF2-40B4-BE49-F238E27FC236}">
                <a16:creationId xmlns:a16="http://schemas.microsoft.com/office/drawing/2014/main" id="{09D82B4D-E2DF-4A34-2239-196C212B731C}"/>
              </a:ext>
            </a:extLst>
          </p:cNvPr>
          <p:cNvCxnSpPr>
            <a:cxnSpLocks/>
            <a:stCxn id="113" idx="2"/>
            <a:endCxn id="114" idx="2"/>
          </p:cNvCxnSpPr>
          <p:nvPr/>
        </p:nvCxnSpPr>
        <p:spPr>
          <a:xfrm rot="5400000" flipH="1" flipV="1">
            <a:off x="5817793" y="3552420"/>
            <a:ext cx="16394" cy="1137981"/>
          </a:xfrm>
          <a:prstGeom prst="curvedConnector3">
            <a:avLst>
              <a:gd name="adj1" fmla="val -139441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urved Connector 192">
            <a:extLst>
              <a:ext uri="{FF2B5EF4-FFF2-40B4-BE49-F238E27FC236}">
                <a16:creationId xmlns:a16="http://schemas.microsoft.com/office/drawing/2014/main" id="{B6BEF9C1-0FC9-D93F-3FAF-15FE2DBC6CD2}"/>
              </a:ext>
            </a:extLst>
          </p:cNvPr>
          <p:cNvCxnSpPr>
            <a:cxnSpLocks/>
            <a:stCxn id="113" idx="0"/>
            <a:endCxn id="114" idx="0"/>
          </p:cNvCxnSpPr>
          <p:nvPr/>
        </p:nvCxnSpPr>
        <p:spPr>
          <a:xfrm rot="5400000" flipH="1" flipV="1">
            <a:off x="5817793" y="3343964"/>
            <a:ext cx="16394" cy="1137981"/>
          </a:xfrm>
          <a:prstGeom prst="curvedConnector3">
            <a:avLst>
              <a:gd name="adj1" fmla="val 149441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E716BFC7-024A-3D8C-C61E-CB73A29F31A3}"/>
              </a:ext>
            </a:extLst>
          </p:cNvPr>
          <p:cNvSpPr txBox="1"/>
          <p:nvPr/>
        </p:nvSpPr>
        <p:spPr>
          <a:xfrm>
            <a:off x="2673464" y="3164534"/>
            <a:ext cx="210592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 </a:t>
            </a:r>
            <a:r>
              <a:rPr lang="en-US" sz="1200" b="1" i="1" dirty="0"/>
              <a:t> = (v1, v3 +)</a:t>
            </a:r>
            <a:r>
              <a:rPr lang="zh-CN" altLang="en-US" sz="1200" b="1" i="1" dirty="0"/>
              <a:t>，</a:t>
            </a:r>
            <a:r>
              <a:rPr lang="en-US" altLang="zh-CN" sz="1200" b="1" i="1" dirty="0"/>
              <a:t>T(</a:t>
            </a:r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 </a:t>
            </a:r>
            <a:r>
              <a:rPr lang="en-US" altLang="zh-CN" sz="1200" b="1" i="1" dirty="0"/>
              <a:t>)</a:t>
            </a:r>
            <a:r>
              <a:rPr lang="zh-CN" altLang="en-US" sz="1200" b="1" i="1" dirty="0"/>
              <a:t> </a:t>
            </a:r>
            <a:r>
              <a:rPr lang="en-US" altLang="zh-CN" sz="1200" b="1" i="1" dirty="0"/>
              <a:t>=</a:t>
            </a:r>
            <a:r>
              <a:rPr lang="zh-CN" altLang="en-US" sz="1200" b="1" i="1" dirty="0"/>
              <a:t> </a:t>
            </a:r>
            <a:r>
              <a:rPr lang="en-US" altLang="zh-CN" sz="1200" b="1" i="1" dirty="0"/>
              <a:t>3</a:t>
            </a:r>
            <a:r>
              <a:rPr lang="zh-CN" altLang="en-US" sz="1200" b="1" i="1" dirty="0"/>
              <a:t>  </a:t>
            </a:r>
            <a:endParaRPr lang="en-US" altLang="zh-CN" sz="1200" b="1" i="1" dirty="0"/>
          </a:p>
          <a:p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 </a:t>
            </a:r>
            <a:r>
              <a:rPr lang="en-US" sz="1200" b="1" i="1" dirty="0"/>
              <a:t> = (v2, v5, -)</a:t>
            </a:r>
            <a:r>
              <a:rPr lang="en-US" altLang="zh-CN" sz="1200" b="1" i="1" dirty="0"/>
              <a:t>,</a:t>
            </a:r>
            <a:r>
              <a:rPr lang="zh-CN" altLang="en-US" sz="1200" b="1" i="1" dirty="0"/>
              <a:t>   </a:t>
            </a:r>
            <a:r>
              <a:rPr lang="en-US" altLang="zh-CN" sz="1200" b="1" i="1" dirty="0"/>
              <a:t>T(</a:t>
            </a:r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altLang="zh-CN" sz="1200" b="1" i="1" baseline="-25000" dirty="0"/>
              <a:t>1</a:t>
            </a:r>
            <a:r>
              <a:rPr lang="en-US" altLang="zh-CN" sz="1200" b="1" i="1" dirty="0"/>
              <a:t>)</a:t>
            </a:r>
            <a:r>
              <a:rPr lang="zh-CN" altLang="en-US" sz="1200" b="1" i="1" dirty="0"/>
              <a:t> </a:t>
            </a:r>
            <a:r>
              <a:rPr lang="en-US" altLang="zh-CN" sz="1200" b="1" i="1" dirty="0"/>
              <a:t>=</a:t>
            </a:r>
            <a:r>
              <a:rPr lang="zh-CN" altLang="en-US" sz="1200" b="1" i="1" dirty="0"/>
              <a:t> </a:t>
            </a:r>
            <a:r>
              <a:rPr lang="en-US" altLang="zh-CN" sz="1200" b="1" i="1" dirty="0"/>
              <a:t>5</a:t>
            </a:r>
            <a:r>
              <a:rPr lang="zh-CN" altLang="en-US" sz="1200" b="1" i="1" dirty="0"/>
              <a:t>  </a:t>
            </a:r>
            <a:endParaRPr lang="en-US" altLang="zh-CN" sz="1200" b="1" i="1" dirty="0"/>
          </a:p>
          <a:p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2 </a:t>
            </a:r>
            <a:r>
              <a:rPr lang="en-US" sz="1200" b="1" i="1" dirty="0"/>
              <a:t> = (v1, v5, +)</a:t>
            </a:r>
            <a:r>
              <a:rPr lang="en-US" altLang="zh-CN" sz="1200" b="1" i="1" dirty="0"/>
              <a:t>,</a:t>
            </a:r>
            <a:r>
              <a:rPr lang="zh-CN" altLang="en-US" sz="1200" b="1" i="1" dirty="0"/>
              <a:t>  </a:t>
            </a:r>
            <a:r>
              <a:rPr lang="en-US" altLang="zh-CN" sz="1200" b="1" i="1" dirty="0"/>
              <a:t>T(</a:t>
            </a:r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altLang="zh-CN" sz="1200" b="1" i="1" baseline="-25000" dirty="0"/>
              <a:t>2</a:t>
            </a:r>
            <a:r>
              <a:rPr lang="en-US" altLang="zh-CN" sz="1200" b="1" i="1" dirty="0"/>
              <a:t>)</a:t>
            </a:r>
            <a:r>
              <a:rPr lang="zh-CN" altLang="en-US" sz="1200" b="1" i="1" dirty="0"/>
              <a:t> </a:t>
            </a:r>
            <a:r>
              <a:rPr lang="en-US" altLang="zh-CN" sz="1200" b="1" i="1" dirty="0"/>
              <a:t>=</a:t>
            </a:r>
            <a:r>
              <a:rPr lang="zh-CN" altLang="en-US" sz="1200" b="1" i="1" dirty="0"/>
              <a:t> </a:t>
            </a:r>
            <a:r>
              <a:rPr lang="en-US" altLang="zh-CN" sz="1200" b="1" i="1" dirty="0"/>
              <a:t>7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370302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707FE184-E5BE-E3C8-4413-470F4ECD67EC}"/>
              </a:ext>
            </a:extLst>
          </p:cNvPr>
          <p:cNvSpPr/>
          <p:nvPr/>
        </p:nvSpPr>
        <p:spPr>
          <a:xfrm>
            <a:off x="1255518" y="2415839"/>
            <a:ext cx="630244" cy="3833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GC</a:t>
            </a:r>
          </a:p>
          <a:p>
            <a:pPr algn="ctr"/>
            <a:r>
              <a:rPr lang="en-US" sz="1200" b="1" i="1" dirty="0"/>
              <a:t>Pointer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744AC7-3AFC-2967-7C2F-CC02A9C304D8}"/>
              </a:ext>
            </a:extLst>
          </p:cNvPr>
          <p:cNvSpPr/>
          <p:nvPr/>
        </p:nvSpPr>
        <p:spPr>
          <a:xfrm>
            <a:off x="1885762" y="3529732"/>
            <a:ext cx="399469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2</a:t>
            </a:r>
            <a:endParaRPr lang="en-US" sz="1200" b="1" i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0655D-17E5-0D3E-F5B8-C4AF50531505}"/>
              </a:ext>
            </a:extLst>
          </p:cNvPr>
          <p:cNvSpPr/>
          <p:nvPr/>
        </p:nvSpPr>
        <p:spPr>
          <a:xfrm>
            <a:off x="1885762" y="3145693"/>
            <a:ext cx="399469" cy="2084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</a:t>
            </a:r>
            <a:endParaRPr lang="en-US" sz="1200" b="1" i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7B7FFE-10E2-50FB-CDB7-6E9C9A5DA9DA}"/>
              </a:ext>
            </a:extLst>
          </p:cNvPr>
          <p:cNvSpPr/>
          <p:nvPr/>
        </p:nvSpPr>
        <p:spPr>
          <a:xfrm>
            <a:off x="1885763" y="2761654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</a:t>
            </a:r>
            <a:endParaRPr lang="en-US" sz="1200" b="1" i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EE085A-B04A-AE95-7A2C-474577B0CC7A}"/>
              </a:ext>
            </a:extLst>
          </p:cNvPr>
          <p:cNvSpPr/>
          <p:nvPr/>
        </p:nvSpPr>
        <p:spPr>
          <a:xfrm>
            <a:off x="1885763" y="2377615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AF5F9A-E775-D4EA-B3A1-B2A02D5EA689}"/>
              </a:ext>
            </a:extLst>
          </p:cNvPr>
          <p:cNvSpPr/>
          <p:nvPr/>
        </p:nvSpPr>
        <p:spPr>
          <a:xfrm>
            <a:off x="2462369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C99BCD-A6EA-DCC2-3B3C-BDD56D338B79}"/>
              </a:ext>
            </a:extLst>
          </p:cNvPr>
          <p:cNvSpPr/>
          <p:nvPr/>
        </p:nvSpPr>
        <p:spPr>
          <a:xfrm>
            <a:off x="3041842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F7A812-E07B-4B43-396C-3B8C59F3914C}"/>
              </a:ext>
            </a:extLst>
          </p:cNvPr>
          <p:cNvSpPr/>
          <p:nvPr/>
        </p:nvSpPr>
        <p:spPr>
          <a:xfrm>
            <a:off x="2462369" y="3532047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31C685-D830-1D53-48F0-41A2A3D46561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2285232" y="2865882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9EAD7B3-9750-A8D7-F2AB-1BA8BF2B4E79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2864705" y="2865882"/>
            <a:ext cx="17713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AEA0D8D-6828-5A9A-CC08-72D0A0F9F613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2285231" y="3633961"/>
            <a:ext cx="177138" cy="23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A18399-D8A1-B66D-FE2F-404DA6B2284A}"/>
              </a:ext>
            </a:extLst>
          </p:cNvPr>
          <p:cNvCxnSpPr>
            <a:cxnSpLocks/>
          </p:cNvCxnSpPr>
          <p:nvPr/>
        </p:nvCxnSpPr>
        <p:spPr>
          <a:xfrm flipV="1">
            <a:off x="1596027" y="2865881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1A2E601-385B-AB76-C704-7DDA43D80063}"/>
              </a:ext>
            </a:extLst>
          </p:cNvPr>
          <p:cNvSpPr txBox="1"/>
          <p:nvPr/>
        </p:nvSpPr>
        <p:spPr>
          <a:xfrm>
            <a:off x="2317154" y="2548153"/>
            <a:ext cx="772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</a:t>
            </a:r>
            <a:r>
              <a:rPr lang="en-US" altLang="zh-CN" sz="1050" dirty="0"/>
              <a:t>1</a:t>
            </a:r>
            <a:r>
              <a:rPr lang="en-US" sz="1050" dirty="0"/>
              <a:t>: (0, 3]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F829C8-5924-5147-C3A5-A486415032F0}"/>
              </a:ext>
            </a:extLst>
          </p:cNvPr>
          <p:cNvSpPr txBox="1"/>
          <p:nvPr/>
        </p:nvSpPr>
        <p:spPr>
          <a:xfrm>
            <a:off x="2939313" y="2549677"/>
            <a:ext cx="6639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v3: (0, 3]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A6CBAD-FB97-C287-9825-D360EA996CBA}"/>
              </a:ext>
            </a:extLst>
          </p:cNvPr>
          <p:cNvSpPr txBox="1"/>
          <p:nvPr/>
        </p:nvSpPr>
        <p:spPr>
          <a:xfrm>
            <a:off x="2339293" y="3306359"/>
            <a:ext cx="728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v5: (0, 7]</a:t>
            </a:r>
          </a:p>
        </p:txBody>
      </p:sp>
    </p:spTree>
    <p:extLst>
      <p:ext uri="{BB962C8B-B14F-4D97-AF65-F5344CB8AC3E}">
        <p14:creationId xmlns:p14="http://schemas.microsoft.com/office/powerpoint/2010/main" val="228176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E853-6CDE-642C-297C-8FC8DC01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3AB7F-E30F-064D-BAB4-758C5AE94486}"/>
              </a:ext>
            </a:extLst>
          </p:cNvPr>
          <p:cNvSpPr/>
          <p:nvPr/>
        </p:nvSpPr>
        <p:spPr>
          <a:xfrm>
            <a:off x="1885762" y="3529732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2</a:t>
            </a:r>
            <a:endParaRPr lang="en-US" sz="12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FD810-1E2A-79CB-C133-DAA4FEC00919}"/>
              </a:ext>
            </a:extLst>
          </p:cNvPr>
          <p:cNvSpPr/>
          <p:nvPr/>
        </p:nvSpPr>
        <p:spPr>
          <a:xfrm>
            <a:off x="1885762" y="3145693"/>
            <a:ext cx="399469" cy="2084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</a:t>
            </a:r>
            <a:endParaRPr lang="en-US" sz="1200" b="1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E50A8A-8686-358B-B9FB-BEC091B4569B}"/>
              </a:ext>
            </a:extLst>
          </p:cNvPr>
          <p:cNvSpPr/>
          <p:nvPr/>
        </p:nvSpPr>
        <p:spPr>
          <a:xfrm>
            <a:off x="1885763" y="2761654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</a:t>
            </a:r>
            <a:endParaRPr lang="en-US" sz="12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87641-0730-06AF-B8F2-53AB708E8C73}"/>
              </a:ext>
            </a:extLst>
          </p:cNvPr>
          <p:cNvSpPr/>
          <p:nvPr/>
        </p:nvSpPr>
        <p:spPr>
          <a:xfrm>
            <a:off x="1885763" y="2377615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FF699-3CA6-751A-CBD6-456953836496}"/>
              </a:ext>
            </a:extLst>
          </p:cNvPr>
          <p:cNvSpPr/>
          <p:nvPr/>
        </p:nvSpPr>
        <p:spPr>
          <a:xfrm>
            <a:off x="2462369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AFB614-B096-BF0D-B0C6-C6FF5035B05B}"/>
              </a:ext>
            </a:extLst>
          </p:cNvPr>
          <p:cNvSpPr/>
          <p:nvPr/>
        </p:nvSpPr>
        <p:spPr>
          <a:xfrm>
            <a:off x="3041842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9B98D-61B2-433D-204A-98363D7ED156}"/>
              </a:ext>
            </a:extLst>
          </p:cNvPr>
          <p:cNvSpPr/>
          <p:nvPr/>
        </p:nvSpPr>
        <p:spPr>
          <a:xfrm>
            <a:off x="2462369" y="3532047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ECFE3C-8752-C802-618B-674964FAA29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285232" y="2865882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109BEE-B585-C427-0EAD-23F9B88D196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864705" y="2865882"/>
            <a:ext cx="17713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CDE42A-180B-26CF-7D2D-46DE2AF9C23A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285231" y="3633961"/>
            <a:ext cx="177138" cy="23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879E12-C77F-F803-73DB-29A80FEE26DD}"/>
              </a:ext>
            </a:extLst>
          </p:cNvPr>
          <p:cNvCxnSpPr>
            <a:cxnSpLocks/>
          </p:cNvCxnSpPr>
          <p:nvPr/>
        </p:nvCxnSpPr>
        <p:spPr>
          <a:xfrm flipV="1">
            <a:off x="1596027" y="2865881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EA5C-F4BA-30E4-8EC8-4F1B2A713D17}"/>
              </a:ext>
            </a:extLst>
          </p:cNvPr>
          <p:cNvSpPr/>
          <p:nvPr/>
        </p:nvSpPr>
        <p:spPr>
          <a:xfrm>
            <a:off x="1255518" y="2415839"/>
            <a:ext cx="630244" cy="3833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GC</a:t>
            </a:r>
          </a:p>
          <a:p>
            <a:pPr algn="ctr"/>
            <a:r>
              <a:rPr lang="en-US" sz="1200" b="1" i="1" dirty="0"/>
              <a:t>Pointer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EA0D5-B35F-9EF2-34F8-9133EC71006D}"/>
              </a:ext>
            </a:extLst>
          </p:cNvPr>
          <p:cNvSpPr txBox="1"/>
          <p:nvPr/>
        </p:nvSpPr>
        <p:spPr>
          <a:xfrm>
            <a:off x="2317154" y="2548153"/>
            <a:ext cx="772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</a:t>
            </a:r>
            <a:r>
              <a:rPr lang="en-US" altLang="zh-CN" sz="1050" dirty="0"/>
              <a:t>1</a:t>
            </a:r>
            <a:r>
              <a:rPr lang="en-US" sz="1050" dirty="0"/>
              <a:t>: (0, 3]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6EE63B-7F74-BF54-0AA1-9A25198E3483}"/>
              </a:ext>
            </a:extLst>
          </p:cNvPr>
          <p:cNvSpPr txBox="1"/>
          <p:nvPr/>
        </p:nvSpPr>
        <p:spPr>
          <a:xfrm>
            <a:off x="2939313" y="2549677"/>
            <a:ext cx="6639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v3: (0, 3]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D8F932-BACD-1735-73C3-D91868F8DDCF}"/>
              </a:ext>
            </a:extLst>
          </p:cNvPr>
          <p:cNvSpPr txBox="1"/>
          <p:nvPr/>
        </p:nvSpPr>
        <p:spPr>
          <a:xfrm>
            <a:off x="2339293" y="3306359"/>
            <a:ext cx="728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v5: (0, 7]</a:t>
            </a:r>
          </a:p>
        </p:txBody>
      </p:sp>
    </p:spTree>
    <p:extLst>
      <p:ext uri="{BB962C8B-B14F-4D97-AF65-F5344CB8AC3E}">
        <p14:creationId xmlns:p14="http://schemas.microsoft.com/office/powerpoint/2010/main" val="3959652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A245-C87E-CFB4-D216-DD12EF98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174F47-576D-58CD-A813-2B406127B09A}"/>
              </a:ext>
            </a:extLst>
          </p:cNvPr>
          <p:cNvSpPr/>
          <p:nvPr/>
        </p:nvSpPr>
        <p:spPr>
          <a:xfrm>
            <a:off x="1885762" y="3529732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2</a:t>
            </a:r>
            <a:endParaRPr lang="en-US" sz="12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93EB-80E8-21BF-9CE7-2684B0BCD483}"/>
              </a:ext>
            </a:extLst>
          </p:cNvPr>
          <p:cNvSpPr/>
          <p:nvPr/>
        </p:nvSpPr>
        <p:spPr>
          <a:xfrm>
            <a:off x="1885762" y="3145693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</a:t>
            </a:r>
            <a:endParaRPr lang="en-US" sz="1200" b="1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376B1-C849-6C39-B934-787264348A9D}"/>
              </a:ext>
            </a:extLst>
          </p:cNvPr>
          <p:cNvSpPr/>
          <p:nvPr/>
        </p:nvSpPr>
        <p:spPr>
          <a:xfrm>
            <a:off x="1885763" y="2761654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</a:t>
            </a:r>
            <a:endParaRPr lang="en-US" sz="12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7AFD7-9120-A48B-3487-D26C5467D482}"/>
              </a:ext>
            </a:extLst>
          </p:cNvPr>
          <p:cNvSpPr/>
          <p:nvPr/>
        </p:nvSpPr>
        <p:spPr>
          <a:xfrm>
            <a:off x="1885763" y="2377615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3C7CF-075E-48DE-B40C-87FF05F1E290}"/>
              </a:ext>
            </a:extLst>
          </p:cNvPr>
          <p:cNvSpPr/>
          <p:nvPr/>
        </p:nvSpPr>
        <p:spPr>
          <a:xfrm>
            <a:off x="2462369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593DB-A046-BA95-229C-EB47E28FB11B}"/>
              </a:ext>
            </a:extLst>
          </p:cNvPr>
          <p:cNvSpPr/>
          <p:nvPr/>
        </p:nvSpPr>
        <p:spPr>
          <a:xfrm>
            <a:off x="3041842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0D15DB-34BC-68BE-5B59-E5734EF4A518}"/>
              </a:ext>
            </a:extLst>
          </p:cNvPr>
          <p:cNvSpPr/>
          <p:nvPr/>
        </p:nvSpPr>
        <p:spPr>
          <a:xfrm>
            <a:off x="2462369" y="3532047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409149-237D-33E0-5C70-369AA1454C2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285232" y="2865882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77789E-00EE-BB27-3C4A-C3C3F498B40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864705" y="2865882"/>
            <a:ext cx="17713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D14FA5-8F39-CB4E-1633-57CFD1EFE8E1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285231" y="3633961"/>
            <a:ext cx="177138" cy="23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ACE182-180F-626B-943E-3F523C50D136}"/>
              </a:ext>
            </a:extLst>
          </p:cNvPr>
          <p:cNvCxnSpPr>
            <a:cxnSpLocks/>
          </p:cNvCxnSpPr>
          <p:nvPr/>
        </p:nvCxnSpPr>
        <p:spPr>
          <a:xfrm flipV="1">
            <a:off x="1585444" y="3633293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F4CB32D-174E-7236-279B-D973F028B25B}"/>
              </a:ext>
            </a:extLst>
          </p:cNvPr>
          <p:cNvSpPr/>
          <p:nvPr/>
        </p:nvSpPr>
        <p:spPr>
          <a:xfrm>
            <a:off x="1255518" y="3162145"/>
            <a:ext cx="630244" cy="3833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GC</a:t>
            </a:r>
          </a:p>
          <a:p>
            <a:pPr algn="ctr"/>
            <a:r>
              <a:rPr lang="en-US" sz="1200" b="1" i="1" dirty="0"/>
              <a:t>Pointer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F436B-623F-51DB-51E5-02FBF6E824A5}"/>
              </a:ext>
            </a:extLst>
          </p:cNvPr>
          <p:cNvSpPr txBox="1"/>
          <p:nvPr/>
        </p:nvSpPr>
        <p:spPr>
          <a:xfrm>
            <a:off x="2317154" y="2548153"/>
            <a:ext cx="772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</a:t>
            </a:r>
            <a:r>
              <a:rPr lang="en-US" altLang="zh-CN" sz="1050" dirty="0"/>
              <a:t>1</a:t>
            </a:r>
            <a:r>
              <a:rPr lang="en-US" sz="1050" dirty="0"/>
              <a:t>: (0, 3]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6EF41-40B1-7326-7167-A71FABADE5F8}"/>
              </a:ext>
            </a:extLst>
          </p:cNvPr>
          <p:cNvSpPr txBox="1"/>
          <p:nvPr/>
        </p:nvSpPr>
        <p:spPr>
          <a:xfrm>
            <a:off x="2939313" y="2549677"/>
            <a:ext cx="6639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v3: (0, 3]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BAEFE-065B-F2FF-8688-620390F5FC7E}"/>
              </a:ext>
            </a:extLst>
          </p:cNvPr>
          <p:cNvSpPr txBox="1"/>
          <p:nvPr/>
        </p:nvSpPr>
        <p:spPr>
          <a:xfrm>
            <a:off x="2339293" y="3306359"/>
            <a:ext cx="728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v5: (0, 7]</a:t>
            </a:r>
          </a:p>
        </p:txBody>
      </p:sp>
    </p:spTree>
    <p:extLst>
      <p:ext uri="{BB962C8B-B14F-4D97-AF65-F5344CB8AC3E}">
        <p14:creationId xmlns:p14="http://schemas.microsoft.com/office/powerpoint/2010/main" val="2429641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04E7-79F8-275D-C5C4-9A98D107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C53824-D7B5-D935-AFF3-194EF7B3F193}"/>
              </a:ext>
            </a:extLst>
          </p:cNvPr>
          <p:cNvSpPr/>
          <p:nvPr/>
        </p:nvSpPr>
        <p:spPr>
          <a:xfrm>
            <a:off x="1885762" y="3529732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2</a:t>
            </a:r>
            <a:endParaRPr lang="en-US" sz="12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FB0144-B30D-42CF-A031-48B088F412C9}"/>
              </a:ext>
            </a:extLst>
          </p:cNvPr>
          <p:cNvSpPr/>
          <p:nvPr/>
        </p:nvSpPr>
        <p:spPr>
          <a:xfrm>
            <a:off x="1885762" y="3145693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</a:t>
            </a:r>
            <a:endParaRPr lang="en-US" sz="1200" b="1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AB286-3380-09AC-2D6C-60C29B3AB607}"/>
              </a:ext>
            </a:extLst>
          </p:cNvPr>
          <p:cNvSpPr/>
          <p:nvPr/>
        </p:nvSpPr>
        <p:spPr>
          <a:xfrm>
            <a:off x="1885763" y="2761654"/>
            <a:ext cx="399469" cy="208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</a:t>
            </a:r>
            <a:endParaRPr lang="en-US" sz="12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E5AEC-5921-DB95-53EC-588790047338}"/>
              </a:ext>
            </a:extLst>
          </p:cNvPr>
          <p:cNvSpPr/>
          <p:nvPr/>
        </p:nvSpPr>
        <p:spPr>
          <a:xfrm>
            <a:off x="1885763" y="2377615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77BF1C-07DF-8352-2C94-9A4EAB8CDFBB}"/>
              </a:ext>
            </a:extLst>
          </p:cNvPr>
          <p:cNvSpPr/>
          <p:nvPr/>
        </p:nvSpPr>
        <p:spPr>
          <a:xfrm>
            <a:off x="2462369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C0E16-B490-A5A4-2CF2-B6E3F0CB58FE}"/>
              </a:ext>
            </a:extLst>
          </p:cNvPr>
          <p:cNvSpPr/>
          <p:nvPr/>
        </p:nvSpPr>
        <p:spPr>
          <a:xfrm>
            <a:off x="3041842" y="2761653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5EA5FA-455A-D736-DD34-EFF40F6AA339}"/>
              </a:ext>
            </a:extLst>
          </p:cNvPr>
          <p:cNvSpPr/>
          <p:nvPr/>
        </p:nvSpPr>
        <p:spPr>
          <a:xfrm>
            <a:off x="2462369" y="3532047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AD68D4-E4DC-A944-C2D2-CED5B20B820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285232" y="2865882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98A401-AACB-E790-D6DA-88D98B7B4E3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864705" y="2865882"/>
            <a:ext cx="17713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DF1C1A-6A23-DE7B-D244-82C0F8530A40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285231" y="3633961"/>
            <a:ext cx="177138" cy="23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10B24C-A277-F546-3EBC-F006F60DEBCC}"/>
              </a:ext>
            </a:extLst>
          </p:cNvPr>
          <p:cNvCxnSpPr>
            <a:cxnSpLocks/>
          </p:cNvCxnSpPr>
          <p:nvPr/>
        </p:nvCxnSpPr>
        <p:spPr>
          <a:xfrm flipV="1">
            <a:off x="1585444" y="3633293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9F50B-DA47-709C-0EA4-65CBB165F17B}"/>
              </a:ext>
            </a:extLst>
          </p:cNvPr>
          <p:cNvSpPr/>
          <p:nvPr/>
        </p:nvSpPr>
        <p:spPr>
          <a:xfrm>
            <a:off x="1885762" y="3952271"/>
            <a:ext cx="399469" cy="2084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1</a:t>
            </a:r>
            <a:endParaRPr lang="en-US" sz="1200" b="1"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F4E39-32A8-A85C-C4F6-5698FCDA6269}"/>
              </a:ext>
            </a:extLst>
          </p:cNvPr>
          <p:cNvSpPr/>
          <p:nvPr/>
        </p:nvSpPr>
        <p:spPr>
          <a:xfrm>
            <a:off x="1885762" y="3952271"/>
            <a:ext cx="399469" cy="2084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3</a:t>
            </a:r>
            <a:endParaRPr lang="en-US" sz="1200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334478-6D21-DCA4-DE2D-17B8F70D9C9B}"/>
              </a:ext>
            </a:extLst>
          </p:cNvPr>
          <p:cNvSpPr/>
          <p:nvPr/>
        </p:nvSpPr>
        <p:spPr>
          <a:xfrm>
            <a:off x="2462369" y="3952269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C983A7-7CF8-0611-05B1-78A2BD7D503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285232" y="4056498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8CE650C-E828-194C-0867-862E7CB1FE69}"/>
              </a:ext>
            </a:extLst>
          </p:cNvPr>
          <p:cNvSpPr/>
          <p:nvPr/>
        </p:nvSpPr>
        <p:spPr>
          <a:xfrm>
            <a:off x="2462369" y="3952269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Zero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AB4C0A-B44A-4EF5-4E78-7629E11323F0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285232" y="4056498"/>
            <a:ext cx="17713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C614E-9829-5A01-5623-4CFA4C540599}"/>
              </a:ext>
            </a:extLst>
          </p:cNvPr>
          <p:cNvSpPr/>
          <p:nvPr/>
        </p:nvSpPr>
        <p:spPr>
          <a:xfrm>
            <a:off x="3041842" y="3952269"/>
            <a:ext cx="402336" cy="2084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l-GR" sz="1200" b="1" i="1" dirty="0"/>
              <a:t>Δ</a:t>
            </a:r>
            <a:r>
              <a:rPr lang="en-US" sz="1200" b="1" i="1" dirty="0"/>
              <a:t>e</a:t>
            </a:r>
            <a:r>
              <a:rPr lang="en-US" sz="1200" b="1" i="1" baseline="-25000" dirty="0"/>
              <a:t>0</a:t>
            </a:r>
            <a:endParaRPr lang="en-US" sz="1200" b="1" i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05A755-9A9A-9E29-F1BB-7F0A59811D61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2864705" y="4056498"/>
            <a:ext cx="17713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DA7DA50-A1E5-9EBA-CFFC-E94BC52ABB25}"/>
              </a:ext>
            </a:extLst>
          </p:cNvPr>
          <p:cNvSpPr/>
          <p:nvPr/>
        </p:nvSpPr>
        <p:spPr>
          <a:xfrm>
            <a:off x="1255518" y="3162145"/>
            <a:ext cx="630244" cy="3833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i="1" dirty="0"/>
              <a:t>GC</a:t>
            </a:r>
          </a:p>
          <a:p>
            <a:pPr algn="ctr"/>
            <a:r>
              <a:rPr lang="en-US" sz="1200" b="1" i="1" dirty="0"/>
              <a:t>Pointer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20F50-1A63-F621-0C2B-E8AF65539EE8}"/>
              </a:ext>
            </a:extLst>
          </p:cNvPr>
          <p:cNvSpPr txBox="1"/>
          <p:nvPr/>
        </p:nvSpPr>
        <p:spPr>
          <a:xfrm>
            <a:off x="2909533" y="3732914"/>
            <a:ext cx="728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v1: (3, 9]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0DA459-E6DC-3B98-D612-F553A11DE6A0}"/>
              </a:ext>
            </a:extLst>
          </p:cNvPr>
          <p:cNvSpPr txBox="1"/>
          <p:nvPr/>
        </p:nvSpPr>
        <p:spPr>
          <a:xfrm>
            <a:off x="2341125" y="3727739"/>
            <a:ext cx="728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v4: (0, 9]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DEBCB0-C25B-0B37-9F1E-B7CE1D349CE9}"/>
              </a:ext>
            </a:extLst>
          </p:cNvPr>
          <p:cNvSpPr txBox="1"/>
          <p:nvPr/>
        </p:nvSpPr>
        <p:spPr>
          <a:xfrm>
            <a:off x="2317154" y="2548153"/>
            <a:ext cx="772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</a:t>
            </a:r>
            <a:r>
              <a:rPr lang="en-US" altLang="zh-CN" sz="1050" dirty="0"/>
              <a:t>1</a:t>
            </a:r>
            <a:r>
              <a:rPr lang="en-US" sz="1050" dirty="0"/>
              <a:t>: (0, 3]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354A1-8CFA-639D-B27D-E8A03525C1E2}"/>
              </a:ext>
            </a:extLst>
          </p:cNvPr>
          <p:cNvSpPr txBox="1"/>
          <p:nvPr/>
        </p:nvSpPr>
        <p:spPr>
          <a:xfrm>
            <a:off x="2939313" y="2549677"/>
            <a:ext cx="6639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v3: (0, 3]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C4DD84-FB15-2ECF-D3D5-37F7E50CE8BC}"/>
              </a:ext>
            </a:extLst>
          </p:cNvPr>
          <p:cNvSpPr txBox="1"/>
          <p:nvPr/>
        </p:nvSpPr>
        <p:spPr>
          <a:xfrm>
            <a:off x="2339293" y="3306359"/>
            <a:ext cx="7283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v5: (0, 7]</a:t>
            </a:r>
          </a:p>
        </p:txBody>
      </p:sp>
    </p:spTree>
    <p:extLst>
      <p:ext uri="{BB962C8B-B14F-4D97-AF65-F5344CB8AC3E}">
        <p14:creationId xmlns:p14="http://schemas.microsoft.com/office/powerpoint/2010/main" val="1364983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09C67F-A0FC-4745-9AAA-CE145CDD6944}"/>
              </a:ext>
            </a:extLst>
          </p:cNvPr>
          <p:cNvSpPr/>
          <p:nvPr/>
        </p:nvSpPr>
        <p:spPr>
          <a:xfrm>
            <a:off x="5698397" y="2921731"/>
            <a:ext cx="457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95FE6C-3E4A-C462-3E56-08F764F554EA}"/>
              </a:ext>
            </a:extLst>
          </p:cNvPr>
          <p:cNvSpPr/>
          <p:nvPr/>
        </p:nvSpPr>
        <p:spPr>
          <a:xfrm>
            <a:off x="5652677" y="287601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2791A1-D1B4-67AA-00D6-31357FB8561B}"/>
              </a:ext>
            </a:extLst>
          </p:cNvPr>
          <p:cNvSpPr/>
          <p:nvPr/>
        </p:nvSpPr>
        <p:spPr>
          <a:xfrm>
            <a:off x="5652677" y="333321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00E1CF-ED3B-D982-6179-2C16B8CF27EE}"/>
              </a:ext>
            </a:extLst>
          </p:cNvPr>
          <p:cNvSpPr/>
          <p:nvPr/>
        </p:nvSpPr>
        <p:spPr>
          <a:xfrm>
            <a:off x="6109877" y="333321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3103E4-E4A1-96E2-19FF-6F3ABADF52F2}"/>
              </a:ext>
            </a:extLst>
          </p:cNvPr>
          <p:cNvSpPr/>
          <p:nvPr/>
        </p:nvSpPr>
        <p:spPr>
          <a:xfrm>
            <a:off x="6109877" y="287601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251882-9ABC-6678-317C-66CAC2BC515B}"/>
              </a:ext>
            </a:extLst>
          </p:cNvPr>
          <p:cNvSpPr/>
          <p:nvPr/>
        </p:nvSpPr>
        <p:spPr>
          <a:xfrm>
            <a:off x="6477956" y="2923385"/>
            <a:ext cx="457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BCF08D4-9F30-8BF5-5ACB-69E8AF1455BD}"/>
              </a:ext>
            </a:extLst>
          </p:cNvPr>
          <p:cNvSpPr/>
          <p:nvPr/>
        </p:nvSpPr>
        <p:spPr>
          <a:xfrm>
            <a:off x="6432236" y="28776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D300D4-320F-E801-7D69-4864AAC2685A}"/>
              </a:ext>
            </a:extLst>
          </p:cNvPr>
          <p:cNvSpPr/>
          <p:nvPr/>
        </p:nvSpPr>
        <p:spPr>
          <a:xfrm>
            <a:off x="6432236" y="33348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8D9944-C270-AB94-B8CA-5F950856772B}"/>
              </a:ext>
            </a:extLst>
          </p:cNvPr>
          <p:cNvSpPr/>
          <p:nvPr/>
        </p:nvSpPr>
        <p:spPr>
          <a:xfrm>
            <a:off x="6889436" y="33348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5C32C1-08F1-801C-319F-535B0C074243}"/>
              </a:ext>
            </a:extLst>
          </p:cNvPr>
          <p:cNvSpPr/>
          <p:nvPr/>
        </p:nvSpPr>
        <p:spPr>
          <a:xfrm>
            <a:off x="6889436" y="28776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F00BE1-88F5-B2D0-E6C1-D313B3A2DD1D}"/>
              </a:ext>
            </a:extLst>
          </p:cNvPr>
          <p:cNvCxnSpPr>
            <a:cxnSpLocks/>
            <a:stCxn id="50" idx="3"/>
            <a:endCxn id="34" idx="7"/>
          </p:cNvCxnSpPr>
          <p:nvPr/>
        </p:nvCxnSpPr>
        <p:spPr>
          <a:xfrm flipH="1">
            <a:off x="6510285" y="2955714"/>
            <a:ext cx="392542" cy="392542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gular Pentagon 64">
            <a:extLst>
              <a:ext uri="{FF2B5EF4-FFF2-40B4-BE49-F238E27FC236}">
                <a16:creationId xmlns:a16="http://schemas.microsoft.com/office/drawing/2014/main" id="{80EE5BBA-B233-9223-3D68-2F3A0B8F6914}"/>
              </a:ext>
            </a:extLst>
          </p:cNvPr>
          <p:cNvSpPr/>
          <p:nvPr/>
        </p:nvSpPr>
        <p:spPr>
          <a:xfrm>
            <a:off x="8041541" y="2686649"/>
            <a:ext cx="731520" cy="731520"/>
          </a:xfrm>
          <a:prstGeom prst="pentag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1113D65-E579-2B0A-CF2E-A8AC8E840D94}"/>
              </a:ext>
            </a:extLst>
          </p:cNvPr>
          <p:cNvSpPr/>
          <p:nvPr/>
        </p:nvSpPr>
        <p:spPr>
          <a:xfrm>
            <a:off x="8361581" y="264092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19E54B-A3A4-E7CD-5A4B-8D20A9E850E7}"/>
              </a:ext>
            </a:extLst>
          </p:cNvPr>
          <p:cNvSpPr/>
          <p:nvPr/>
        </p:nvSpPr>
        <p:spPr>
          <a:xfrm>
            <a:off x="8016526" y="291524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1B15107-3011-66B6-584F-4C491F983954}"/>
              </a:ext>
            </a:extLst>
          </p:cNvPr>
          <p:cNvSpPr/>
          <p:nvPr/>
        </p:nvSpPr>
        <p:spPr>
          <a:xfrm>
            <a:off x="8706636" y="291524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A2D7B3D-0995-2C49-40E2-0ABB4A7222D6}"/>
              </a:ext>
            </a:extLst>
          </p:cNvPr>
          <p:cNvSpPr/>
          <p:nvPr/>
        </p:nvSpPr>
        <p:spPr>
          <a:xfrm>
            <a:off x="8114456" y="337244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6E31FF5-2E94-44F3-12A0-88D84895D664}"/>
              </a:ext>
            </a:extLst>
          </p:cNvPr>
          <p:cNvSpPr/>
          <p:nvPr/>
        </p:nvSpPr>
        <p:spPr>
          <a:xfrm>
            <a:off x="8589281" y="337244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B65C220-852D-B816-6DA2-579F2D6BDAB4}"/>
              </a:ext>
            </a:extLst>
          </p:cNvPr>
          <p:cNvSpPr/>
          <p:nvPr/>
        </p:nvSpPr>
        <p:spPr>
          <a:xfrm>
            <a:off x="3702678" y="286952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5" name="Triangle 74">
            <a:extLst>
              <a:ext uri="{FF2B5EF4-FFF2-40B4-BE49-F238E27FC236}">
                <a16:creationId xmlns:a16="http://schemas.microsoft.com/office/drawing/2014/main" id="{2324DD13-7E09-5C8D-5248-ABB01D39591E}"/>
              </a:ext>
            </a:extLst>
          </p:cNvPr>
          <p:cNvSpPr/>
          <p:nvPr/>
        </p:nvSpPr>
        <p:spPr>
          <a:xfrm>
            <a:off x="3519798" y="2915249"/>
            <a:ext cx="457200" cy="457200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768051-75F7-C7EA-5855-D8A503D9F2F1}"/>
              </a:ext>
            </a:extLst>
          </p:cNvPr>
          <p:cNvSpPr/>
          <p:nvPr/>
        </p:nvSpPr>
        <p:spPr>
          <a:xfrm>
            <a:off x="3474078" y="332672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EB59DAE-4BE3-CE4E-4740-609E8F93C875}"/>
              </a:ext>
            </a:extLst>
          </p:cNvPr>
          <p:cNvSpPr/>
          <p:nvPr/>
        </p:nvSpPr>
        <p:spPr>
          <a:xfrm>
            <a:off x="3931278" y="332672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C135C50-39B1-F762-8147-83BEA80124EF}"/>
              </a:ext>
            </a:extLst>
          </p:cNvPr>
          <p:cNvCxnSpPr>
            <a:cxnSpLocks/>
          </p:cNvCxnSpPr>
          <p:nvPr/>
        </p:nvCxnSpPr>
        <p:spPr>
          <a:xfrm>
            <a:off x="2741993" y="2926731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9BB432F-4E9B-F34D-410A-BF137F00E758}"/>
              </a:ext>
            </a:extLst>
          </p:cNvPr>
          <p:cNvCxnSpPr>
            <a:cxnSpLocks/>
            <a:stCxn id="84" idx="6"/>
            <a:endCxn id="82" idx="6"/>
          </p:cNvCxnSpPr>
          <p:nvPr/>
        </p:nvCxnSpPr>
        <p:spPr>
          <a:xfrm flipH="1">
            <a:off x="2785325" y="3383931"/>
            <a:ext cx="445918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2C5D1374-6D63-F1C7-B443-67B9A7C77807}"/>
              </a:ext>
            </a:extLst>
          </p:cNvPr>
          <p:cNvSpPr/>
          <p:nvPr/>
        </p:nvSpPr>
        <p:spPr>
          <a:xfrm>
            <a:off x="2693885" y="333821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8E39F80-175F-75D9-043B-FAFE3CF3534F}"/>
              </a:ext>
            </a:extLst>
          </p:cNvPr>
          <p:cNvSpPr/>
          <p:nvPr/>
        </p:nvSpPr>
        <p:spPr>
          <a:xfrm>
            <a:off x="2693885" y="291501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3FB18DD-3906-EFCA-E0A6-3FDCB3EB5E54}"/>
              </a:ext>
            </a:extLst>
          </p:cNvPr>
          <p:cNvSpPr/>
          <p:nvPr/>
        </p:nvSpPr>
        <p:spPr>
          <a:xfrm>
            <a:off x="3139803" y="333821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13BF340-3300-FDBF-F08C-00FCDF849403}"/>
              </a:ext>
            </a:extLst>
          </p:cNvPr>
          <p:cNvCxnSpPr>
            <a:cxnSpLocks/>
          </p:cNvCxnSpPr>
          <p:nvPr/>
        </p:nvCxnSpPr>
        <p:spPr>
          <a:xfrm>
            <a:off x="4268140" y="2911086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1A5D20E-F159-76E9-8572-267014D5556A}"/>
              </a:ext>
            </a:extLst>
          </p:cNvPr>
          <p:cNvCxnSpPr>
            <a:cxnSpLocks/>
          </p:cNvCxnSpPr>
          <p:nvPr/>
        </p:nvCxnSpPr>
        <p:spPr>
          <a:xfrm flipH="1">
            <a:off x="4265752" y="3368286"/>
            <a:ext cx="45720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7B5AFE95-AB89-11A5-110F-EC46F191B782}"/>
              </a:ext>
            </a:extLst>
          </p:cNvPr>
          <p:cNvSpPr/>
          <p:nvPr/>
        </p:nvSpPr>
        <p:spPr>
          <a:xfrm>
            <a:off x="4220032" y="3322566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A9F2814-0D1B-4ACE-18DE-F4502B99C17F}"/>
              </a:ext>
            </a:extLst>
          </p:cNvPr>
          <p:cNvSpPr/>
          <p:nvPr/>
        </p:nvSpPr>
        <p:spPr>
          <a:xfrm>
            <a:off x="4220032" y="28993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D3120A4-1A37-2215-C77E-ED267D9479A9}"/>
              </a:ext>
            </a:extLst>
          </p:cNvPr>
          <p:cNvSpPr/>
          <p:nvPr/>
        </p:nvSpPr>
        <p:spPr>
          <a:xfrm>
            <a:off x="4665950" y="3322566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1902E4F-E853-AA99-64F6-5501107A8EF9}"/>
              </a:ext>
            </a:extLst>
          </p:cNvPr>
          <p:cNvCxnSpPr>
            <a:cxnSpLocks/>
          </p:cNvCxnSpPr>
          <p:nvPr/>
        </p:nvCxnSpPr>
        <p:spPr>
          <a:xfrm>
            <a:off x="4279143" y="2945085"/>
            <a:ext cx="45720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809DD5A0-39E7-6571-4B47-DB5C17ECFA03}"/>
              </a:ext>
            </a:extLst>
          </p:cNvPr>
          <p:cNvSpPr/>
          <p:nvPr/>
        </p:nvSpPr>
        <p:spPr>
          <a:xfrm>
            <a:off x="4665950" y="291108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42F8DC1-2B8A-6BB7-DCE8-38B3C6B04E08}"/>
              </a:ext>
            </a:extLst>
          </p:cNvPr>
          <p:cNvCxnSpPr>
            <a:cxnSpLocks/>
          </p:cNvCxnSpPr>
          <p:nvPr/>
        </p:nvCxnSpPr>
        <p:spPr>
          <a:xfrm>
            <a:off x="4963513" y="2911086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52B4EF6-C6FF-3E73-5723-573DC070C6B5}"/>
              </a:ext>
            </a:extLst>
          </p:cNvPr>
          <p:cNvCxnSpPr>
            <a:cxnSpLocks/>
          </p:cNvCxnSpPr>
          <p:nvPr/>
        </p:nvCxnSpPr>
        <p:spPr>
          <a:xfrm flipH="1">
            <a:off x="4961125" y="3368286"/>
            <a:ext cx="45720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0A43A495-D382-B004-E90B-2C06917FA9AA}"/>
              </a:ext>
            </a:extLst>
          </p:cNvPr>
          <p:cNvSpPr/>
          <p:nvPr/>
        </p:nvSpPr>
        <p:spPr>
          <a:xfrm>
            <a:off x="4915405" y="3322566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51AA4D5-3359-A42F-E62D-055AC1B9399E}"/>
              </a:ext>
            </a:extLst>
          </p:cNvPr>
          <p:cNvSpPr/>
          <p:nvPr/>
        </p:nvSpPr>
        <p:spPr>
          <a:xfrm>
            <a:off x="4915405" y="28993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669EE58-D6DA-B9CE-779B-AE10804D86F0}"/>
              </a:ext>
            </a:extLst>
          </p:cNvPr>
          <p:cNvSpPr/>
          <p:nvPr/>
        </p:nvSpPr>
        <p:spPr>
          <a:xfrm>
            <a:off x="5361323" y="3322566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E92DCFF-36C6-6F25-02E0-EC2257584E81}"/>
              </a:ext>
            </a:extLst>
          </p:cNvPr>
          <p:cNvCxnSpPr>
            <a:cxnSpLocks/>
            <a:stCxn id="102" idx="3"/>
            <a:endCxn id="96" idx="7"/>
          </p:cNvCxnSpPr>
          <p:nvPr/>
        </p:nvCxnSpPr>
        <p:spPr>
          <a:xfrm flipH="1">
            <a:off x="4993454" y="2977414"/>
            <a:ext cx="332985" cy="358543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0B79AE99-22CD-9425-BB5C-547A91CD2695}"/>
              </a:ext>
            </a:extLst>
          </p:cNvPr>
          <p:cNvSpPr/>
          <p:nvPr/>
        </p:nvSpPr>
        <p:spPr>
          <a:xfrm>
            <a:off x="5313048" y="289936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7EE8007-412C-4D7E-6150-DB69B4960434}"/>
              </a:ext>
            </a:extLst>
          </p:cNvPr>
          <p:cNvSpPr txBox="1"/>
          <p:nvPr/>
        </p:nvSpPr>
        <p:spPr>
          <a:xfrm>
            <a:off x="3540153" y="3909626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6875F5-E807-C5EF-8410-C9E8176DE1B5}"/>
              </a:ext>
            </a:extLst>
          </p:cNvPr>
          <p:cNvSpPr txBox="1"/>
          <p:nvPr/>
        </p:nvSpPr>
        <p:spPr>
          <a:xfrm>
            <a:off x="4320067" y="3911395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B1BE0C-EC77-2BC9-3CE1-495241A411F2}"/>
              </a:ext>
            </a:extLst>
          </p:cNvPr>
          <p:cNvSpPr txBox="1"/>
          <p:nvPr/>
        </p:nvSpPr>
        <p:spPr>
          <a:xfrm>
            <a:off x="4998034" y="3909626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FB8F781-DCBF-195A-5E77-817DE0B73863}"/>
              </a:ext>
            </a:extLst>
          </p:cNvPr>
          <p:cNvSpPr txBox="1"/>
          <p:nvPr/>
        </p:nvSpPr>
        <p:spPr>
          <a:xfrm>
            <a:off x="5716191" y="3909626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129C05-6E46-61CF-68B3-B7D85AED002C}"/>
              </a:ext>
            </a:extLst>
          </p:cNvPr>
          <p:cNvSpPr txBox="1"/>
          <p:nvPr/>
        </p:nvSpPr>
        <p:spPr>
          <a:xfrm>
            <a:off x="6492240" y="3908194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A7F656-4169-1F13-DA58-1E56FDA33A20}"/>
              </a:ext>
            </a:extLst>
          </p:cNvPr>
          <p:cNvSpPr txBox="1"/>
          <p:nvPr/>
        </p:nvSpPr>
        <p:spPr>
          <a:xfrm>
            <a:off x="7303805" y="3916154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Q7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FA0EE74-405D-6BB0-7B63-1F4D85714EC0}"/>
              </a:ext>
            </a:extLst>
          </p:cNvPr>
          <p:cNvSpPr txBox="1"/>
          <p:nvPr/>
        </p:nvSpPr>
        <p:spPr>
          <a:xfrm>
            <a:off x="8160737" y="3908615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Q8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26035B8-13D2-2A3E-81AC-40EB1D789AF6}"/>
              </a:ext>
            </a:extLst>
          </p:cNvPr>
          <p:cNvSpPr txBox="1"/>
          <p:nvPr/>
        </p:nvSpPr>
        <p:spPr>
          <a:xfrm>
            <a:off x="9015937" y="3908615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35425-0CE3-9005-D209-70B8ADC9C33F}"/>
              </a:ext>
            </a:extLst>
          </p:cNvPr>
          <p:cNvSpPr txBox="1"/>
          <p:nvPr/>
        </p:nvSpPr>
        <p:spPr>
          <a:xfrm>
            <a:off x="5566616" y="3575222"/>
            <a:ext cx="800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4-cycle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9EBFF-62D2-D85A-3824-A88E8670C830}"/>
              </a:ext>
            </a:extLst>
          </p:cNvPr>
          <p:cNvSpPr txBox="1"/>
          <p:nvPr/>
        </p:nvSpPr>
        <p:spPr>
          <a:xfrm>
            <a:off x="6288817" y="3575140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diamond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2EE1A-4150-E6EB-CFDB-F2251E51FAA8}"/>
              </a:ext>
            </a:extLst>
          </p:cNvPr>
          <p:cNvSpPr txBox="1"/>
          <p:nvPr/>
        </p:nvSpPr>
        <p:spPr>
          <a:xfrm>
            <a:off x="7081705" y="3571072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4-clique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F1320B-5D34-77F5-0BEE-F2FEA9CBCB38}"/>
              </a:ext>
            </a:extLst>
          </p:cNvPr>
          <p:cNvSpPr txBox="1"/>
          <p:nvPr/>
        </p:nvSpPr>
        <p:spPr>
          <a:xfrm>
            <a:off x="7933811" y="3571072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5-cycle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0938A3-69C3-1622-62E2-EEBA17DB5BED}"/>
              </a:ext>
            </a:extLst>
          </p:cNvPr>
          <p:cNvSpPr txBox="1"/>
          <p:nvPr/>
        </p:nvSpPr>
        <p:spPr>
          <a:xfrm>
            <a:off x="3290003" y="3573885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triangle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D45841-0CCF-2CA0-7115-01157904E6E7}"/>
              </a:ext>
            </a:extLst>
          </p:cNvPr>
          <p:cNvSpPr txBox="1"/>
          <p:nvPr/>
        </p:nvSpPr>
        <p:spPr>
          <a:xfrm>
            <a:off x="2505278" y="3573885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wedge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B0ADF-2F39-C6AE-8506-97EA7BC7255D}"/>
              </a:ext>
            </a:extLst>
          </p:cNvPr>
          <p:cNvSpPr txBox="1"/>
          <p:nvPr/>
        </p:nvSpPr>
        <p:spPr>
          <a:xfrm>
            <a:off x="4096049" y="3573885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4-path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2097D8-3258-8791-964E-79A0FF6C73DE}"/>
              </a:ext>
            </a:extLst>
          </p:cNvPr>
          <p:cNvSpPr txBox="1"/>
          <p:nvPr/>
        </p:nvSpPr>
        <p:spPr>
          <a:xfrm>
            <a:off x="4786637" y="3573885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3-star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24A22-F498-C7BF-D9F5-47108B007560}"/>
              </a:ext>
            </a:extLst>
          </p:cNvPr>
          <p:cNvSpPr/>
          <p:nvPr/>
        </p:nvSpPr>
        <p:spPr>
          <a:xfrm>
            <a:off x="7266249" y="2923068"/>
            <a:ext cx="457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03C864-7FA3-2BCE-6E60-FF43AD4A5524}"/>
              </a:ext>
            </a:extLst>
          </p:cNvPr>
          <p:cNvSpPr/>
          <p:nvPr/>
        </p:nvSpPr>
        <p:spPr>
          <a:xfrm>
            <a:off x="7220529" y="2877348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820F16-4A15-76D9-3FC3-C333D2F60244}"/>
              </a:ext>
            </a:extLst>
          </p:cNvPr>
          <p:cNvSpPr/>
          <p:nvPr/>
        </p:nvSpPr>
        <p:spPr>
          <a:xfrm>
            <a:off x="7220529" y="3334548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E4DBE0-9529-71D3-394F-F6200575DEA4}"/>
              </a:ext>
            </a:extLst>
          </p:cNvPr>
          <p:cNvSpPr/>
          <p:nvPr/>
        </p:nvSpPr>
        <p:spPr>
          <a:xfrm>
            <a:off x="7677729" y="3334548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1934FB9-EF14-7351-BF06-C961560DCDCB}"/>
              </a:ext>
            </a:extLst>
          </p:cNvPr>
          <p:cNvSpPr/>
          <p:nvPr/>
        </p:nvSpPr>
        <p:spPr>
          <a:xfrm>
            <a:off x="7677729" y="2877348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2D87AB-DEF9-4EE5-31A6-3AED60EDD040}"/>
              </a:ext>
            </a:extLst>
          </p:cNvPr>
          <p:cNvCxnSpPr>
            <a:cxnSpLocks/>
            <a:stCxn id="20" idx="3"/>
            <a:endCxn id="7" idx="7"/>
          </p:cNvCxnSpPr>
          <p:nvPr/>
        </p:nvCxnSpPr>
        <p:spPr>
          <a:xfrm flipH="1">
            <a:off x="7298578" y="2955397"/>
            <a:ext cx="392542" cy="392542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786AE9-1CF9-1FD3-99EE-07F4FCFE5F7D}"/>
              </a:ext>
            </a:extLst>
          </p:cNvPr>
          <p:cNvCxnSpPr>
            <a:cxnSpLocks/>
            <a:stCxn id="6" idx="5"/>
            <a:endCxn id="19" idx="1"/>
          </p:cNvCxnSpPr>
          <p:nvPr/>
        </p:nvCxnSpPr>
        <p:spPr>
          <a:xfrm>
            <a:off x="7298578" y="2955397"/>
            <a:ext cx="392542" cy="392542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gular Pentagon 35">
            <a:extLst>
              <a:ext uri="{FF2B5EF4-FFF2-40B4-BE49-F238E27FC236}">
                <a16:creationId xmlns:a16="http://schemas.microsoft.com/office/drawing/2014/main" id="{56BE7EA8-F753-5828-4854-B4672A0A62F7}"/>
              </a:ext>
            </a:extLst>
          </p:cNvPr>
          <p:cNvSpPr/>
          <p:nvPr/>
        </p:nvSpPr>
        <p:spPr>
          <a:xfrm>
            <a:off x="8973116" y="2677537"/>
            <a:ext cx="731520" cy="731520"/>
          </a:xfrm>
          <a:prstGeom prst="pentag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8B02F2D-C6F3-C404-3CCF-ADD47A74FC31}"/>
              </a:ext>
            </a:extLst>
          </p:cNvPr>
          <p:cNvSpPr/>
          <p:nvPr/>
        </p:nvSpPr>
        <p:spPr>
          <a:xfrm>
            <a:off x="9293156" y="263181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ECF0AC-6BED-5A0B-CDF0-BD1A77514677}"/>
              </a:ext>
            </a:extLst>
          </p:cNvPr>
          <p:cNvSpPr/>
          <p:nvPr/>
        </p:nvSpPr>
        <p:spPr>
          <a:xfrm>
            <a:off x="8948101" y="290613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FD6910C-81FA-A972-8E9E-647618AA207E}"/>
              </a:ext>
            </a:extLst>
          </p:cNvPr>
          <p:cNvSpPr/>
          <p:nvPr/>
        </p:nvSpPr>
        <p:spPr>
          <a:xfrm>
            <a:off x="9638211" y="290613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E6B1445-9DA0-615A-008A-91249C53FACA}"/>
              </a:ext>
            </a:extLst>
          </p:cNvPr>
          <p:cNvSpPr/>
          <p:nvPr/>
        </p:nvSpPr>
        <p:spPr>
          <a:xfrm>
            <a:off x="9046031" y="336333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E48FFEA-36DC-8092-2E75-FEB91FB57354}"/>
              </a:ext>
            </a:extLst>
          </p:cNvPr>
          <p:cNvSpPr/>
          <p:nvPr/>
        </p:nvSpPr>
        <p:spPr>
          <a:xfrm>
            <a:off x="9520856" y="336333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4E1D8A-B39F-0D38-1669-CF4BBF09336A}"/>
              </a:ext>
            </a:extLst>
          </p:cNvPr>
          <p:cNvSpPr txBox="1"/>
          <p:nvPr/>
        </p:nvSpPr>
        <p:spPr>
          <a:xfrm>
            <a:off x="2751184" y="3909626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02F5CF-354B-6A03-B0A7-B3380FF9452A}"/>
              </a:ext>
            </a:extLst>
          </p:cNvPr>
          <p:cNvSpPr txBox="1"/>
          <p:nvPr/>
        </p:nvSpPr>
        <p:spPr>
          <a:xfrm>
            <a:off x="8865873" y="3571072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5-clique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4E0C1A-EB6B-951F-EF35-CD3384187EFE}"/>
              </a:ext>
            </a:extLst>
          </p:cNvPr>
          <p:cNvCxnSpPr>
            <a:cxnSpLocks/>
            <a:stCxn id="37" idx="4"/>
            <a:endCxn id="40" idx="7"/>
          </p:cNvCxnSpPr>
          <p:nvPr/>
        </p:nvCxnSpPr>
        <p:spPr>
          <a:xfrm flipH="1">
            <a:off x="9124080" y="2723257"/>
            <a:ext cx="214796" cy="653471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8EC92-2151-031D-1CE3-72E1566AAA39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>
            <a:off x="9039541" y="2951857"/>
            <a:ext cx="59867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65DBDA1-700B-D74F-D8D4-55A6D6A691C8}"/>
              </a:ext>
            </a:extLst>
          </p:cNvPr>
          <p:cNvCxnSpPr>
            <a:cxnSpLocks/>
            <a:stCxn id="38" idx="5"/>
            <a:endCxn id="41" idx="1"/>
          </p:cNvCxnSpPr>
          <p:nvPr/>
        </p:nvCxnSpPr>
        <p:spPr>
          <a:xfrm>
            <a:off x="9026150" y="2984186"/>
            <a:ext cx="508097" cy="392542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F52843C-8158-724B-3C41-D5DD0F7B9BBB}"/>
              </a:ext>
            </a:extLst>
          </p:cNvPr>
          <p:cNvCxnSpPr>
            <a:cxnSpLocks/>
            <a:stCxn id="39" idx="3"/>
            <a:endCxn id="40" idx="7"/>
          </p:cNvCxnSpPr>
          <p:nvPr/>
        </p:nvCxnSpPr>
        <p:spPr>
          <a:xfrm flipH="1">
            <a:off x="9124080" y="2984186"/>
            <a:ext cx="527522" cy="392542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533EBF2-7FA0-940E-FA6B-598F57B8099A}"/>
              </a:ext>
            </a:extLst>
          </p:cNvPr>
          <p:cNvCxnSpPr>
            <a:cxnSpLocks/>
            <a:stCxn id="37" idx="4"/>
            <a:endCxn id="41" idx="1"/>
          </p:cNvCxnSpPr>
          <p:nvPr/>
        </p:nvCxnSpPr>
        <p:spPr>
          <a:xfrm>
            <a:off x="9338876" y="2723257"/>
            <a:ext cx="195371" cy="653471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218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A8CF-7569-C21B-E446-0B5AE456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3F42740-F7DB-2FE1-E6D1-E9F80741C73E}"/>
              </a:ext>
            </a:extLst>
          </p:cNvPr>
          <p:cNvSpPr/>
          <p:nvPr/>
        </p:nvSpPr>
        <p:spPr>
          <a:xfrm>
            <a:off x="1730824" y="3156794"/>
            <a:ext cx="582820" cy="2084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100" b="1" i="1" dirty="0"/>
              <a:t>Δ</a:t>
            </a:r>
            <a:r>
              <a:rPr lang="en-US" sz="1100" b="1" i="1" dirty="0" err="1"/>
              <a:t>e</a:t>
            </a:r>
            <a:r>
              <a:rPr lang="en-US" sz="1100" b="1" i="1" baseline="30000" dirty="0" err="1"/>
              <a:t>+</a:t>
            </a:r>
            <a:r>
              <a:rPr lang="en-US" sz="1100" b="1" i="1" baseline="-25000" dirty="0" err="1"/>
              <a:t>k</a:t>
            </a:r>
            <a:endParaRPr lang="en-US" sz="1100" b="1" i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28890A2-5456-2D9F-5A7A-93FF3B426C88}"/>
              </a:ext>
            </a:extLst>
          </p:cNvPr>
          <p:cNvCxnSpPr>
            <a:cxnSpLocks/>
          </p:cNvCxnSpPr>
          <p:nvPr/>
        </p:nvCxnSpPr>
        <p:spPr>
          <a:xfrm flipV="1">
            <a:off x="1585444" y="3143747"/>
            <a:ext cx="0" cy="4008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AF7254B-52CC-9C1A-F0B3-AA994A2193FD}"/>
              </a:ext>
            </a:extLst>
          </p:cNvPr>
          <p:cNvCxnSpPr>
            <a:cxnSpLocks/>
          </p:cNvCxnSpPr>
          <p:nvPr/>
        </p:nvCxnSpPr>
        <p:spPr>
          <a:xfrm>
            <a:off x="1585444" y="3544616"/>
            <a:ext cx="33874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C373A627-8EE9-4DF3-36ED-F9EEC208BC55}"/>
              </a:ext>
            </a:extLst>
          </p:cNvPr>
          <p:cNvSpPr/>
          <p:nvPr/>
        </p:nvSpPr>
        <p:spPr>
          <a:xfrm>
            <a:off x="1732224" y="3383280"/>
            <a:ext cx="73152" cy="7315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EEF7BC8-E38D-F9AD-D82F-739DDAB5F005}"/>
              </a:ext>
            </a:extLst>
          </p:cNvPr>
          <p:cNvSpPr/>
          <p:nvPr/>
        </p:nvSpPr>
        <p:spPr>
          <a:xfrm>
            <a:off x="1915579" y="3383280"/>
            <a:ext cx="73152" cy="7315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8874264-2030-A696-700B-CC8EAE70C98A}"/>
              </a:ext>
            </a:extLst>
          </p:cNvPr>
          <p:cNvSpPr/>
          <p:nvPr/>
        </p:nvSpPr>
        <p:spPr>
          <a:xfrm>
            <a:off x="2098934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20AEDC8-62CF-71A1-2E2A-A96951A4EDA1}"/>
              </a:ext>
            </a:extLst>
          </p:cNvPr>
          <p:cNvSpPr/>
          <p:nvPr/>
        </p:nvSpPr>
        <p:spPr>
          <a:xfrm>
            <a:off x="2282289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4B7B07D-8EC8-B698-6170-CBE6AB80F1FD}"/>
              </a:ext>
            </a:extLst>
          </p:cNvPr>
          <p:cNvSpPr/>
          <p:nvPr/>
        </p:nvSpPr>
        <p:spPr>
          <a:xfrm>
            <a:off x="2465644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6C37476-3DD4-914C-A43F-FB41A66E6746}"/>
              </a:ext>
            </a:extLst>
          </p:cNvPr>
          <p:cNvSpPr/>
          <p:nvPr/>
        </p:nvSpPr>
        <p:spPr>
          <a:xfrm>
            <a:off x="2648999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99B538E-DBDE-004E-D597-B3D95FADC9BA}"/>
              </a:ext>
            </a:extLst>
          </p:cNvPr>
          <p:cNvSpPr/>
          <p:nvPr/>
        </p:nvSpPr>
        <p:spPr>
          <a:xfrm>
            <a:off x="2832354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F52B7C4-921D-8F99-69EA-A29314CFF702}"/>
              </a:ext>
            </a:extLst>
          </p:cNvPr>
          <p:cNvSpPr/>
          <p:nvPr/>
        </p:nvSpPr>
        <p:spPr>
          <a:xfrm>
            <a:off x="3015709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2A0C776-005A-D519-65E3-0FB9803256A0}"/>
              </a:ext>
            </a:extLst>
          </p:cNvPr>
          <p:cNvSpPr/>
          <p:nvPr/>
        </p:nvSpPr>
        <p:spPr>
          <a:xfrm>
            <a:off x="3199064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68BFDC9-9DE1-8158-FF92-10BDD4972915}"/>
              </a:ext>
            </a:extLst>
          </p:cNvPr>
          <p:cNvSpPr/>
          <p:nvPr/>
        </p:nvSpPr>
        <p:spPr>
          <a:xfrm>
            <a:off x="3382419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B0212D7-A938-FB54-2AFC-8E4E3FE4A1E3}"/>
              </a:ext>
            </a:extLst>
          </p:cNvPr>
          <p:cNvSpPr/>
          <p:nvPr/>
        </p:nvSpPr>
        <p:spPr>
          <a:xfrm>
            <a:off x="3565774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251BAEE-260D-FEE0-B98C-559700C750EB}"/>
              </a:ext>
            </a:extLst>
          </p:cNvPr>
          <p:cNvSpPr/>
          <p:nvPr/>
        </p:nvSpPr>
        <p:spPr>
          <a:xfrm>
            <a:off x="3749129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959FE79-F37C-8424-EA85-EA0B7BCCE92E}"/>
              </a:ext>
            </a:extLst>
          </p:cNvPr>
          <p:cNvSpPr/>
          <p:nvPr/>
        </p:nvSpPr>
        <p:spPr>
          <a:xfrm>
            <a:off x="3932484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8B872DB-37BA-E25B-8940-9BB75F0B202F}"/>
              </a:ext>
            </a:extLst>
          </p:cNvPr>
          <p:cNvSpPr/>
          <p:nvPr/>
        </p:nvSpPr>
        <p:spPr>
          <a:xfrm>
            <a:off x="4115839" y="3383280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CFAC555-FA22-2D6F-0F5F-48A3CB4272B8}"/>
              </a:ext>
            </a:extLst>
          </p:cNvPr>
          <p:cNvSpPr/>
          <p:nvPr/>
        </p:nvSpPr>
        <p:spPr>
          <a:xfrm>
            <a:off x="4299194" y="3383280"/>
            <a:ext cx="73152" cy="7315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DFAFDC5-D938-3A28-C857-7F18B72AFE17}"/>
              </a:ext>
            </a:extLst>
          </p:cNvPr>
          <p:cNvSpPr/>
          <p:nvPr/>
        </p:nvSpPr>
        <p:spPr>
          <a:xfrm>
            <a:off x="4482549" y="3383280"/>
            <a:ext cx="73152" cy="7315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C350C1E-DC11-B3BB-DA79-69C00926468A}"/>
              </a:ext>
            </a:extLst>
          </p:cNvPr>
          <p:cNvSpPr/>
          <p:nvPr/>
        </p:nvSpPr>
        <p:spPr>
          <a:xfrm>
            <a:off x="3904415" y="3156794"/>
            <a:ext cx="582820" cy="2084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30000" dirty="0"/>
              <a:t>-</a:t>
            </a:r>
            <a:r>
              <a:rPr lang="en-US" sz="1100" b="1" i="1" baseline="-25000" dirty="0"/>
              <a:t>k</a:t>
            </a:r>
            <a:endParaRPr lang="en-US" sz="1100" b="1" i="1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8DF94BC-698F-3DB7-B918-3E44D91C9306}"/>
              </a:ext>
            </a:extLst>
          </p:cNvPr>
          <p:cNvCxnSpPr>
            <a:cxnSpLocks/>
          </p:cNvCxnSpPr>
          <p:nvPr/>
        </p:nvCxnSpPr>
        <p:spPr>
          <a:xfrm>
            <a:off x="1952155" y="3456432"/>
            <a:ext cx="0" cy="88184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7BA8722-3E1D-B1A4-C165-06C6A295F2E8}"/>
              </a:ext>
            </a:extLst>
          </p:cNvPr>
          <p:cNvCxnSpPr>
            <a:cxnSpLocks/>
            <a:stCxn id="81" idx="4"/>
          </p:cNvCxnSpPr>
          <p:nvPr/>
        </p:nvCxnSpPr>
        <p:spPr>
          <a:xfrm>
            <a:off x="4152415" y="3456432"/>
            <a:ext cx="3851" cy="88184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71ACDB3-E836-3947-9521-94C2CD57088B}"/>
              </a:ext>
            </a:extLst>
          </p:cNvPr>
          <p:cNvSpPr txBox="1"/>
          <p:nvPr/>
        </p:nvSpPr>
        <p:spPr>
          <a:xfrm>
            <a:off x="4555700" y="3283363"/>
            <a:ext cx="833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urier" pitchFamily="2" charset="0"/>
              </a:rPr>
              <a:t>Time t</a:t>
            </a:r>
            <a:endParaRPr lang="en-US" sz="1000" dirty="0">
              <a:latin typeface="Courier" pitchFamily="2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17CBA9-5BBD-C9EC-05C8-4C00B4821785}"/>
              </a:ext>
            </a:extLst>
          </p:cNvPr>
          <p:cNvSpPr txBox="1"/>
          <p:nvPr/>
        </p:nvSpPr>
        <p:spPr>
          <a:xfrm>
            <a:off x="1808052" y="3529584"/>
            <a:ext cx="303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t</a:t>
            </a:r>
            <a:r>
              <a:rPr lang="en-US" altLang="zh-CN" sz="1100" baseline="-25000" dirty="0"/>
              <a:t>1</a:t>
            </a:r>
            <a:endParaRPr lang="en-US" sz="1100" baseline="-25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5D03C98-9047-1DE2-412F-ABBCA09329D9}"/>
              </a:ext>
            </a:extLst>
          </p:cNvPr>
          <p:cNvSpPr txBox="1"/>
          <p:nvPr/>
        </p:nvSpPr>
        <p:spPr>
          <a:xfrm>
            <a:off x="4005636" y="3529583"/>
            <a:ext cx="303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t</a:t>
            </a:r>
            <a:r>
              <a:rPr lang="en-US" altLang="zh-CN" sz="1100" baseline="-25000" dirty="0"/>
              <a:t>2</a:t>
            </a:r>
            <a:endParaRPr lang="en-US" sz="1100" baseline="-250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60679CD-81C0-6CD1-E3E7-53D9E0887118}"/>
              </a:ext>
            </a:extLst>
          </p:cNvPr>
          <p:cNvSpPr/>
          <p:nvPr/>
        </p:nvSpPr>
        <p:spPr>
          <a:xfrm>
            <a:off x="2297076" y="2879891"/>
            <a:ext cx="73152" cy="7315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9B76060-9D17-F7A9-9385-6EC8B08885BB}"/>
              </a:ext>
            </a:extLst>
          </p:cNvPr>
          <p:cNvSpPr/>
          <p:nvPr/>
        </p:nvSpPr>
        <p:spPr>
          <a:xfrm>
            <a:off x="2299508" y="3056027"/>
            <a:ext cx="73152" cy="7315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D45722-3390-646C-DBAE-EB1D2CDE9630}"/>
              </a:ext>
            </a:extLst>
          </p:cNvPr>
          <p:cNvSpPr txBox="1"/>
          <p:nvPr/>
        </p:nvSpPr>
        <p:spPr>
          <a:xfrm>
            <a:off x="1500157" y="2931782"/>
            <a:ext cx="833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Update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C4CBD05-9D6F-1AD8-3A07-626A195E5BE9}"/>
              </a:ext>
            </a:extLst>
          </p:cNvPr>
          <p:cNvSpPr txBox="1"/>
          <p:nvPr/>
        </p:nvSpPr>
        <p:spPr>
          <a:xfrm>
            <a:off x="2327584" y="2790525"/>
            <a:ext cx="21059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updates that can see e</a:t>
            </a:r>
            <a:r>
              <a:rPr lang="en-US" sz="1000" baseline="-25000" dirty="0"/>
              <a:t>k</a:t>
            </a:r>
            <a:endParaRPr lang="en-US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CAAD30F-F942-B40E-B7E0-DB6A22D7C406}"/>
              </a:ext>
            </a:extLst>
          </p:cNvPr>
          <p:cNvSpPr txBox="1"/>
          <p:nvPr/>
        </p:nvSpPr>
        <p:spPr>
          <a:xfrm>
            <a:off x="2329456" y="2960477"/>
            <a:ext cx="21059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updates that can not see e</a:t>
            </a:r>
            <a:r>
              <a:rPr lang="en-US" sz="1000" baseline="-25000" dirty="0"/>
              <a:t>k</a:t>
            </a:r>
            <a:endParaRPr 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44CC18F-0DC8-5ABA-599D-C7410516159F}"/>
              </a:ext>
            </a:extLst>
          </p:cNvPr>
          <p:cNvSpPr txBox="1"/>
          <p:nvPr/>
        </p:nvSpPr>
        <p:spPr>
          <a:xfrm>
            <a:off x="2404511" y="3537278"/>
            <a:ext cx="129554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Lifetime of e</a:t>
            </a:r>
            <a:r>
              <a:rPr lang="en-US" sz="1000" baseline="-25000" dirty="0"/>
              <a:t>k</a:t>
            </a:r>
            <a:r>
              <a:rPr lang="en-US" sz="1000" dirty="0"/>
              <a:t>: (t</a:t>
            </a:r>
            <a:r>
              <a:rPr lang="en-US" sz="1000" baseline="-25000" dirty="0"/>
              <a:t>1</a:t>
            </a:r>
            <a:r>
              <a:rPr lang="en-US" sz="1000" dirty="0"/>
              <a:t>, t</a:t>
            </a:r>
            <a:r>
              <a:rPr lang="en-US" sz="1000" baseline="-25000" dirty="0"/>
              <a:t>2</a:t>
            </a:r>
            <a:r>
              <a:rPr lang="en-US" sz="1000" dirty="0"/>
              <a:t>]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B526033-4B29-27AB-4BDB-0CEEEB263308}"/>
              </a:ext>
            </a:extLst>
          </p:cNvPr>
          <p:cNvCxnSpPr>
            <a:cxnSpLocks/>
            <a:stCxn id="106" idx="3"/>
            <a:endCxn id="95" idx="1"/>
          </p:cNvCxnSpPr>
          <p:nvPr/>
        </p:nvCxnSpPr>
        <p:spPr>
          <a:xfrm flipV="1">
            <a:off x="3700058" y="3660388"/>
            <a:ext cx="30557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C4B7BDC-780D-31D5-E12D-D0DBD76936E9}"/>
              </a:ext>
            </a:extLst>
          </p:cNvPr>
          <p:cNvCxnSpPr>
            <a:cxnSpLocks/>
            <a:stCxn id="106" idx="1"/>
            <a:endCxn id="94" idx="3"/>
          </p:cNvCxnSpPr>
          <p:nvPr/>
        </p:nvCxnSpPr>
        <p:spPr>
          <a:xfrm flipH="1">
            <a:off x="2111192" y="3660389"/>
            <a:ext cx="29331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85787</TotalTime>
  <Words>897</Words>
  <Application>Microsoft Macintosh PowerPoint</Application>
  <PresentationFormat>Widescreen</PresentationFormat>
  <Paragraphs>502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7421</cp:revision>
  <cp:lastPrinted>2025-10-09T20:38:27Z</cp:lastPrinted>
  <dcterms:created xsi:type="dcterms:W3CDTF">2025-02-06T11:27:11Z</dcterms:created>
  <dcterms:modified xsi:type="dcterms:W3CDTF">2025-12-17T05:10:15Z</dcterms:modified>
</cp:coreProperties>
</file>