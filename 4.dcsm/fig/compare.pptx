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4"/>
    <p:restoredTop sz="94658"/>
  </p:normalViewPr>
  <p:slideViewPr>
    <p:cSldViewPr snapToGrid="0">
      <p:cViewPr varScale="1">
        <p:scale>
          <a:sx n="120" d="100"/>
          <a:sy n="12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130B-C974-7C8C-9F43-C1AEA7F12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58A73-F9F8-7F56-EDDA-171F1213F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13CA4-FD7F-18C2-F210-E0865E84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0A208-5283-FE05-4B24-399287C3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CAE89-5651-0F18-2C12-E485AE7C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2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1A06-4EC2-E23D-CA50-FED7EC01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13C5C-9DD5-6655-8E49-A3BAD4AF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B4C9-D64C-DFCE-244A-63226D8C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76240-BF64-6349-776F-267F9DFB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E83D-64B3-3EAC-CA97-20C76EBF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3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0C41-1B6F-ADCD-9903-6A0692B6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E11E1-FA40-564C-E509-7C7F5BCE0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753CD-5F5B-36F8-A276-A43B4447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840DE-DF9C-A5A0-0445-871A0CF7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D4EF7-7450-5B2C-A3FF-410DED41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5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8D53-BEED-13A1-86AC-0581BC6C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ABE6-FF81-F314-935B-3C65E7A24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9EB57-245C-E34F-B317-B4FC5407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B99DC-2CDE-940E-4CD3-AA936F4E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E51FD-F23E-323B-1B95-2F03411B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1327-71AE-10D9-F04A-2A64E7A1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ABD4-2A84-6700-C7D0-5BACA8B0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C231-6E5F-482C-0721-9EA220EE3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A59B8-4306-F691-B954-05DAAD530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1D857-AEF7-A6E9-BED1-21140B385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C5E32-57A7-4E0A-6818-C96B79C74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88830-A21A-3AA1-C6FE-35D2D166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0D47F-84B3-1033-8781-F06AA1A0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36B4A-8A69-693B-4B8A-8335E2B6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4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8B2E-48E7-5772-0200-E37EB855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0217D-947A-DD3B-E284-FB3D2F8B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85434-E37C-D68E-1700-67FAD952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BFE78-A6A1-FCEB-E971-4BF11C29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0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D480F-93CF-6199-3AA2-3198AD04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3E38A-547E-7E39-F8D4-2535642A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671DB-9A0F-F7B0-00B9-7E513DF2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6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97F0-DF39-10E7-EAF5-4A33BAF3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3E8EC-4B1D-F42F-ED83-450F3647C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1E978-9AFE-56B9-BB58-C90F08BE6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1D1D3-8B97-8140-DE39-32BBB0F4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DDB47-71FE-FA3F-171C-97498294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109CC-2517-F362-AC97-BDB1E209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7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7303-A9BB-082F-E777-855709C5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C127A-B38D-1B53-18A5-96AF9BC62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51404-CA0B-FCE9-1869-CC0C9EB39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009AC-F875-60EB-D25F-C59316C9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9A84-16F8-CD52-B5A0-23018D37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3C49-C543-8D13-3D47-71F82DF8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0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C441-7BC9-5D1F-176C-615BE61E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C4841-B907-F75B-FFD4-EDDF36C25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B4D1-A459-18CD-8348-BD18A0745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755CA-9941-D10F-107C-77B213AB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207F-3B9A-C481-CF96-B1F3A7BF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8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345FA-03CB-5DA6-C721-76CD7EFF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046A4-B7A4-2948-F1C1-A0F0454C6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3F057-494F-9C33-8EE3-EF809E5F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FE6FB-0DB4-B4DB-16D9-5FBED88C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A4670-0F64-9447-AF69-E7688E24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5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FDBF0-6E64-D87E-6D27-DDB79AB3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9FEB0-49D9-67FE-3398-B0AD27A30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51C0E-6DA2-C7B2-0821-36EF387F5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0BAE6-7A40-9447-8E5B-01CE5F3618C2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FB9C5-FF74-7634-79F4-F060FF737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E18E-92A1-3611-8AD0-7E0699DE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F86B4-2069-3347-83D7-9DE8E0B62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6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A538BF-DD53-BF41-A8BF-08D5AED9DEEF}"/>
              </a:ext>
            </a:extLst>
          </p:cNvPr>
          <p:cNvSpPr/>
          <p:nvPr/>
        </p:nvSpPr>
        <p:spPr>
          <a:xfrm>
            <a:off x="4799948" y="622799"/>
            <a:ext cx="137160" cy="13716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EDAC-6F42-DD0C-BD49-1A45D0C6F1ED}"/>
              </a:ext>
            </a:extLst>
          </p:cNvPr>
          <p:cNvSpPr/>
          <p:nvPr/>
        </p:nvSpPr>
        <p:spPr>
          <a:xfrm>
            <a:off x="3375706" y="617410"/>
            <a:ext cx="137160" cy="1371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0F428-3063-80AB-D4BB-45CD5B829475}"/>
              </a:ext>
            </a:extLst>
          </p:cNvPr>
          <p:cNvSpPr txBox="1"/>
          <p:nvPr/>
        </p:nvSpPr>
        <p:spPr>
          <a:xfrm>
            <a:off x="4936966" y="477342"/>
            <a:ext cx="1154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Update </a:t>
            </a:r>
          </a:p>
          <a:p>
            <a:r>
              <a:rPr lang="en-US" sz="1100" dirty="0">
                <a:latin typeface="Courier" pitchFamily="2" charset="0"/>
              </a:rPr>
              <a:t>Data Graph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E1945-B7E2-347D-2D89-368B304E6B9F}"/>
              </a:ext>
            </a:extLst>
          </p:cNvPr>
          <p:cNvSpPr txBox="1"/>
          <p:nvPr/>
        </p:nvSpPr>
        <p:spPr>
          <a:xfrm>
            <a:off x="3555777" y="473205"/>
            <a:ext cx="1276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Incremental </a:t>
            </a:r>
          </a:p>
          <a:p>
            <a:r>
              <a:rPr lang="en-US" sz="1100" dirty="0">
                <a:latin typeface="Courier" pitchFamily="2" charset="0"/>
              </a:rPr>
              <a:t>Matching</a:t>
            </a:r>
          </a:p>
        </p:txBody>
      </p:sp>
      <p:graphicFrame>
        <p:nvGraphicFramePr>
          <p:cNvPr id="30" name="Table 13">
            <a:extLst>
              <a:ext uri="{FF2B5EF4-FFF2-40B4-BE49-F238E27FC236}">
                <a16:creationId xmlns:a16="http://schemas.microsoft.com/office/drawing/2014/main" id="{9D630D90-C9D8-7A8F-937D-D19DA77E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16141"/>
              </p:ext>
            </p:extLst>
          </p:nvPr>
        </p:nvGraphicFramePr>
        <p:xfrm>
          <a:off x="2149271" y="158121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953EADC-7A47-04A7-F511-DA0E65B2B17F}"/>
              </a:ext>
            </a:extLst>
          </p:cNvPr>
          <p:cNvSpPr txBox="1"/>
          <p:nvPr/>
        </p:nvSpPr>
        <p:spPr>
          <a:xfrm>
            <a:off x="4995085" y="1564489"/>
            <a:ext cx="487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urier" pitchFamily="2" charset="0"/>
              </a:rPr>
              <a:t>…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271D78-7FC4-F1F2-8BBA-910BEB864D67}"/>
              </a:ext>
            </a:extLst>
          </p:cNvPr>
          <p:cNvCxnSpPr>
            <a:cxnSpLocks/>
          </p:cNvCxnSpPr>
          <p:nvPr/>
        </p:nvCxnSpPr>
        <p:spPr>
          <a:xfrm flipV="1">
            <a:off x="1969064" y="1012720"/>
            <a:ext cx="6661" cy="8770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06264DE-E851-65A8-E233-7CAF508E0A8A}"/>
              </a:ext>
            </a:extLst>
          </p:cNvPr>
          <p:cNvSpPr txBox="1"/>
          <p:nvPr/>
        </p:nvSpPr>
        <p:spPr>
          <a:xfrm>
            <a:off x="1703924" y="1293410"/>
            <a:ext cx="22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68581-2218-0D06-79E9-BF775207196B}"/>
              </a:ext>
            </a:extLst>
          </p:cNvPr>
          <p:cNvSpPr txBox="1"/>
          <p:nvPr/>
        </p:nvSpPr>
        <p:spPr>
          <a:xfrm>
            <a:off x="1954013" y="961946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90830A-30BB-B562-1E10-67AE0DF7950E}"/>
              </a:ext>
            </a:extLst>
          </p:cNvPr>
          <p:cNvCxnSpPr>
            <a:cxnSpLocks/>
          </p:cNvCxnSpPr>
          <p:nvPr/>
        </p:nvCxnSpPr>
        <p:spPr>
          <a:xfrm flipV="1">
            <a:off x="1975725" y="1896706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C5CDE7-FD02-6412-8B00-F54BEE5D7024}"/>
              </a:ext>
            </a:extLst>
          </p:cNvPr>
          <p:cNvCxnSpPr>
            <a:cxnSpLocks/>
          </p:cNvCxnSpPr>
          <p:nvPr/>
        </p:nvCxnSpPr>
        <p:spPr>
          <a:xfrm>
            <a:off x="2166381" y="180826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4A08BDD-588C-C409-50CB-3F491CD98629}"/>
              </a:ext>
            </a:extLst>
          </p:cNvPr>
          <p:cNvSpPr txBox="1"/>
          <p:nvPr/>
        </p:nvSpPr>
        <p:spPr>
          <a:xfrm>
            <a:off x="2019059" y="1914032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7C76A8-F29A-D21D-9EAB-63BE7F954AF2}"/>
              </a:ext>
            </a:extLst>
          </p:cNvPr>
          <p:cNvCxnSpPr>
            <a:cxnSpLocks/>
          </p:cNvCxnSpPr>
          <p:nvPr/>
        </p:nvCxnSpPr>
        <p:spPr>
          <a:xfrm>
            <a:off x="2389537" y="1816590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607BF3-B0DF-5BA8-ED37-4A114AFF33A1}"/>
              </a:ext>
            </a:extLst>
          </p:cNvPr>
          <p:cNvCxnSpPr>
            <a:cxnSpLocks/>
          </p:cNvCxnSpPr>
          <p:nvPr/>
        </p:nvCxnSpPr>
        <p:spPr>
          <a:xfrm>
            <a:off x="2908686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32881C2-E033-AD75-EA76-75904981A931}"/>
              </a:ext>
            </a:extLst>
          </p:cNvPr>
          <p:cNvCxnSpPr>
            <a:cxnSpLocks/>
          </p:cNvCxnSpPr>
          <p:nvPr/>
        </p:nvCxnSpPr>
        <p:spPr>
          <a:xfrm>
            <a:off x="3580119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516AC53-CE69-D932-3738-151CDF538C9E}"/>
              </a:ext>
            </a:extLst>
          </p:cNvPr>
          <p:cNvCxnSpPr>
            <a:cxnSpLocks/>
          </p:cNvCxnSpPr>
          <p:nvPr/>
        </p:nvCxnSpPr>
        <p:spPr>
          <a:xfrm>
            <a:off x="3762304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2FB2A8-29D6-6CE8-68B5-8D14B65BD154}"/>
              </a:ext>
            </a:extLst>
          </p:cNvPr>
          <p:cNvCxnSpPr>
            <a:cxnSpLocks/>
          </p:cNvCxnSpPr>
          <p:nvPr/>
        </p:nvCxnSpPr>
        <p:spPr>
          <a:xfrm>
            <a:off x="4241948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1EE9A0-E1B8-3ABE-85ED-60EC73B8C7C5}"/>
              </a:ext>
            </a:extLst>
          </p:cNvPr>
          <p:cNvCxnSpPr>
            <a:cxnSpLocks/>
          </p:cNvCxnSpPr>
          <p:nvPr/>
        </p:nvCxnSpPr>
        <p:spPr>
          <a:xfrm>
            <a:off x="4401228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75C2B0-7ED9-1468-4AD7-2CF7BC3B166E}"/>
              </a:ext>
            </a:extLst>
          </p:cNvPr>
          <p:cNvCxnSpPr>
            <a:cxnSpLocks/>
          </p:cNvCxnSpPr>
          <p:nvPr/>
        </p:nvCxnSpPr>
        <p:spPr>
          <a:xfrm>
            <a:off x="4791810" y="1804694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00E7E4C-BBA0-561E-D3D3-768316A10842}"/>
              </a:ext>
            </a:extLst>
          </p:cNvPr>
          <p:cNvSpPr txBox="1"/>
          <p:nvPr/>
        </p:nvSpPr>
        <p:spPr>
          <a:xfrm>
            <a:off x="5387090" y="1578792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graphicFrame>
        <p:nvGraphicFramePr>
          <p:cNvPr id="65" name="Table 13">
            <a:extLst>
              <a:ext uri="{FF2B5EF4-FFF2-40B4-BE49-F238E27FC236}">
                <a16:creationId xmlns:a16="http://schemas.microsoft.com/office/drawing/2014/main" id="{879673B5-4741-1711-726B-AFDD743C6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80803"/>
              </p:ext>
            </p:extLst>
          </p:nvPr>
        </p:nvGraphicFramePr>
        <p:xfrm>
          <a:off x="2678242" y="138642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6" name="Table 13">
            <a:extLst>
              <a:ext uri="{FF2B5EF4-FFF2-40B4-BE49-F238E27FC236}">
                <a16:creationId xmlns:a16="http://schemas.microsoft.com/office/drawing/2014/main" id="{33A10907-25AA-2DDF-0312-B8CE39E16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11579"/>
              </p:ext>
            </p:extLst>
          </p:nvPr>
        </p:nvGraphicFramePr>
        <p:xfrm>
          <a:off x="3213461" y="1582399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7" name="Table 13">
            <a:extLst>
              <a:ext uri="{FF2B5EF4-FFF2-40B4-BE49-F238E27FC236}">
                <a16:creationId xmlns:a16="http://schemas.microsoft.com/office/drawing/2014/main" id="{94A981A4-48FC-4BC2-921C-07503F04F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217129"/>
              </p:ext>
            </p:extLst>
          </p:nvPr>
        </p:nvGraphicFramePr>
        <p:xfrm>
          <a:off x="3750564" y="1388198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8" name="Table 13">
            <a:extLst>
              <a:ext uri="{FF2B5EF4-FFF2-40B4-BE49-F238E27FC236}">
                <a16:creationId xmlns:a16="http://schemas.microsoft.com/office/drawing/2014/main" id="{E338F54F-6439-D60B-876F-739E103C3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066889"/>
              </p:ext>
            </p:extLst>
          </p:nvPr>
        </p:nvGraphicFramePr>
        <p:xfrm>
          <a:off x="4278462" y="1585899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9" name="Table 13">
            <a:extLst>
              <a:ext uri="{FF2B5EF4-FFF2-40B4-BE49-F238E27FC236}">
                <a16:creationId xmlns:a16="http://schemas.microsoft.com/office/drawing/2014/main" id="{8F9AA9FC-7981-23AC-DCA7-912A9F099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53066"/>
              </p:ext>
            </p:extLst>
          </p:nvPr>
        </p:nvGraphicFramePr>
        <p:xfrm>
          <a:off x="4816686" y="1393736"/>
          <a:ext cx="525966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2536488954"/>
                    </a:ext>
                  </a:extLst>
                </a:gridCol>
                <a:gridCol w="39580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 </a:t>
                      </a: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436EAE69-786D-C2D8-4972-182BFA743961}"/>
              </a:ext>
            </a:extLst>
          </p:cNvPr>
          <p:cNvSpPr/>
          <p:nvPr/>
        </p:nvSpPr>
        <p:spPr>
          <a:xfrm>
            <a:off x="1994517" y="622778"/>
            <a:ext cx="137160" cy="137160"/>
          </a:xfrm>
          <a:prstGeom prst="rect">
            <a:avLst/>
          </a:prstGeom>
          <a:solidFill>
            <a:srgbClr val="EEFC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48C43C-C741-87C9-AB86-15FFA8AB2955}"/>
              </a:ext>
            </a:extLst>
          </p:cNvPr>
          <p:cNvSpPr txBox="1"/>
          <p:nvPr/>
        </p:nvSpPr>
        <p:spPr>
          <a:xfrm>
            <a:off x="2174588" y="478573"/>
            <a:ext cx="1276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Prepare </a:t>
            </a:r>
          </a:p>
          <a:p>
            <a:r>
              <a:rPr lang="en-US" sz="1100" dirty="0">
                <a:latin typeface="Courier" pitchFamily="2" charset="0"/>
              </a:rPr>
              <a:t>Batch Graph</a:t>
            </a:r>
          </a:p>
        </p:txBody>
      </p:sp>
    </p:spTree>
    <p:extLst>
      <p:ext uri="{BB962C8B-B14F-4D97-AF65-F5344CB8AC3E}">
        <p14:creationId xmlns:p14="http://schemas.microsoft.com/office/powerpoint/2010/main" val="423698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3364-1F6E-A5FC-B56D-85219137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7A6F888-E068-9E02-3367-BC40893BAE7A}"/>
              </a:ext>
            </a:extLst>
          </p:cNvPr>
          <p:cNvSpPr txBox="1"/>
          <p:nvPr/>
        </p:nvSpPr>
        <p:spPr>
          <a:xfrm>
            <a:off x="1696702" y="2501744"/>
            <a:ext cx="22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6B88E6-2BA0-DB63-3CE7-63A873B46DC2}"/>
              </a:ext>
            </a:extLst>
          </p:cNvPr>
          <p:cNvSpPr txBox="1"/>
          <p:nvPr/>
        </p:nvSpPr>
        <p:spPr>
          <a:xfrm>
            <a:off x="5250438" y="2827093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B7A894-B19D-02D6-9F91-2B882B4E7E98}"/>
              </a:ext>
            </a:extLst>
          </p:cNvPr>
          <p:cNvCxnSpPr>
            <a:cxnSpLocks/>
          </p:cNvCxnSpPr>
          <p:nvPr/>
        </p:nvCxnSpPr>
        <p:spPr>
          <a:xfrm flipV="1">
            <a:off x="1954013" y="2231562"/>
            <a:ext cx="6661" cy="8770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D46AB51-5893-6E18-C83A-276EF3E96274}"/>
              </a:ext>
            </a:extLst>
          </p:cNvPr>
          <p:cNvSpPr txBox="1"/>
          <p:nvPr/>
        </p:nvSpPr>
        <p:spPr>
          <a:xfrm>
            <a:off x="1954375" y="2214886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graphicFrame>
        <p:nvGraphicFramePr>
          <p:cNvPr id="26" name="Table 13">
            <a:extLst>
              <a:ext uri="{FF2B5EF4-FFF2-40B4-BE49-F238E27FC236}">
                <a16:creationId xmlns:a16="http://schemas.microsoft.com/office/drawing/2014/main" id="{CC7B61EE-20D5-E88F-E165-D6A0066D0B78}"/>
              </a:ext>
            </a:extLst>
          </p:cNvPr>
          <p:cNvGraphicFramePr>
            <a:graphicFrameLocks noGrp="1"/>
          </p:cNvGraphicFramePr>
          <p:nvPr/>
        </p:nvGraphicFramePr>
        <p:xfrm>
          <a:off x="2374298" y="2561074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F36232-5CED-B27B-1E6F-7684443A4A0B}"/>
              </a:ext>
            </a:extLst>
          </p:cNvPr>
          <p:cNvCxnSpPr>
            <a:cxnSpLocks/>
          </p:cNvCxnSpPr>
          <p:nvPr/>
        </p:nvCxnSpPr>
        <p:spPr>
          <a:xfrm>
            <a:off x="2897762" y="2390315"/>
            <a:ext cx="0" cy="69838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68A3CF-A7ED-5BF4-1FD5-139976B65AD8}"/>
              </a:ext>
            </a:extLst>
          </p:cNvPr>
          <p:cNvCxnSpPr>
            <a:cxnSpLocks/>
          </p:cNvCxnSpPr>
          <p:nvPr/>
        </p:nvCxnSpPr>
        <p:spPr>
          <a:xfrm>
            <a:off x="3540009" y="2390315"/>
            <a:ext cx="0" cy="69838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6B746D-635C-EB2A-9923-649A8C142934}"/>
              </a:ext>
            </a:extLst>
          </p:cNvPr>
          <p:cNvSpPr txBox="1"/>
          <p:nvPr/>
        </p:nvSpPr>
        <p:spPr>
          <a:xfrm>
            <a:off x="2928053" y="2496637"/>
            <a:ext cx="570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000" dirty="0">
                <a:latin typeface="Courier" pitchFamily="2" charset="0"/>
              </a:rPr>
              <a:t>Δ</a:t>
            </a:r>
            <a:r>
              <a:rPr lang="en-US" sz="1000" dirty="0">
                <a:latin typeface="Courier" pitchFamily="2" charset="0"/>
              </a:rPr>
              <a:t>e</a:t>
            </a:r>
            <a:r>
              <a:rPr lang="en-US" sz="1000" baseline="-25000" dirty="0">
                <a:latin typeface="Courier" pitchFamily="2" charset="0"/>
              </a:rPr>
              <a:t>3 </a:t>
            </a:r>
          </a:p>
          <a:p>
            <a:pPr algn="ctr"/>
            <a:r>
              <a:rPr lang="en-US" sz="1000" dirty="0">
                <a:latin typeface="Courier" pitchFamily="2" charset="0"/>
              </a:rPr>
              <a:t>Wait </a:t>
            </a:r>
          </a:p>
          <a:p>
            <a:pPr algn="ctr"/>
            <a:r>
              <a:rPr lang="en-US" sz="1000" dirty="0">
                <a:latin typeface="Courier" pitchFamily="2" charset="0"/>
              </a:rPr>
              <a:t>Time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757F94-A054-49F1-20FB-A668F81CDF4A}"/>
              </a:ext>
            </a:extLst>
          </p:cNvPr>
          <p:cNvCxnSpPr>
            <a:cxnSpLocks/>
          </p:cNvCxnSpPr>
          <p:nvPr/>
        </p:nvCxnSpPr>
        <p:spPr>
          <a:xfrm flipV="1">
            <a:off x="1954013" y="3113265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2D9472-8F69-4B97-2611-54C4328FA8F9}"/>
              </a:ext>
            </a:extLst>
          </p:cNvPr>
          <p:cNvCxnSpPr>
            <a:cxnSpLocks/>
          </p:cNvCxnSpPr>
          <p:nvPr/>
        </p:nvCxnSpPr>
        <p:spPr>
          <a:xfrm>
            <a:off x="2144669" y="3024822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E4B973C-3719-68E4-1EC6-6BBFF42B042A}"/>
              </a:ext>
            </a:extLst>
          </p:cNvPr>
          <p:cNvCxnSpPr>
            <a:cxnSpLocks/>
          </p:cNvCxnSpPr>
          <p:nvPr/>
        </p:nvCxnSpPr>
        <p:spPr>
          <a:xfrm>
            <a:off x="2367825" y="303314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62014D-E564-8A26-4C42-168A62227A2E}"/>
              </a:ext>
            </a:extLst>
          </p:cNvPr>
          <p:cNvCxnSpPr>
            <a:cxnSpLocks/>
          </p:cNvCxnSpPr>
          <p:nvPr/>
        </p:nvCxnSpPr>
        <p:spPr>
          <a:xfrm>
            <a:off x="2886974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9EAB63A-6791-B352-161F-F733BAFAA85B}"/>
              </a:ext>
            </a:extLst>
          </p:cNvPr>
          <p:cNvCxnSpPr>
            <a:cxnSpLocks/>
          </p:cNvCxnSpPr>
          <p:nvPr/>
        </p:nvCxnSpPr>
        <p:spPr>
          <a:xfrm>
            <a:off x="3558407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22DF316-DA26-855F-4D60-EEA5ECB67E6A}"/>
              </a:ext>
            </a:extLst>
          </p:cNvPr>
          <p:cNvCxnSpPr>
            <a:cxnSpLocks/>
          </p:cNvCxnSpPr>
          <p:nvPr/>
        </p:nvCxnSpPr>
        <p:spPr>
          <a:xfrm>
            <a:off x="3740592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6C3580-BE98-D1D1-B95E-17DF1E5767AF}"/>
              </a:ext>
            </a:extLst>
          </p:cNvPr>
          <p:cNvCxnSpPr>
            <a:cxnSpLocks/>
          </p:cNvCxnSpPr>
          <p:nvPr/>
        </p:nvCxnSpPr>
        <p:spPr>
          <a:xfrm>
            <a:off x="4220236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91B77C0-DA0E-7357-FE13-C9731303E0D4}"/>
              </a:ext>
            </a:extLst>
          </p:cNvPr>
          <p:cNvCxnSpPr>
            <a:cxnSpLocks/>
          </p:cNvCxnSpPr>
          <p:nvPr/>
        </p:nvCxnSpPr>
        <p:spPr>
          <a:xfrm>
            <a:off x="4379516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55DADF-6071-E1AF-1E8F-30744D1F509C}"/>
              </a:ext>
            </a:extLst>
          </p:cNvPr>
          <p:cNvCxnSpPr>
            <a:cxnSpLocks/>
          </p:cNvCxnSpPr>
          <p:nvPr/>
        </p:nvCxnSpPr>
        <p:spPr>
          <a:xfrm>
            <a:off x="4770098" y="3021253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5D8D225-72D6-BD08-CCF6-85C9816DCB57}"/>
              </a:ext>
            </a:extLst>
          </p:cNvPr>
          <p:cNvSpPr txBox="1"/>
          <p:nvPr/>
        </p:nvSpPr>
        <p:spPr>
          <a:xfrm>
            <a:off x="2000676" y="3117806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graphicFrame>
        <p:nvGraphicFramePr>
          <p:cNvPr id="70" name="Table 13">
            <a:extLst>
              <a:ext uri="{FF2B5EF4-FFF2-40B4-BE49-F238E27FC236}">
                <a16:creationId xmlns:a16="http://schemas.microsoft.com/office/drawing/2014/main" id="{D4BCDC89-4A78-2FAE-9C17-F800D9C81CB0}"/>
              </a:ext>
            </a:extLst>
          </p:cNvPr>
          <p:cNvGraphicFramePr>
            <a:graphicFrameLocks noGrp="1"/>
          </p:cNvGraphicFramePr>
          <p:nvPr/>
        </p:nvGraphicFramePr>
        <p:xfrm>
          <a:off x="3549940" y="2563006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1" name="Table 13">
            <a:extLst>
              <a:ext uri="{FF2B5EF4-FFF2-40B4-BE49-F238E27FC236}">
                <a16:creationId xmlns:a16="http://schemas.microsoft.com/office/drawing/2014/main" id="{AA38C21A-119D-C10B-EA8E-7F2333B5587F}"/>
              </a:ext>
            </a:extLst>
          </p:cNvPr>
          <p:cNvGraphicFramePr>
            <a:graphicFrameLocks noGrp="1"/>
          </p:cNvGraphicFramePr>
          <p:nvPr/>
        </p:nvGraphicFramePr>
        <p:xfrm>
          <a:off x="4210175" y="2560587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2" name="Table 13">
            <a:extLst>
              <a:ext uri="{FF2B5EF4-FFF2-40B4-BE49-F238E27FC236}">
                <a16:creationId xmlns:a16="http://schemas.microsoft.com/office/drawing/2014/main" id="{A2C48B09-355A-695B-F9D0-ADC7EBDC518D}"/>
              </a:ext>
            </a:extLst>
          </p:cNvPr>
          <p:cNvGraphicFramePr>
            <a:graphicFrameLocks noGrp="1"/>
          </p:cNvGraphicFramePr>
          <p:nvPr/>
        </p:nvGraphicFramePr>
        <p:xfrm>
          <a:off x="4762775" y="2563006"/>
          <a:ext cx="533396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753619200"/>
                    </a:ext>
                  </a:extLst>
                </a:gridCol>
                <a:gridCol w="403236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7 </a:t>
                      </a:r>
                      <a:endParaRPr lang="en-US" sz="11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8</a:t>
                      </a:r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19840" marR="19840" marT="9920" marB="992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01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6E81D-7D7A-A410-2543-F24542BC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31B649-5BA0-F6AE-EF6B-D140BEF67B16}"/>
              </a:ext>
            </a:extLst>
          </p:cNvPr>
          <p:cNvSpPr txBox="1"/>
          <p:nvPr/>
        </p:nvSpPr>
        <p:spPr>
          <a:xfrm>
            <a:off x="1687654" y="3727751"/>
            <a:ext cx="2286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2</a:t>
            </a:r>
          </a:p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4768F-67E5-B590-3443-C3B22349BED5}"/>
              </a:ext>
            </a:extLst>
          </p:cNvPr>
          <p:cNvSpPr txBox="1"/>
          <p:nvPr/>
        </p:nvSpPr>
        <p:spPr>
          <a:xfrm>
            <a:off x="5291018" y="4267762"/>
            <a:ext cx="83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urier" pitchFamily="2" charset="0"/>
              </a:rPr>
              <a:t>Time t</a:t>
            </a:r>
            <a:endParaRPr lang="en-US" sz="1100" dirty="0">
              <a:latin typeface="Courier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757E2E-C4AD-9163-3ED2-160C0256AEEC}"/>
              </a:ext>
            </a:extLst>
          </p:cNvPr>
          <p:cNvCxnSpPr>
            <a:cxnSpLocks/>
          </p:cNvCxnSpPr>
          <p:nvPr/>
        </p:nvCxnSpPr>
        <p:spPr>
          <a:xfrm flipV="1">
            <a:off x="1947581" y="4546531"/>
            <a:ext cx="3778889" cy="35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EF6755-94F9-482B-C374-46CC37F532BD}"/>
              </a:ext>
            </a:extLst>
          </p:cNvPr>
          <p:cNvCxnSpPr>
            <a:cxnSpLocks/>
          </p:cNvCxnSpPr>
          <p:nvPr/>
        </p:nvCxnSpPr>
        <p:spPr>
          <a:xfrm flipV="1">
            <a:off x="1965963" y="3480648"/>
            <a:ext cx="939" cy="10617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6218A6-8623-863D-67A1-7CC267335FD1}"/>
              </a:ext>
            </a:extLst>
          </p:cNvPr>
          <p:cNvCxnSpPr>
            <a:cxnSpLocks/>
          </p:cNvCxnSpPr>
          <p:nvPr/>
        </p:nvCxnSpPr>
        <p:spPr>
          <a:xfrm>
            <a:off x="2138237" y="4458088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E3B443-3B30-C78E-40DE-185105B28DB3}"/>
              </a:ext>
            </a:extLst>
          </p:cNvPr>
          <p:cNvSpPr txBox="1"/>
          <p:nvPr/>
        </p:nvSpPr>
        <p:spPr>
          <a:xfrm>
            <a:off x="1990915" y="4563857"/>
            <a:ext cx="422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1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2</a:t>
            </a:r>
            <a:r>
              <a:rPr lang="en-US" sz="1100" b="1" i="1" dirty="0"/>
              <a:t> 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3       </a:t>
            </a:r>
            <a:r>
              <a:rPr lang="en-US" sz="1100" b="1" i="1" dirty="0"/>
              <a:t>    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4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5</a:t>
            </a:r>
            <a:r>
              <a:rPr lang="el-GR" sz="1100" b="1" i="1" dirty="0"/>
              <a:t> </a:t>
            </a:r>
            <a:r>
              <a:rPr lang="en-US" sz="1100" b="1" i="1" dirty="0"/>
              <a:t>  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6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7</a:t>
            </a:r>
            <a:r>
              <a:rPr lang="el-GR" sz="1100" b="1" i="1" dirty="0"/>
              <a:t> </a:t>
            </a:r>
            <a:r>
              <a:rPr lang="en-US" sz="1100" b="1" i="1" dirty="0"/>
              <a:t>    </a:t>
            </a:r>
            <a:r>
              <a:rPr lang="el-GR" sz="1100" b="1" i="1" dirty="0"/>
              <a:t>Δ</a:t>
            </a:r>
            <a:r>
              <a:rPr lang="en-US" sz="1100" b="1" i="1" dirty="0"/>
              <a:t>e</a:t>
            </a:r>
            <a:r>
              <a:rPr lang="en-US" sz="1100" b="1" i="1" baseline="-25000" dirty="0"/>
              <a:t>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8E2C22-9C4D-7F28-B230-4419B146D7C2}"/>
              </a:ext>
            </a:extLst>
          </p:cNvPr>
          <p:cNvCxnSpPr>
            <a:cxnSpLocks/>
          </p:cNvCxnSpPr>
          <p:nvPr/>
        </p:nvCxnSpPr>
        <p:spPr>
          <a:xfrm>
            <a:off x="2361393" y="4466415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D1975D-1554-55C8-6133-6D596E4FB856}"/>
              </a:ext>
            </a:extLst>
          </p:cNvPr>
          <p:cNvCxnSpPr>
            <a:cxnSpLocks/>
          </p:cNvCxnSpPr>
          <p:nvPr/>
        </p:nvCxnSpPr>
        <p:spPr>
          <a:xfrm>
            <a:off x="2880542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537111-F9EF-381D-6F73-C9133A26C178}"/>
              </a:ext>
            </a:extLst>
          </p:cNvPr>
          <p:cNvCxnSpPr>
            <a:cxnSpLocks/>
          </p:cNvCxnSpPr>
          <p:nvPr/>
        </p:nvCxnSpPr>
        <p:spPr>
          <a:xfrm>
            <a:off x="3551975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4C5F5C-E6AE-0014-0FEB-07AB4B982D24}"/>
              </a:ext>
            </a:extLst>
          </p:cNvPr>
          <p:cNvCxnSpPr>
            <a:cxnSpLocks/>
          </p:cNvCxnSpPr>
          <p:nvPr/>
        </p:nvCxnSpPr>
        <p:spPr>
          <a:xfrm>
            <a:off x="3734160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3CAC5D-B277-E82B-E8D3-C46FDD8CE634}"/>
              </a:ext>
            </a:extLst>
          </p:cNvPr>
          <p:cNvCxnSpPr>
            <a:cxnSpLocks/>
          </p:cNvCxnSpPr>
          <p:nvPr/>
        </p:nvCxnSpPr>
        <p:spPr>
          <a:xfrm>
            <a:off x="4213804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1C7B0-29F9-9534-5D64-0341EE1460E4}"/>
              </a:ext>
            </a:extLst>
          </p:cNvPr>
          <p:cNvCxnSpPr>
            <a:cxnSpLocks/>
          </p:cNvCxnSpPr>
          <p:nvPr/>
        </p:nvCxnSpPr>
        <p:spPr>
          <a:xfrm>
            <a:off x="4373084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931942-389D-12C7-FB40-1B6EDE86A8FC}"/>
              </a:ext>
            </a:extLst>
          </p:cNvPr>
          <p:cNvCxnSpPr>
            <a:cxnSpLocks/>
          </p:cNvCxnSpPr>
          <p:nvPr/>
        </p:nvCxnSpPr>
        <p:spPr>
          <a:xfrm>
            <a:off x="4763666" y="4454519"/>
            <a:ext cx="0" cy="9201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1C8FA7-5065-3ABB-9A9C-71DF4A33CB09}"/>
              </a:ext>
            </a:extLst>
          </p:cNvPr>
          <p:cNvSpPr txBox="1"/>
          <p:nvPr/>
        </p:nvSpPr>
        <p:spPr>
          <a:xfrm>
            <a:off x="2000676" y="3452517"/>
            <a:ext cx="919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Warp ID</a:t>
            </a:r>
          </a:p>
        </p:txBody>
      </p:sp>
      <p:graphicFrame>
        <p:nvGraphicFramePr>
          <p:cNvPr id="55" name="Table 13">
            <a:extLst>
              <a:ext uri="{FF2B5EF4-FFF2-40B4-BE49-F238E27FC236}">
                <a16:creationId xmlns:a16="http://schemas.microsoft.com/office/drawing/2014/main" id="{3FD75D6B-03E9-3CFC-54A2-D7F288736907}"/>
              </a:ext>
            </a:extLst>
          </p:cNvPr>
          <p:cNvGraphicFramePr>
            <a:graphicFrameLocks noGrp="1"/>
          </p:cNvGraphicFramePr>
          <p:nvPr/>
        </p:nvGraphicFramePr>
        <p:xfrm>
          <a:off x="214466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1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56" name="Table 13">
            <a:extLst>
              <a:ext uri="{FF2B5EF4-FFF2-40B4-BE49-F238E27FC236}">
                <a16:creationId xmlns:a16="http://schemas.microsoft.com/office/drawing/2014/main" id="{BB356F08-69E0-DE3D-4756-A09A8E432FC8}"/>
              </a:ext>
            </a:extLst>
          </p:cNvPr>
          <p:cNvGraphicFramePr>
            <a:graphicFrameLocks noGrp="1"/>
          </p:cNvGraphicFramePr>
          <p:nvPr/>
        </p:nvGraphicFramePr>
        <p:xfrm>
          <a:off x="2130610" y="3790362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57" name="Table 13">
            <a:extLst>
              <a:ext uri="{FF2B5EF4-FFF2-40B4-BE49-F238E27FC236}">
                <a16:creationId xmlns:a16="http://schemas.microsoft.com/office/drawing/2014/main" id="{B795556F-82F5-0D96-A171-16AC0D670EFB}"/>
              </a:ext>
            </a:extLst>
          </p:cNvPr>
          <p:cNvGraphicFramePr>
            <a:graphicFrameLocks noGrp="1"/>
          </p:cNvGraphicFramePr>
          <p:nvPr/>
        </p:nvGraphicFramePr>
        <p:xfrm>
          <a:off x="2353582" y="3995237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2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58" name="Table 13">
            <a:extLst>
              <a:ext uri="{FF2B5EF4-FFF2-40B4-BE49-F238E27FC236}">
                <a16:creationId xmlns:a16="http://schemas.microsoft.com/office/drawing/2014/main" id="{EC160581-FC39-587D-5248-E447FDAF3FF7}"/>
              </a:ext>
            </a:extLst>
          </p:cNvPr>
          <p:cNvGraphicFramePr>
            <a:graphicFrameLocks noGrp="1"/>
          </p:cNvGraphicFramePr>
          <p:nvPr/>
        </p:nvGraphicFramePr>
        <p:xfrm>
          <a:off x="287600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3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59" name="Table 13">
            <a:extLst>
              <a:ext uri="{FF2B5EF4-FFF2-40B4-BE49-F238E27FC236}">
                <a16:creationId xmlns:a16="http://schemas.microsoft.com/office/drawing/2014/main" id="{4275A8F4-562F-DB48-9792-BEBCAB33498B}"/>
              </a:ext>
            </a:extLst>
          </p:cNvPr>
          <p:cNvGraphicFramePr>
            <a:graphicFrameLocks noGrp="1"/>
          </p:cNvGraphicFramePr>
          <p:nvPr/>
        </p:nvGraphicFramePr>
        <p:xfrm>
          <a:off x="3540009" y="4225253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4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0" name="Table 13">
            <a:extLst>
              <a:ext uri="{FF2B5EF4-FFF2-40B4-BE49-F238E27FC236}">
                <a16:creationId xmlns:a16="http://schemas.microsoft.com/office/drawing/2014/main" id="{6530E608-4D01-D294-1D98-9824239FA16A}"/>
              </a:ext>
            </a:extLst>
          </p:cNvPr>
          <p:cNvGraphicFramePr>
            <a:graphicFrameLocks noGrp="1"/>
          </p:cNvGraphicFramePr>
          <p:nvPr/>
        </p:nvGraphicFramePr>
        <p:xfrm>
          <a:off x="3720001" y="4000209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5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1" name="Table 13">
            <a:extLst>
              <a:ext uri="{FF2B5EF4-FFF2-40B4-BE49-F238E27FC236}">
                <a16:creationId xmlns:a16="http://schemas.microsoft.com/office/drawing/2014/main" id="{E52E5213-B98D-FECD-7A96-CC2E2C10D85F}"/>
              </a:ext>
            </a:extLst>
          </p:cNvPr>
          <p:cNvGraphicFramePr>
            <a:graphicFrameLocks noGrp="1"/>
          </p:cNvGraphicFramePr>
          <p:nvPr/>
        </p:nvGraphicFramePr>
        <p:xfrm>
          <a:off x="4194066" y="4227840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6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2" name="Table 13">
            <a:extLst>
              <a:ext uri="{FF2B5EF4-FFF2-40B4-BE49-F238E27FC236}">
                <a16:creationId xmlns:a16="http://schemas.microsoft.com/office/drawing/2014/main" id="{6ACBDFD5-AE36-84DE-8598-D217018D4C39}"/>
              </a:ext>
            </a:extLst>
          </p:cNvPr>
          <p:cNvGraphicFramePr>
            <a:graphicFrameLocks noGrp="1"/>
          </p:cNvGraphicFramePr>
          <p:nvPr/>
        </p:nvGraphicFramePr>
        <p:xfrm>
          <a:off x="4348917" y="4004021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7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63" name="Table 13">
            <a:extLst>
              <a:ext uri="{FF2B5EF4-FFF2-40B4-BE49-F238E27FC236}">
                <a16:creationId xmlns:a16="http://schemas.microsoft.com/office/drawing/2014/main" id="{0F225C39-E6F0-5211-195D-F989CBFF6F37}"/>
              </a:ext>
            </a:extLst>
          </p:cNvPr>
          <p:cNvGraphicFramePr>
            <a:graphicFrameLocks noGrp="1"/>
          </p:cNvGraphicFramePr>
          <p:nvPr/>
        </p:nvGraphicFramePr>
        <p:xfrm>
          <a:off x="4757911" y="4228947"/>
          <a:ext cx="442893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93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100" b="1" i="1" dirty="0"/>
                        <a:t>Δ</a:t>
                      </a:r>
                      <a:r>
                        <a:rPr lang="en-US" sz="1100" b="1" i="1" dirty="0"/>
                        <a:t>e</a:t>
                      </a:r>
                      <a:r>
                        <a:rPr lang="en-US" sz="1100" b="1" i="1" baseline="-25000" dirty="0"/>
                        <a:t>8 </a:t>
                      </a:r>
                      <a:r>
                        <a:rPr lang="en-US" sz="1100" dirty="0"/>
                        <a:t> </a:t>
                      </a:r>
                    </a:p>
                  </a:txBody>
                  <a:tcPr marL="19840" marR="19840" marT="9920" marB="992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3" name="Table 13">
            <a:extLst>
              <a:ext uri="{FF2B5EF4-FFF2-40B4-BE49-F238E27FC236}">
                <a16:creationId xmlns:a16="http://schemas.microsoft.com/office/drawing/2014/main" id="{3BF2356A-C79D-CFCC-9C71-39B41A004C25}"/>
              </a:ext>
            </a:extLst>
          </p:cNvPr>
          <p:cNvGraphicFramePr>
            <a:graphicFrameLocks noGrp="1"/>
          </p:cNvGraphicFramePr>
          <p:nvPr/>
        </p:nvGraphicFramePr>
        <p:xfrm>
          <a:off x="2359398" y="3789904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4" name="Table 13">
            <a:extLst>
              <a:ext uri="{FF2B5EF4-FFF2-40B4-BE49-F238E27FC236}">
                <a16:creationId xmlns:a16="http://schemas.microsoft.com/office/drawing/2014/main" id="{8E77324F-F480-9303-BE71-04B3D4B578E8}"/>
              </a:ext>
            </a:extLst>
          </p:cNvPr>
          <p:cNvGraphicFramePr>
            <a:graphicFrameLocks noGrp="1"/>
          </p:cNvGraphicFramePr>
          <p:nvPr/>
        </p:nvGraphicFramePr>
        <p:xfrm>
          <a:off x="2876009" y="3789904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5" name="Table 13">
            <a:extLst>
              <a:ext uri="{FF2B5EF4-FFF2-40B4-BE49-F238E27FC236}">
                <a16:creationId xmlns:a16="http://schemas.microsoft.com/office/drawing/2014/main" id="{C1F392D1-7DCF-C48E-9B7A-EBB1A75E254C}"/>
              </a:ext>
            </a:extLst>
          </p:cNvPr>
          <p:cNvGraphicFramePr>
            <a:graphicFrameLocks noGrp="1"/>
          </p:cNvGraphicFramePr>
          <p:nvPr/>
        </p:nvGraphicFramePr>
        <p:xfrm>
          <a:off x="3537257" y="378553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6" name="Table 13">
            <a:extLst>
              <a:ext uri="{FF2B5EF4-FFF2-40B4-BE49-F238E27FC236}">
                <a16:creationId xmlns:a16="http://schemas.microsoft.com/office/drawing/2014/main" id="{460672B1-7AE3-86AE-97AF-E0B9EF872960}"/>
              </a:ext>
            </a:extLst>
          </p:cNvPr>
          <p:cNvGraphicFramePr>
            <a:graphicFrameLocks noGrp="1"/>
          </p:cNvGraphicFramePr>
          <p:nvPr/>
        </p:nvGraphicFramePr>
        <p:xfrm>
          <a:off x="3730093" y="3785869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82B2871D-4B51-1529-3347-44F55DCC73C0}"/>
              </a:ext>
            </a:extLst>
          </p:cNvPr>
          <p:cNvGraphicFramePr>
            <a:graphicFrameLocks noGrp="1"/>
          </p:cNvGraphicFramePr>
          <p:nvPr/>
        </p:nvGraphicFramePr>
        <p:xfrm>
          <a:off x="4194066" y="378553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8" name="Table 13">
            <a:extLst>
              <a:ext uri="{FF2B5EF4-FFF2-40B4-BE49-F238E27FC236}">
                <a16:creationId xmlns:a16="http://schemas.microsoft.com/office/drawing/2014/main" id="{A94EB324-84B9-4CCD-17AA-8D6392328DA0}"/>
              </a:ext>
            </a:extLst>
          </p:cNvPr>
          <p:cNvGraphicFramePr>
            <a:graphicFrameLocks noGrp="1"/>
          </p:cNvGraphicFramePr>
          <p:nvPr/>
        </p:nvGraphicFramePr>
        <p:xfrm>
          <a:off x="4360205" y="378647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79" name="Table 13">
            <a:extLst>
              <a:ext uri="{FF2B5EF4-FFF2-40B4-BE49-F238E27FC236}">
                <a16:creationId xmlns:a16="http://schemas.microsoft.com/office/drawing/2014/main" id="{DD2EA7A2-A313-E6DA-4E0C-73A0023B98D9}"/>
              </a:ext>
            </a:extLst>
          </p:cNvPr>
          <p:cNvGraphicFramePr>
            <a:graphicFrameLocks noGrp="1"/>
          </p:cNvGraphicFramePr>
          <p:nvPr/>
        </p:nvGraphicFramePr>
        <p:xfrm>
          <a:off x="4751606" y="3784156"/>
          <a:ext cx="130160" cy="18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878962583"/>
                    </a:ext>
                  </a:extLst>
                </a:gridCol>
                <a:gridCol w="65080">
                  <a:extLst>
                    <a:ext uri="{9D8B030D-6E8A-4147-A177-3AD203B41FA5}">
                      <a16:colId xmlns:a16="http://schemas.microsoft.com/office/drawing/2014/main" val="10709508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rgbClr val="EEFCE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13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</Words>
  <Application>Microsoft Macintosh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Yihua</dc:creator>
  <cp:lastModifiedBy>Wei, Yihua</cp:lastModifiedBy>
  <cp:revision>8</cp:revision>
  <dcterms:created xsi:type="dcterms:W3CDTF">2025-12-01T16:26:22Z</dcterms:created>
  <dcterms:modified xsi:type="dcterms:W3CDTF">2025-12-17T05:12:24Z</dcterms:modified>
</cp:coreProperties>
</file>