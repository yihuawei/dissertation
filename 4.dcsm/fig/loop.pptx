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74"/>
    <p:restoredTop sz="94658"/>
  </p:normalViewPr>
  <p:slideViewPr>
    <p:cSldViewPr snapToGrid="0">
      <p:cViewPr>
        <p:scale>
          <a:sx n="151" d="100"/>
          <a:sy n="151" d="100"/>
        </p:scale>
        <p:origin x="144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07AC-FAAC-D63B-1558-27BD7AFEC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0FAF3-E976-B056-2D95-DB5D4CB70B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A69624-5D25-D1D8-0184-C3D9C022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FE76E-E468-040E-C2AE-CC4A6044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A46D6-6B77-6301-BB3F-4931B6AC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1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E793-E98A-B7A9-14F5-335533C2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912C0-F0DF-354B-6122-C626C9A4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E8E25-ACBD-75D0-FA65-4939D880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4D93-BD05-17B5-B38A-4C1E07215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2CBB71-BB57-944B-8AFA-85DF46F8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59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789F-DD01-714C-5099-04937F9BC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6A4ED-B1DE-9D82-E897-894D3171B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46257-3F4D-B880-284E-D17401BCC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2244E0-58F2-39A9-7ACB-359BE788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65AA7-9F9A-774E-0C96-DDED92B6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9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2703B-9728-4AA9-7EE9-1CE3C911F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B4B60-6452-14A9-0FD8-E530F2F64A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69A42-FCFB-1AAE-483E-7F92075A8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032C3-4BCD-6D21-4D67-DCBD2A085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D3AE5-FD69-D0E3-2E88-CF2EF441D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A52AE5-448B-3C39-2EC6-9D6BBDE0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11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49116-4B0B-B098-07B8-C3467B8B1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4344D7-4128-6F1A-FE61-FBDAE44F6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AE5FC-0C66-1DB0-F27C-FAB3820A7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C75040-DA9C-A16D-9B83-B8E930771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99615-6B24-C14A-0F0F-1D21A61FF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15482B-AB82-4F6D-5ABB-C307CE34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D8173-5A6C-DC80-989F-6EFA7A9D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81D71-5535-FFA4-C5D2-DC159CD5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3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4FD8-4905-5E5B-BC05-1A1D2BF69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2E6A2A-7A7C-C408-A89B-D5E1795CE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90BEA-E7E9-28A9-AC4F-5D48C609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C59A2-B996-DBAA-E866-1588131A3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D1E6F-726F-6059-C5A1-7DE2871D6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B7822-BF48-19D3-18CF-07E5A6CF0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B1F6B-522E-1231-B091-98FB7A189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7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AAA9-DB49-F4F0-692D-D1992AD59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A304-C71B-19CA-4235-AE757FCEF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312D2-A653-D044-8030-101C66DFE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D0508-6F21-2620-D662-08CC5E75D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455DE-8D17-9BBD-D276-18B0D720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13ECD-E35A-7866-4A4E-EAB3F538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952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6D5B4-68AB-B0CC-E6D8-011586DC5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A13CA-D196-2981-F359-B1E749C7F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9C979-4081-F48A-2583-7081649FB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F212F-EC2E-9BDB-3D83-69DC57F3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C027E-0ED4-0525-B353-CF0F6DE1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9FB616-5E05-A741-F70A-5DF994E9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58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3AC38-1CC9-36D6-C851-DA6460CA8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925C4-E141-E32F-5A3A-F0A412344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BEF0A-92D3-9CE8-C092-78D655F8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28994-7987-6DA3-4634-06546A2A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9DD09-4B72-AEA2-CF28-B4A56FB1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58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327182-2F97-3DCB-1378-D8335707C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F561E1-6A74-4598-9004-9262746CC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195DC-9403-8BB2-B8FD-EA473DB2D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D461F-F96A-13B1-D0D0-9A8A61F1C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6FA58-6C12-32C5-3A8F-9F08A6523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11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985D9C-BD0D-C279-F20F-0F1699003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D998F-693D-6FDB-C0BC-5A5075494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CD308-68BE-28F8-11D8-EEFD19CFD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55488-6E73-9C4F-9B4B-DC09A1E6923F}" type="datetimeFigureOut">
              <a:rPr lang="en-US" smtClean="0"/>
              <a:t>10/4/25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75B21-3364-A56D-C78F-9416A0A13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028F2-157D-7B2D-618C-E7B79580D2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1357F-FE94-F34C-B9C6-0122C33C7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21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B3812-9FB8-C32A-50E5-D653028C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4041A5-D485-6DD5-6300-E8445BF5BFB8}"/>
              </a:ext>
            </a:extLst>
          </p:cNvPr>
          <p:cNvSpPr txBox="1"/>
          <p:nvPr/>
        </p:nvSpPr>
        <p:spPr>
          <a:xfrm>
            <a:off x="770020" y="1040199"/>
            <a:ext cx="5385816" cy="1477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IncrementalMatching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∆B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∆M1 - ∆M5</a:t>
            </a:r>
            <a:endParaRPr lang="en-US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UpdateGraph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(∆B)</a:t>
            </a:r>
            <a:endParaRPr lang="en-US" dirty="0">
              <a:solidFill>
                <a:schemeClr val="accent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23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FF2D75-10FE-213A-8679-DA2713284180}"/>
              </a:ext>
            </a:extLst>
          </p:cNvPr>
          <p:cNvSpPr txBox="1"/>
          <p:nvPr/>
        </p:nvSpPr>
        <p:spPr>
          <a:xfrm>
            <a:off x="770017" y="1040199"/>
            <a:ext cx="4389120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//∆M1=∆R1⨝R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((x0, x1) ∈ ∆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//∆R1 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⨝ R′3 ⨝ R′4 (vertex u3)</a:t>
            </a: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(x3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’(x0) ∩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’(x1)){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⨝ R′2 ⨝ R′5 (vertex u2)</a:t>
            </a: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(x2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′(x0) ∩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′(x3)){</a:t>
            </a:r>
          </a:p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(x0, x1, x2, x3); }}}</a:t>
            </a:r>
          </a:p>
        </p:txBody>
      </p:sp>
    </p:spTree>
    <p:extLst>
      <p:ext uri="{BB962C8B-B14F-4D97-AF65-F5344CB8AC3E}">
        <p14:creationId xmlns:p14="http://schemas.microsoft.com/office/powerpoint/2010/main" val="233166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1C20C-142E-819B-801A-B4AE6FDB0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B540A3-49C5-8434-E67F-B936CBD88CA1}"/>
              </a:ext>
            </a:extLst>
          </p:cNvPr>
          <p:cNvSpPr txBox="1"/>
          <p:nvPr/>
        </p:nvSpPr>
        <p:spPr>
          <a:xfrm>
            <a:off x="770020" y="1040199"/>
            <a:ext cx="4389120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//∆M2=R1⨝∆R2⨝R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((x0, x2) ∈ ∆B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a,c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⨝ R’3 ⨝ R’5 (vertex u3)</a:t>
            </a: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(x3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′(x0) ∩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′(x2)){</a:t>
            </a:r>
            <a:endParaRPr lang="en-US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⨝ R1 ⨝ R′4 (vertex u1)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(x1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(x0) ∩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′(x3)){</a:t>
            </a:r>
          </a:p>
          <a:p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(x0, x1, x2, x3); }}}</a:t>
            </a:r>
          </a:p>
        </p:txBody>
      </p:sp>
    </p:spTree>
    <p:extLst>
      <p:ext uri="{BB962C8B-B14F-4D97-AF65-F5344CB8AC3E}">
        <p14:creationId xmlns:p14="http://schemas.microsoft.com/office/powerpoint/2010/main" val="83874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47B21-F666-EB42-B8D0-B7922B22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93EB2A-6CD4-C472-5DBC-18E36144EFDD}"/>
              </a:ext>
            </a:extLst>
          </p:cNvPr>
          <p:cNvSpPr txBox="1"/>
          <p:nvPr/>
        </p:nvSpPr>
        <p:spPr>
          <a:xfrm>
            <a:off x="770020" y="1040199"/>
            <a:ext cx="5385816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//∆M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=R1⨝R2⨝∆R3⨝R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((x0, x3) ∈ ∆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a,b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⨝ R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⨝ R′4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(vertex u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∩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//⨝ R2 ⨝ R′5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(vertex u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∈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(x0) ∩ N</a:t>
            </a:r>
            <a:r>
              <a:rPr lang="en-US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′(x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(x0, x1, x2, x3); }}}</a:t>
            </a:r>
          </a:p>
        </p:txBody>
      </p:sp>
    </p:spTree>
    <p:extLst>
      <p:ext uri="{BB962C8B-B14F-4D97-AF65-F5344CB8AC3E}">
        <p14:creationId xmlns:p14="http://schemas.microsoft.com/office/powerpoint/2010/main" val="3278245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2042-E3C5-17E6-2FE2-F8CBF21AA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2DE154-8C88-1AB2-1BF8-D140E604016C}"/>
              </a:ext>
            </a:extLst>
          </p:cNvPr>
          <p:cNvSpPr txBox="1"/>
          <p:nvPr/>
        </p:nvSpPr>
        <p:spPr>
          <a:xfrm>
            <a:off x="770020" y="1040199"/>
            <a:ext cx="5385816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//∆M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=R1⨝R2⨝R3⨝∆R4⨝R</a:t>
            </a:r>
            <a:r>
              <a:rPr lang="en-US" baseline="300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′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lang="en-US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∆M</a:t>
            </a:r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x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⨝ R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⨝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(vertex u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∈ N(x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∩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⨝ R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⨝ R′5</a:t>
            </a:r>
            <a:r>
              <a:rPr lang="zh-CN" alt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vertex u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∈ N(x0)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∩ N′(x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(x0, x1, x2, x3); } } }</a:t>
            </a:r>
          </a:p>
        </p:txBody>
      </p:sp>
    </p:spTree>
    <p:extLst>
      <p:ext uri="{BB962C8B-B14F-4D97-AF65-F5344CB8AC3E}">
        <p14:creationId xmlns:p14="http://schemas.microsoft.com/office/powerpoint/2010/main" val="249426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4ADE7-2058-4F17-1253-D55F4A972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7C7056-BAC8-DFFF-E71E-5825A112A4AD}"/>
              </a:ext>
            </a:extLst>
          </p:cNvPr>
          <p:cNvSpPr txBox="1"/>
          <p:nvPr/>
        </p:nvSpPr>
        <p:spPr>
          <a:xfrm>
            <a:off x="770020" y="1040199"/>
            <a:ext cx="5385816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//∆M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=R1⨝R2⨝R3⨝R4⨝∆R5</a:t>
            </a:r>
            <a:endParaRPr lang="en-US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∆M</a:t>
            </a:r>
            <a:r>
              <a:rPr lang="en-US" altLang="zh-CN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x2, x3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⨝ R2 ⨝ R3 (vertex u</a:t>
            </a:r>
            <a:r>
              <a:rPr lang="en-US" altLang="zh-CN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(x0 ∈ N(x2) ∩ N(x3)){</a:t>
            </a:r>
          </a:p>
          <a:p>
            <a:r>
              <a:rPr lang="en-US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⨝ R1 ⨝ R4 (vertex u1)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(x1 ∈ N(x0) ∩ N(x3)){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(x0, x1, x2, x3); } } }</a:t>
            </a:r>
          </a:p>
        </p:txBody>
      </p:sp>
    </p:spTree>
    <p:extLst>
      <p:ext uri="{BB962C8B-B14F-4D97-AF65-F5344CB8AC3E}">
        <p14:creationId xmlns:p14="http://schemas.microsoft.com/office/powerpoint/2010/main" val="1274666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E717-BD1C-D1E8-3B64-6E503E6DE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076853-5411-1572-6CB0-BF99D3F08F41}"/>
              </a:ext>
            </a:extLst>
          </p:cNvPr>
          <p:cNvCxnSpPr>
            <a:cxnSpLocks/>
          </p:cNvCxnSpPr>
          <p:nvPr/>
        </p:nvCxnSpPr>
        <p:spPr>
          <a:xfrm flipV="1">
            <a:off x="3855499" y="3531440"/>
            <a:ext cx="459369" cy="263256"/>
          </a:xfrm>
          <a:prstGeom prst="line">
            <a:avLst/>
          </a:prstGeom>
          <a:ln w="28575">
            <a:solidFill>
              <a:srgbClr val="FF0000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6E3CB33-398A-428C-226E-D212F45D1E88}"/>
              </a:ext>
            </a:extLst>
          </p:cNvPr>
          <p:cNvCxnSpPr>
            <a:cxnSpLocks/>
          </p:cNvCxnSpPr>
          <p:nvPr/>
        </p:nvCxnSpPr>
        <p:spPr>
          <a:xfrm>
            <a:off x="3920232" y="3189514"/>
            <a:ext cx="394636" cy="341926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81E768-66D2-587D-41AC-6B5BD343A79B}"/>
              </a:ext>
            </a:extLst>
          </p:cNvPr>
          <p:cNvCxnSpPr>
            <a:cxnSpLocks/>
          </p:cNvCxnSpPr>
          <p:nvPr/>
        </p:nvCxnSpPr>
        <p:spPr>
          <a:xfrm flipH="1">
            <a:off x="3857830" y="3189514"/>
            <a:ext cx="62402" cy="607910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A51BA31-E7C6-4646-5CFA-B60BEDD68C9F}"/>
              </a:ext>
            </a:extLst>
          </p:cNvPr>
          <p:cNvCxnSpPr>
            <a:cxnSpLocks/>
          </p:cNvCxnSpPr>
          <p:nvPr/>
        </p:nvCxnSpPr>
        <p:spPr>
          <a:xfrm>
            <a:off x="3439886" y="3360477"/>
            <a:ext cx="417943" cy="436947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C37D1D-4A06-1B76-D1E4-FE09148E15C8}"/>
              </a:ext>
            </a:extLst>
          </p:cNvPr>
          <p:cNvCxnSpPr>
            <a:cxnSpLocks/>
          </p:cNvCxnSpPr>
          <p:nvPr/>
        </p:nvCxnSpPr>
        <p:spPr>
          <a:xfrm flipV="1">
            <a:off x="3820886" y="3802437"/>
            <a:ext cx="24689" cy="421220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5770058-7BF4-CFAB-8A19-6682F7430895}"/>
              </a:ext>
            </a:extLst>
          </p:cNvPr>
          <p:cNvCxnSpPr>
            <a:cxnSpLocks/>
          </p:cNvCxnSpPr>
          <p:nvPr/>
        </p:nvCxnSpPr>
        <p:spPr>
          <a:xfrm flipH="1">
            <a:off x="4314868" y="3531440"/>
            <a:ext cx="409532" cy="0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89BE2FC-A590-7569-64ED-F0A48321E3D7}"/>
              </a:ext>
            </a:extLst>
          </p:cNvPr>
          <p:cNvCxnSpPr>
            <a:cxnSpLocks/>
          </p:cNvCxnSpPr>
          <p:nvPr/>
        </p:nvCxnSpPr>
        <p:spPr>
          <a:xfrm flipV="1">
            <a:off x="4314868" y="3531439"/>
            <a:ext cx="0" cy="421221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23B26C3-131B-2A9D-6790-AF9076414EE8}"/>
              </a:ext>
            </a:extLst>
          </p:cNvPr>
          <p:cNvCxnSpPr>
            <a:cxnSpLocks/>
          </p:cNvCxnSpPr>
          <p:nvPr/>
        </p:nvCxnSpPr>
        <p:spPr>
          <a:xfrm flipH="1">
            <a:off x="3920231" y="2830286"/>
            <a:ext cx="197319" cy="359228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DCB8BD5-2317-1680-7E8B-54A2D5830C8A}"/>
              </a:ext>
            </a:extLst>
          </p:cNvPr>
          <p:cNvCxnSpPr>
            <a:cxnSpLocks/>
          </p:cNvCxnSpPr>
          <p:nvPr/>
        </p:nvCxnSpPr>
        <p:spPr>
          <a:xfrm flipH="1" flipV="1">
            <a:off x="4117549" y="2830285"/>
            <a:ext cx="530651" cy="324109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80F4563-390F-7F7A-181C-14508FDDF8BE}"/>
              </a:ext>
            </a:extLst>
          </p:cNvPr>
          <p:cNvCxnSpPr>
            <a:cxnSpLocks/>
          </p:cNvCxnSpPr>
          <p:nvPr/>
        </p:nvCxnSpPr>
        <p:spPr>
          <a:xfrm>
            <a:off x="3439886" y="2918515"/>
            <a:ext cx="0" cy="441960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52830AB-A1FF-0BE7-33CB-7EF4885A42A9}"/>
              </a:ext>
            </a:extLst>
          </p:cNvPr>
          <p:cNvCxnSpPr>
            <a:cxnSpLocks/>
          </p:cNvCxnSpPr>
          <p:nvPr/>
        </p:nvCxnSpPr>
        <p:spPr>
          <a:xfrm flipV="1">
            <a:off x="3207534" y="3802437"/>
            <a:ext cx="636031" cy="200240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803321-A715-86B7-3704-CA0416C34FC2}"/>
              </a:ext>
            </a:extLst>
          </p:cNvPr>
          <p:cNvCxnSpPr>
            <a:cxnSpLocks/>
          </p:cNvCxnSpPr>
          <p:nvPr/>
        </p:nvCxnSpPr>
        <p:spPr>
          <a:xfrm flipH="1">
            <a:off x="4314867" y="3171955"/>
            <a:ext cx="333333" cy="35948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5F737E8-5416-A715-B7AB-5AB85E2321BE}"/>
              </a:ext>
            </a:extLst>
          </p:cNvPr>
          <p:cNvCxnSpPr>
            <a:cxnSpLocks/>
          </p:cNvCxnSpPr>
          <p:nvPr/>
        </p:nvCxnSpPr>
        <p:spPr>
          <a:xfrm flipH="1" flipV="1">
            <a:off x="4314866" y="3952660"/>
            <a:ext cx="485734" cy="270997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F3F0F5A-80D4-281C-35FC-90486E15B4AE}"/>
              </a:ext>
            </a:extLst>
          </p:cNvPr>
          <p:cNvCxnSpPr>
            <a:cxnSpLocks/>
          </p:cNvCxnSpPr>
          <p:nvPr/>
        </p:nvCxnSpPr>
        <p:spPr>
          <a:xfrm flipH="1" flipV="1">
            <a:off x="3820885" y="4238036"/>
            <a:ext cx="296664" cy="170964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D522A6B-B257-CB1E-8C73-DF90472FEEFF}"/>
              </a:ext>
            </a:extLst>
          </p:cNvPr>
          <p:cNvCxnSpPr>
            <a:cxnSpLocks/>
          </p:cNvCxnSpPr>
          <p:nvPr/>
        </p:nvCxnSpPr>
        <p:spPr>
          <a:xfrm flipH="1" flipV="1">
            <a:off x="4738665" y="3531438"/>
            <a:ext cx="61935" cy="692219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B6ECA98C-BA8A-057F-EA74-5ABA12B0A38D}"/>
              </a:ext>
            </a:extLst>
          </p:cNvPr>
          <p:cNvCxnSpPr>
            <a:cxnSpLocks/>
          </p:cNvCxnSpPr>
          <p:nvPr/>
        </p:nvCxnSpPr>
        <p:spPr>
          <a:xfrm flipH="1">
            <a:off x="3820885" y="3952660"/>
            <a:ext cx="493981" cy="270997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BB5DEBE-BA4C-F475-5C2C-0A45A1B4A881}"/>
              </a:ext>
            </a:extLst>
          </p:cNvPr>
          <p:cNvCxnSpPr>
            <a:cxnSpLocks/>
          </p:cNvCxnSpPr>
          <p:nvPr/>
        </p:nvCxnSpPr>
        <p:spPr>
          <a:xfrm>
            <a:off x="3207534" y="4002677"/>
            <a:ext cx="613351" cy="235359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46D612B-E22A-064A-05A7-35B8E98C9C76}"/>
              </a:ext>
            </a:extLst>
          </p:cNvPr>
          <p:cNvCxnSpPr>
            <a:cxnSpLocks/>
          </p:cNvCxnSpPr>
          <p:nvPr/>
        </p:nvCxnSpPr>
        <p:spPr>
          <a:xfrm flipH="1">
            <a:off x="4312856" y="3531438"/>
            <a:ext cx="411326" cy="421222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B0F538C1-9400-DB58-89EC-C9EFE1B5BD3D}"/>
              </a:ext>
            </a:extLst>
          </p:cNvPr>
          <p:cNvCxnSpPr>
            <a:cxnSpLocks/>
          </p:cNvCxnSpPr>
          <p:nvPr/>
        </p:nvCxnSpPr>
        <p:spPr>
          <a:xfrm>
            <a:off x="4117549" y="2830283"/>
            <a:ext cx="197317" cy="685687"/>
          </a:xfrm>
          <a:prstGeom prst="line">
            <a:avLst/>
          </a:prstGeom>
          <a:ln w="28575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E02F493-AEEC-A04B-5361-F930E9944827}"/>
              </a:ext>
            </a:extLst>
          </p:cNvPr>
          <p:cNvSpPr txBox="1"/>
          <p:nvPr/>
        </p:nvSpPr>
        <p:spPr>
          <a:xfrm>
            <a:off x="3826142" y="3770878"/>
            <a:ext cx="3757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v0</a:t>
            </a:r>
            <a:endParaRPr lang="en-US" sz="1200" b="1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4580428-7D9A-80D8-7271-73E6F424E214}"/>
              </a:ext>
            </a:extLst>
          </p:cNvPr>
          <p:cNvSpPr txBox="1"/>
          <p:nvPr/>
        </p:nvSpPr>
        <p:spPr>
          <a:xfrm>
            <a:off x="3092547" y="3290079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</a:t>
            </a:r>
            <a:endParaRPr lang="en-US" sz="1200" b="1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7875D808-6876-F09E-73C0-F5FEE599DC2A}"/>
              </a:ext>
            </a:extLst>
          </p:cNvPr>
          <p:cNvSpPr txBox="1"/>
          <p:nvPr/>
        </p:nvSpPr>
        <p:spPr>
          <a:xfrm>
            <a:off x="3242253" y="2662336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v2</a:t>
            </a:r>
            <a:endParaRPr lang="en-US" sz="1200" b="1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83E6AC9-3248-BACE-4D86-E9890E58E6C6}"/>
              </a:ext>
            </a:extLst>
          </p:cNvPr>
          <p:cNvSpPr txBox="1"/>
          <p:nvPr/>
        </p:nvSpPr>
        <p:spPr>
          <a:xfrm>
            <a:off x="3687657" y="2881927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v3</a:t>
            </a:r>
            <a:endParaRPr lang="en-US" sz="1200" b="1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1BBECA3-D3DA-9635-16DC-FAD66BD1F913}"/>
              </a:ext>
            </a:extLst>
          </p:cNvPr>
          <p:cNvSpPr txBox="1"/>
          <p:nvPr/>
        </p:nvSpPr>
        <p:spPr>
          <a:xfrm>
            <a:off x="4047938" y="2586423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v4</a:t>
            </a:r>
            <a:endParaRPr lang="en-US" sz="1200" b="1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69D8E06-CFA5-086C-1BDD-169BB20A71AB}"/>
              </a:ext>
            </a:extLst>
          </p:cNvPr>
          <p:cNvSpPr txBox="1"/>
          <p:nvPr/>
        </p:nvSpPr>
        <p:spPr>
          <a:xfrm>
            <a:off x="4614353" y="2944433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v5</a:t>
            </a:r>
            <a:endParaRPr lang="en-US" sz="1200" b="1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C2A7FEA-F9DB-6AE6-6E45-126FFB3E1CEF}"/>
              </a:ext>
            </a:extLst>
          </p:cNvPr>
          <p:cNvSpPr txBox="1"/>
          <p:nvPr/>
        </p:nvSpPr>
        <p:spPr>
          <a:xfrm>
            <a:off x="3929621" y="3375214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v6</a:t>
            </a:r>
            <a:endParaRPr lang="en-US" sz="1200" b="1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B3FDED3-5DFB-EA45-6140-5C922880672F}"/>
              </a:ext>
            </a:extLst>
          </p:cNvPr>
          <p:cNvSpPr txBox="1"/>
          <p:nvPr/>
        </p:nvSpPr>
        <p:spPr>
          <a:xfrm>
            <a:off x="4724182" y="3388955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v7</a:t>
            </a:r>
            <a:endParaRPr lang="en-US" sz="1200" b="1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322D43F-7A49-CD89-335A-9016A9E1D086}"/>
              </a:ext>
            </a:extLst>
          </p:cNvPr>
          <p:cNvSpPr txBox="1"/>
          <p:nvPr/>
        </p:nvSpPr>
        <p:spPr>
          <a:xfrm>
            <a:off x="4125557" y="3958834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v8</a:t>
            </a:r>
            <a:endParaRPr lang="en-US" sz="1200" b="1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B391808C-3E40-6A69-1E32-B936FF5168A0}"/>
              </a:ext>
            </a:extLst>
          </p:cNvPr>
          <p:cNvSpPr txBox="1"/>
          <p:nvPr/>
        </p:nvSpPr>
        <p:spPr>
          <a:xfrm>
            <a:off x="4790650" y="4182022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v9</a:t>
            </a:r>
            <a:endParaRPr lang="en-US" sz="1200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75B945D-0305-B47F-6D4F-C819D5FF9890}"/>
              </a:ext>
            </a:extLst>
          </p:cNvPr>
          <p:cNvSpPr txBox="1"/>
          <p:nvPr/>
        </p:nvSpPr>
        <p:spPr>
          <a:xfrm>
            <a:off x="2785483" y="3830758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v10</a:t>
            </a:r>
            <a:endParaRPr lang="en-US" sz="1200" b="1" dirty="0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8EFF7B1-3630-D736-4BE9-AA7937EBA2CA}"/>
              </a:ext>
            </a:extLst>
          </p:cNvPr>
          <p:cNvSpPr txBox="1"/>
          <p:nvPr/>
        </p:nvSpPr>
        <p:spPr>
          <a:xfrm>
            <a:off x="3439653" y="4212838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v11</a:t>
            </a:r>
            <a:endParaRPr lang="en-US" sz="1200" b="1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498990F-50A5-CFB6-111A-3016FABB8BCE}"/>
              </a:ext>
            </a:extLst>
          </p:cNvPr>
          <p:cNvSpPr txBox="1"/>
          <p:nvPr/>
        </p:nvSpPr>
        <p:spPr>
          <a:xfrm>
            <a:off x="4067875" y="4363057"/>
            <a:ext cx="4623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v12</a:t>
            </a:r>
            <a:endParaRPr lang="en-US" sz="1200" b="1" dirty="0"/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64A6532-47DE-B560-D412-A890EFFBC6F2}"/>
              </a:ext>
            </a:extLst>
          </p:cNvPr>
          <p:cNvCxnSpPr>
            <a:cxnSpLocks/>
          </p:cNvCxnSpPr>
          <p:nvPr/>
        </p:nvCxnSpPr>
        <p:spPr>
          <a:xfrm flipH="1">
            <a:off x="3448464" y="3178773"/>
            <a:ext cx="481157" cy="17292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B4BA5DA-E4CD-C1B1-55B4-84D4351CA6A2}"/>
              </a:ext>
            </a:extLst>
          </p:cNvPr>
          <p:cNvCxnSpPr>
            <a:cxnSpLocks/>
          </p:cNvCxnSpPr>
          <p:nvPr/>
        </p:nvCxnSpPr>
        <p:spPr>
          <a:xfrm flipH="1">
            <a:off x="3205524" y="3375214"/>
            <a:ext cx="234910" cy="627463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1050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493</Words>
  <Application>Microsoft Macintosh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Yihua</dc:creator>
  <cp:lastModifiedBy>Wei, Yihua</cp:lastModifiedBy>
  <cp:revision>452</cp:revision>
  <dcterms:created xsi:type="dcterms:W3CDTF">2025-10-04T08:59:51Z</dcterms:created>
  <dcterms:modified xsi:type="dcterms:W3CDTF">2025-10-05T21:53:50Z</dcterms:modified>
</cp:coreProperties>
</file>