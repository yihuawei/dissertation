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9"/>
    <p:restoredTop sz="94708"/>
  </p:normalViewPr>
  <p:slideViewPr>
    <p:cSldViewPr snapToGrid="0" snapToObjects="1">
      <p:cViewPr varScale="1">
        <p:scale>
          <a:sx n="103" d="100"/>
          <a:sy n="103" d="100"/>
        </p:scale>
        <p:origin x="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1F622-C3FE-644D-A2B7-62792A0971E0}" type="datetimeFigureOut">
              <a:rPr lang="en-US" smtClean="0"/>
              <a:t>6/28/23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F37734-6CD1-9B42-961E-713D1205C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690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37734-6CD1-9B42-961E-713D1205C61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31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817DE-FE64-804A-877B-12F5E7820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A6B92E-1B88-4943-8633-C01AC152A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C2EE1-0CE9-E244-A2DD-1CC97EE26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1FBF-A476-8043-A675-3BD99A7EE273}" type="datetimeFigureOut">
              <a:rPr lang="en-US" smtClean="0"/>
              <a:t>6/28/23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A1086-BFC0-FB4F-8783-D135AE220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C06AC-B4C6-BB4E-A3E4-0F4155049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F606-31F4-E041-9D9B-628F01674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86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39E64-FEC9-FD45-8A32-CFE24D049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0FE77-09BC-CB44-B95C-79135858C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EA559-C7E9-E64F-AB1D-AFABD838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1FBF-A476-8043-A675-3BD99A7EE273}" type="datetimeFigureOut">
              <a:rPr lang="en-US" smtClean="0"/>
              <a:t>6/28/23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57F3-CE24-0A40-94AE-D261CB82B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95051-CAF6-EA41-AF69-8149830B0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F606-31F4-E041-9D9B-628F01674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08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91D88-F1AF-8943-88CF-038E5F1AE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C90A2-CA43-214D-911E-A2381C520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0184C-6616-BB47-979A-AE0A80C5A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1FBF-A476-8043-A675-3BD99A7EE273}" type="datetimeFigureOut">
              <a:rPr lang="en-US" smtClean="0"/>
              <a:t>6/28/23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26096-862B-2141-9B33-58D576C50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42BA4-D450-DE46-849A-61464BB42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F606-31F4-E041-9D9B-628F01674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79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9C64E-7A28-2A44-AE60-AD1777282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A7F19-4641-7A47-BA29-540B9A298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07752-CB04-7940-ADE3-4FC1E6BCD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84599-FE84-0243-AC2D-BC82A8612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1FBF-A476-8043-A675-3BD99A7EE273}" type="datetimeFigureOut">
              <a:rPr lang="en-US" smtClean="0"/>
              <a:t>6/28/23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DBBD2-935C-B34A-B7E7-3A6570BE4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1E24F-B83F-8540-9B69-8F9FED167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F606-31F4-E041-9D9B-628F01674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1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821F7-3EA8-9F4E-AE11-D0D1FD5B8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C0637-8B70-6944-B7B7-757A8CB6A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249C1-82B7-0241-91B0-2E0E43300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9A4AF-9FF4-1541-9346-3BE9DFC51E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78FCE-2601-C449-B416-DB9F8EBF3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E2818F-7622-0941-8266-88FF2C28F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1FBF-A476-8043-A675-3BD99A7EE273}" type="datetimeFigureOut">
              <a:rPr lang="en-US" smtClean="0"/>
              <a:t>6/28/23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D72B38-C92C-3543-8D37-152CBCF97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C23ADF-27A2-9345-A8BF-FEC38EFA0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F606-31F4-E041-9D9B-628F01674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26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179D3-ED7B-FA44-8151-C06DD91F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53AAD-96F5-3743-BE09-AC37B827E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1FBF-A476-8043-A675-3BD99A7EE273}" type="datetimeFigureOut">
              <a:rPr lang="en-US" smtClean="0"/>
              <a:t>6/28/23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32D4EE-CB5B-7A48-BEA0-D07D4DD01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89BBA-5312-EE4C-947C-98BA2052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F606-31F4-E041-9D9B-628F01674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89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7ED780-611D-7544-94D4-AA69AE75A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1FBF-A476-8043-A675-3BD99A7EE273}" type="datetimeFigureOut">
              <a:rPr lang="en-US" smtClean="0"/>
              <a:t>6/28/23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7F3692-3C91-5A47-82F7-B204E3529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55B62-CFC6-4C49-AE2A-EE8E1BBE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F606-31F4-E041-9D9B-628F01674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053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179AF-1E33-3849-95DC-0374D3F3E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F1CB3-5E51-6343-A2A3-DE4EF5171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4A368-5D88-6541-B8EF-81871E713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C9A55-9367-4F48-A92B-CE55EBA51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1FBF-A476-8043-A675-3BD99A7EE273}" type="datetimeFigureOut">
              <a:rPr lang="en-US" smtClean="0"/>
              <a:t>6/28/23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5A06E-09E5-4E4E-B928-468030DD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DFBCF-45D3-7246-BC95-5A541E818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F606-31F4-E041-9D9B-628F01674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045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94EB9-9AE5-5E45-BA06-7AB16F424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B061DE-7C7B-D341-8AE3-F98FCDA718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9A13F-3E38-7441-B1C2-0463E7EF3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38909-3E39-CF4D-AF8C-D9DDEA412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1FBF-A476-8043-A675-3BD99A7EE273}" type="datetimeFigureOut">
              <a:rPr lang="en-US" smtClean="0"/>
              <a:t>6/28/23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C76D9-3429-7F40-899D-D39F38C19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08D2A-AAAB-7548-B13E-FFDAF4F6C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F606-31F4-E041-9D9B-628F01674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758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12671-0525-2740-8551-36ABB9CCD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731664-8388-0440-BC8E-8F321924C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6B3B0-7859-2341-80F4-DA453A880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1FBF-A476-8043-A675-3BD99A7EE273}" type="datetimeFigureOut">
              <a:rPr lang="en-US" smtClean="0"/>
              <a:t>6/28/23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AEB20-8F73-B144-B7B6-34FA831C1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A8A61-051E-B540-ACAD-E9E3BB46F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F606-31F4-E041-9D9B-628F01674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6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BCA095-AF1D-9947-B589-D0588187B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B47C7-E0D9-2041-8A69-CFD62596C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BB10C-7BB2-AC48-915D-C1328F547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1FBF-A476-8043-A675-3BD99A7EE273}" type="datetimeFigureOut">
              <a:rPr lang="en-US" smtClean="0"/>
              <a:t>6/28/23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35B2D-B393-144A-953E-77822F8A4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A417E-4429-2B42-8F13-CB72ADFD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F606-31F4-E041-9D9B-628F01674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96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87A513-B0B4-8F4C-AE05-4DA4D1ECC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169C6-C223-6D41-A1ED-5D2D30864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5D59E-0C30-0542-815A-2F57BFFAA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81FBF-A476-8043-A675-3BD99A7EE273}" type="datetimeFigureOut">
              <a:rPr lang="en-US" smtClean="0"/>
              <a:t>6/28/23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2D757-D587-DF46-80DD-95855DC1FC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45CAA-0DCF-DC43-8074-81B8189F3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4F606-31F4-E041-9D9B-628F01674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5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4">
            <a:extLst>
              <a:ext uri="{FF2B5EF4-FFF2-40B4-BE49-F238E27FC236}">
                <a16:creationId xmlns:a16="http://schemas.microsoft.com/office/drawing/2014/main" id="{4E13DA41-4D87-DC4D-9068-7F11A1C3C9E5}"/>
              </a:ext>
            </a:extLst>
          </p:cNvPr>
          <p:cNvSpPr/>
          <p:nvPr/>
        </p:nvSpPr>
        <p:spPr>
          <a:xfrm>
            <a:off x="1328823" y="935036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</a:t>
            </a:r>
            <a:endParaRPr kumimoji="1" lang="zh-CN" altLang="en-US" dirty="0"/>
          </a:p>
        </p:txBody>
      </p:sp>
      <p:sp>
        <p:nvSpPr>
          <p:cNvPr id="5" name="椭圆 5">
            <a:extLst>
              <a:ext uri="{FF2B5EF4-FFF2-40B4-BE49-F238E27FC236}">
                <a16:creationId xmlns:a16="http://schemas.microsoft.com/office/drawing/2014/main" id="{FA7AFB7B-5494-2945-BDEA-A2BA46B69CF3}"/>
              </a:ext>
            </a:extLst>
          </p:cNvPr>
          <p:cNvSpPr/>
          <p:nvPr/>
        </p:nvSpPr>
        <p:spPr>
          <a:xfrm>
            <a:off x="1328823" y="1637168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6" name="椭圆 6">
            <a:extLst>
              <a:ext uri="{FF2B5EF4-FFF2-40B4-BE49-F238E27FC236}">
                <a16:creationId xmlns:a16="http://schemas.microsoft.com/office/drawing/2014/main" id="{62C4B747-0B8F-8A45-B1CE-FFDF2AFE8FB8}"/>
              </a:ext>
            </a:extLst>
          </p:cNvPr>
          <p:cNvSpPr/>
          <p:nvPr/>
        </p:nvSpPr>
        <p:spPr>
          <a:xfrm>
            <a:off x="1903610" y="127656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7" name="椭圆 7">
            <a:extLst>
              <a:ext uri="{FF2B5EF4-FFF2-40B4-BE49-F238E27FC236}">
                <a16:creationId xmlns:a16="http://schemas.microsoft.com/office/drawing/2014/main" id="{B47A3364-2776-6F40-96B3-9012AFFEC355}"/>
              </a:ext>
            </a:extLst>
          </p:cNvPr>
          <p:cNvSpPr/>
          <p:nvPr/>
        </p:nvSpPr>
        <p:spPr>
          <a:xfrm>
            <a:off x="2526982" y="127656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8" name="椭圆 8">
            <a:extLst>
              <a:ext uri="{FF2B5EF4-FFF2-40B4-BE49-F238E27FC236}">
                <a16:creationId xmlns:a16="http://schemas.microsoft.com/office/drawing/2014/main" id="{10050EBA-D1A1-664A-AE5F-16365A83D01C}"/>
              </a:ext>
            </a:extLst>
          </p:cNvPr>
          <p:cNvSpPr/>
          <p:nvPr/>
        </p:nvSpPr>
        <p:spPr>
          <a:xfrm>
            <a:off x="3067404" y="934097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9" name="椭圆 9">
            <a:extLst>
              <a:ext uri="{FF2B5EF4-FFF2-40B4-BE49-F238E27FC236}">
                <a16:creationId xmlns:a16="http://schemas.microsoft.com/office/drawing/2014/main" id="{8A523F4D-7438-D94F-AC4C-A4E0C0F20DEF}"/>
              </a:ext>
            </a:extLst>
          </p:cNvPr>
          <p:cNvSpPr/>
          <p:nvPr/>
        </p:nvSpPr>
        <p:spPr>
          <a:xfrm>
            <a:off x="3069635" y="1584358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10" name="椭圆 10">
            <a:extLst>
              <a:ext uri="{FF2B5EF4-FFF2-40B4-BE49-F238E27FC236}">
                <a16:creationId xmlns:a16="http://schemas.microsoft.com/office/drawing/2014/main" id="{1CDFC093-1AAE-4349-A959-4F060E991894}"/>
              </a:ext>
            </a:extLst>
          </p:cNvPr>
          <p:cNvSpPr/>
          <p:nvPr/>
        </p:nvSpPr>
        <p:spPr>
          <a:xfrm>
            <a:off x="1903610" y="1944966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11" name="椭圆 11">
            <a:extLst>
              <a:ext uri="{FF2B5EF4-FFF2-40B4-BE49-F238E27FC236}">
                <a16:creationId xmlns:a16="http://schemas.microsoft.com/office/drawing/2014/main" id="{CE998284-4D71-5E44-A409-D1C54AFCE5C9}"/>
              </a:ext>
            </a:extLst>
          </p:cNvPr>
          <p:cNvSpPr/>
          <p:nvPr/>
        </p:nvSpPr>
        <p:spPr>
          <a:xfrm>
            <a:off x="3792591" y="1584358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cxnSp>
        <p:nvCxnSpPr>
          <p:cNvPr id="12" name="直线连接符 13">
            <a:extLst>
              <a:ext uri="{FF2B5EF4-FFF2-40B4-BE49-F238E27FC236}">
                <a16:creationId xmlns:a16="http://schemas.microsoft.com/office/drawing/2014/main" id="{A220AA29-C51E-774D-B63B-FB074EB5974A}"/>
              </a:ext>
            </a:extLst>
          </p:cNvPr>
          <p:cNvCxnSpPr>
            <a:cxnSpLocks/>
            <a:stCxn id="4" idx="6"/>
            <a:endCxn id="6" idx="1"/>
          </p:cNvCxnSpPr>
          <p:nvPr/>
        </p:nvCxnSpPr>
        <p:spPr>
          <a:xfrm>
            <a:off x="1689431" y="1115340"/>
            <a:ext cx="266989" cy="2140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7">
            <a:extLst>
              <a:ext uri="{FF2B5EF4-FFF2-40B4-BE49-F238E27FC236}">
                <a16:creationId xmlns:a16="http://schemas.microsoft.com/office/drawing/2014/main" id="{068D53B0-C059-6046-9D98-C0351333FBF6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1509127" y="1295644"/>
            <a:ext cx="0" cy="3415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20">
            <a:extLst>
              <a:ext uri="{FF2B5EF4-FFF2-40B4-BE49-F238E27FC236}">
                <a16:creationId xmlns:a16="http://schemas.microsoft.com/office/drawing/2014/main" id="{51988BBC-5FD7-6340-9758-0644185AF155}"/>
              </a:ext>
            </a:extLst>
          </p:cNvPr>
          <p:cNvCxnSpPr>
            <a:cxnSpLocks/>
            <a:stCxn id="6" idx="3"/>
            <a:endCxn id="5" idx="6"/>
          </p:cNvCxnSpPr>
          <p:nvPr/>
        </p:nvCxnSpPr>
        <p:spPr>
          <a:xfrm flipH="1">
            <a:off x="1689431" y="1584358"/>
            <a:ext cx="266989" cy="2331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24">
            <a:extLst>
              <a:ext uri="{FF2B5EF4-FFF2-40B4-BE49-F238E27FC236}">
                <a16:creationId xmlns:a16="http://schemas.microsoft.com/office/drawing/2014/main" id="{A4BFEDAF-A192-4F42-9A44-E630FA323538}"/>
              </a:ext>
            </a:extLst>
          </p:cNvPr>
          <p:cNvCxnSpPr>
            <a:cxnSpLocks/>
            <a:stCxn id="7" idx="2"/>
            <a:endCxn id="6" idx="6"/>
          </p:cNvCxnSpPr>
          <p:nvPr/>
        </p:nvCxnSpPr>
        <p:spPr>
          <a:xfrm flipH="1">
            <a:off x="2264218" y="1456864"/>
            <a:ext cx="2627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28">
            <a:extLst>
              <a:ext uri="{FF2B5EF4-FFF2-40B4-BE49-F238E27FC236}">
                <a16:creationId xmlns:a16="http://schemas.microsoft.com/office/drawing/2014/main" id="{AFC88420-A80D-C440-900F-803B10983DB7}"/>
              </a:ext>
            </a:extLst>
          </p:cNvPr>
          <p:cNvCxnSpPr>
            <a:cxnSpLocks/>
            <a:stCxn id="8" idx="2"/>
            <a:endCxn id="7" idx="7"/>
          </p:cNvCxnSpPr>
          <p:nvPr/>
        </p:nvCxnSpPr>
        <p:spPr>
          <a:xfrm flipH="1">
            <a:off x="2834780" y="1114401"/>
            <a:ext cx="232624" cy="2149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31">
            <a:extLst>
              <a:ext uri="{FF2B5EF4-FFF2-40B4-BE49-F238E27FC236}">
                <a16:creationId xmlns:a16="http://schemas.microsoft.com/office/drawing/2014/main" id="{A88FEF78-8985-1B48-A2DB-D970AFDB2ADC}"/>
              </a:ext>
            </a:extLst>
          </p:cNvPr>
          <p:cNvCxnSpPr>
            <a:cxnSpLocks/>
            <a:stCxn id="9" idx="2"/>
            <a:endCxn id="7" idx="5"/>
          </p:cNvCxnSpPr>
          <p:nvPr/>
        </p:nvCxnSpPr>
        <p:spPr>
          <a:xfrm flipH="1" flipV="1">
            <a:off x="2834780" y="1584358"/>
            <a:ext cx="234855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34">
            <a:extLst>
              <a:ext uri="{FF2B5EF4-FFF2-40B4-BE49-F238E27FC236}">
                <a16:creationId xmlns:a16="http://schemas.microsoft.com/office/drawing/2014/main" id="{5C986B78-CE56-5241-90C7-FC7FB693E5DB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H="1" flipV="1">
            <a:off x="3247708" y="1294705"/>
            <a:ext cx="2231" cy="2896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37">
            <a:extLst>
              <a:ext uri="{FF2B5EF4-FFF2-40B4-BE49-F238E27FC236}">
                <a16:creationId xmlns:a16="http://schemas.microsoft.com/office/drawing/2014/main" id="{60CB792F-F5E5-F64B-A403-D7AA50F7F7A5}"/>
              </a:ext>
            </a:extLst>
          </p:cNvPr>
          <p:cNvCxnSpPr>
            <a:cxnSpLocks/>
            <a:stCxn id="11" idx="1"/>
            <a:endCxn id="8" idx="5"/>
          </p:cNvCxnSpPr>
          <p:nvPr/>
        </p:nvCxnSpPr>
        <p:spPr>
          <a:xfrm flipH="1" flipV="1">
            <a:off x="3375202" y="1241895"/>
            <a:ext cx="470199" cy="3952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40">
            <a:extLst>
              <a:ext uri="{FF2B5EF4-FFF2-40B4-BE49-F238E27FC236}">
                <a16:creationId xmlns:a16="http://schemas.microsoft.com/office/drawing/2014/main" id="{E113F614-2AD4-AB43-8F44-A3A0B91FF4C3}"/>
              </a:ext>
            </a:extLst>
          </p:cNvPr>
          <p:cNvCxnSpPr>
            <a:cxnSpLocks/>
            <a:stCxn id="11" idx="2"/>
            <a:endCxn id="9" idx="6"/>
          </p:cNvCxnSpPr>
          <p:nvPr/>
        </p:nvCxnSpPr>
        <p:spPr>
          <a:xfrm flipH="1">
            <a:off x="3430243" y="1764662"/>
            <a:ext cx="3623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50">
            <a:extLst>
              <a:ext uri="{FF2B5EF4-FFF2-40B4-BE49-F238E27FC236}">
                <a16:creationId xmlns:a16="http://schemas.microsoft.com/office/drawing/2014/main" id="{15B8B8DE-D177-874F-B929-1BF85AA198A0}"/>
              </a:ext>
            </a:extLst>
          </p:cNvPr>
          <p:cNvCxnSpPr>
            <a:cxnSpLocks/>
            <a:stCxn id="10" idx="0"/>
            <a:endCxn id="6" idx="4"/>
          </p:cNvCxnSpPr>
          <p:nvPr/>
        </p:nvCxnSpPr>
        <p:spPr>
          <a:xfrm flipV="1">
            <a:off x="2083914" y="1637168"/>
            <a:ext cx="0" cy="3077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53">
            <a:extLst>
              <a:ext uri="{FF2B5EF4-FFF2-40B4-BE49-F238E27FC236}">
                <a16:creationId xmlns:a16="http://schemas.microsoft.com/office/drawing/2014/main" id="{915F54CE-97F5-1D4F-8A4D-00D88AD320F6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2211408" y="1584358"/>
            <a:ext cx="368384" cy="4134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56">
            <a:extLst>
              <a:ext uri="{FF2B5EF4-FFF2-40B4-BE49-F238E27FC236}">
                <a16:creationId xmlns:a16="http://schemas.microsoft.com/office/drawing/2014/main" id="{8C9E0C10-2122-0544-BF27-8BD0D86AE5A8}"/>
              </a:ext>
            </a:extLst>
          </p:cNvPr>
          <p:cNvCxnSpPr>
            <a:cxnSpLocks/>
            <a:stCxn id="24" idx="0"/>
            <a:endCxn id="7" idx="4"/>
          </p:cNvCxnSpPr>
          <p:nvPr/>
        </p:nvCxnSpPr>
        <p:spPr>
          <a:xfrm flipV="1">
            <a:off x="2705212" y="1637168"/>
            <a:ext cx="2074" cy="3371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59">
            <a:extLst>
              <a:ext uri="{FF2B5EF4-FFF2-40B4-BE49-F238E27FC236}">
                <a16:creationId xmlns:a16="http://schemas.microsoft.com/office/drawing/2014/main" id="{93FDE2B3-6E6E-964A-A4CB-C2AFD503AFF5}"/>
              </a:ext>
            </a:extLst>
          </p:cNvPr>
          <p:cNvSpPr/>
          <p:nvPr/>
        </p:nvSpPr>
        <p:spPr>
          <a:xfrm>
            <a:off x="2524908" y="197433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</a:t>
            </a:r>
            <a:endParaRPr kumimoji="1" lang="zh-CN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F7246F-1A5E-0A40-AD50-7FB2BEFBCB92}"/>
              </a:ext>
            </a:extLst>
          </p:cNvPr>
          <p:cNvSpPr txBox="1"/>
          <p:nvPr/>
        </p:nvSpPr>
        <p:spPr>
          <a:xfrm>
            <a:off x="953398" y="941830"/>
            <a:ext cx="453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D597EC-70C3-2442-8625-5CDEDCEE5D3A}"/>
              </a:ext>
            </a:extLst>
          </p:cNvPr>
          <p:cNvSpPr txBox="1"/>
          <p:nvPr/>
        </p:nvSpPr>
        <p:spPr>
          <a:xfrm>
            <a:off x="968793" y="1602209"/>
            <a:ext cx="453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A15DAA-C414-9049-BF72-34CC61B002DE}"/>
              </a:ext>
            </a:extLst>
          </p:cNvPr>
          <p:cNvSpPr txBox="1"/>
          <p:nvPr/>
        </p:nvSpPr>
        <p:spPr>
          <a:xfrm>
            <a:off x="1891182" y="937995"/>
            <a:ext cx="453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FFD78E-A7BD-D441-8C97-17F60FA57A74}"/>
              </a:ext>
            </a:extLst>
          </p:cNvPr>
          <p:cNvSpPr txBox="1"/>
          <p:nvPr/>
        </p:nvSpPr>
        <p:spPr>
          <a:xfrm>
            <a:off x="1560173" y="1969968"/>
            <a:ext cx="453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88F7CC-CC4B-454F-ADA0-7EC869A69C5A}"/>
              </a:ext>
            </a:extLst>
          </p:cNvPr>
          <p:cNvSpPr txBox="1"/>
          <p:nvPr/>
        </p:nvSpPr>
        <p:spPr>
          <a:xfrm>
            <a:off x="2844769" y="1957507"/>
            <a:ext cx="453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E2F2DF-5B76-504E-A241-B98CA18E0C77}"/>
              </a:ext>
            </a:extLst>
          </p:cNvPr>
          <p:cNvSpPr txBox="1"/>
          <p:nvPr/>
        </p:nvSpPr>
        <p:spPr>
          <a:xfrm>
            <a:off x="2504444" y="920292"/>
            <a:ext cx="453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65CD4A-92B8-5F4B-90A0-6809C3B7EF74}"/>
              </a:ext>
            </a:extLst>
          </p:cNvPr>
          <p:cNvSpPr txBox="1"/>
          <p:nvPr/>
        </p:nvSpPr>
        <p:spPr>
          <a:xfrm>
            <a:off x="3409829" y="885534"/>
            <a:ext cx="453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765A39-ED6D-CF43-8947-D2793BF66983}"/>
              </a:ext>
            </a:extLst>
          </p:cNvPr>
          <p:cNvSpPr txBox="1"/>
          <p:nvPr/>
        </p:nvSpPr>
        <p:spPr>
          <a:xfrm>
            <a:off x="3288247" y="1772841"/>
            <a:ext cx="453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DD6735-DEAC-2046-8894-B4563ABA28BD}"/>
              </a:ext>
            </a:extLst>
          </p:cNvPr>
          <p:cNvSpPr txBox="1"/>
          <p:nvPr/>
        </p:nvSpPr>
        <p:spPr>
          <a:xfrm>
            <a:off x="3792030" y="1254865"/>
            <a:ext cx="453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v8</a:t>
            </a:r>
          </a:p>
        </p:txBody>
      </p:sp>
    </p:spTree>
    <p:extLst>
      <p:ext uri="{BB962C8B-B14F-4D97-AF65-F5344CB8AC3E}">
        <p14:creationId xmlns:p14="http://schemas.microsoft.com/office/powerpoint/2010/main" val="3471866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6D257C6C-BAA5-2C4A-B830-8963423EE1DF}"/>
              </a:ext>
            </a:extLst>
          </p:cNvPr>
          <p:cNvSpPr/>
          <p:nvPr/>
        </p:nvSpPr>
        <p:spPr>
          <a:xfrm>
            <a:off x="1174428" y="1531888"/>
            <a:ext cx="360608" cy="360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b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2BC9FE6-0875-C14C-998C-3AFD8A6CC396}"/>
              </a:ext>
            </a:extLst>
          </p:cNvPr>
          <p:cNvSpPr/>
          <p:nvPr/>
        </p:nvSpPr>
        <p:spPr>
          <a:xfrm>
            <a:off x="815238" y="2069059"/>
            <a:ext cx="360608" cy="360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FCB46FE-8FFB-C340-A93E-BDA9584F04CE}"/>
              </a:ext>
            </a:extLst>
          </p:cNvPr>
          <p:cNvSpPr/>
          <p:nvPr/>
        </p:nvSpPr>
        <p:spPr>
          <a:xfrm>
            <a:off x="1535036" y="2071366"/>
            <a:ext cx="360608" cy="360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b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162C5158-F359-504A-9F65-0CB6A4FEB704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>
          <a:xfrm>
            <a:off x="1482226" y="1839686"/>
            <a:ext cx="233114" cy="2316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49420D3D-E32F-0B44-B4D8-FDF0318F4F92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995542" y="1839686"/>
            <a:ext cx="231696" cy="2293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ECC77202-31D5-484C-80D3-D4A0B330D5CB}"/>
              </a:ext>
            </a:extLst>
          </p:cNvPr>
          <p:cNvCxnSpPr>
            <a:cxnSpLocks/>
            <a:stCxn id="6" idx="2"/>
            <a:endCxn id="5" idx="6"/>
          </p:cNvCxnSpPr>
          <p:nvPr/>
        </p:nvCxnSpPr>
        <p:spPr>
          <a:xfrm flipH="1" flipV="1">
            <a:off x="1175846" y="2249363"/>
            <a:ext cx="359190" cy="23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936F11C-5994-B64A-B269-240BBD2EEBF5}"/>
              </a:ext>
            </a:extLst>
          </p:cNvPr>
          <p:cNvSpPr txBox="1"/>
          <p:nvPr/>
        </p:nvSpPr>
        <p:spPr>
          <a:xfrm>
            <a:off x="778264" y="2383121"/>
            <a:ext cx="453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7AB7A3-74AE-2F4F-BCAD-64497E37EB48}"/>
              </a:ext>
            </a:extLst>
          </p:cNvPr>
          <p:cNvSpPr txBox="1"/>
          <p:nvPr/>
        </p:nvSpPr>
        <p:spPr>
          <a:xfrm>
            <a:off x="773483" y="1480589"/>
            <a:ext cx="453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D47636-E99B-7E4A-9F36-F0A4B90100CE}"/>
              </a:ext>
            </a:extLst>
          </p:cNvPr>
          <p:cNvSpPr txBox="1"/>
          <p:nvPr/>
        </p:nvSpPr>
        <p:spPr>
          <a:xfrm>
            <a:off x="1535036" y="2379164"/>
            <a:ext cx="453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</a:t>
            </a:r>
          </a:p>
        </p:txBody>
      </p:sp>
    </p:spTree>
    <p:extLst>
      <p:ext uri="{BB962C8B-B14F-4D97-AF65-F5344CB8AC3E}">
        <p14:creationId xmlns:p14="http://schemas.microsoft.com/office/powerpoint/2010/main" val="1865194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4">
            <a:extLst>
              <a:ext uri="{FF2B5EF4-FFF2-40B4-BE49-F238E27FC236}">
                <a16:creationId xmlns:a16="http://schemas.microsoft.com/office/drawing/2014/main" id="{F7F705FE-2926-F040-A1A0-BB4FF92FE3F7}"/>
              </a:ext>
            </a:extLst>
          </p:cNvPr>
          <p:cNvSpPr/>
          <p:nvPr/>
        </p:nvSpPr>
        <p:spPr>
          <a:xfrm>
            <a:off x="1311366" y="1278039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v0</a:t>
            </a:r>
            <a:endParaRPr kumimoji="1" lang="zh-CN" altLang="en-US" dirty="0"/>
          </a:p>
        </p:txBody>
      </p:sp>
      <p:sp>
        <p:nvSpPr>
          <p:cNvPr id="5" name="椭圆 5">
            <a:extLst>
              <a:ext uri="{FF2B5EF4-FFF2-40B4-BE49-F238E27FC236}">
                <a16:creationId xmlns:a16="http://schemas.microsoft.com/office/drawing/2014/main" id="{EB1D940B-DD9F-044C-9A49-6F8CB2014C32}"/>
              </a:ext>
            </a:extLst>
          </p:cNvPr>
          <p:cNvSpPr/>
          <p:nvPr/>
        </p:nvSpPr>
        <p:spPr>
          <a:xfrm>
            <a:off x="1311366" y="1818951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v1</a:t>
            </a:r>
            <a:endParaRPr kumimoji="1" lang="zh-CN" altLang="en-US" dirty="0"/>
          </a:p>
        </p:txBody>
      </p:sp>
      <p:sp>
        <p:nvSpPr>
          <p:cNvPr id="6" name="椭圆 6">
            <a:extLst>
              <a:ext uri="{FF2B5EF4-FFF2-40B4-BE49-F238E27FC236}">
                <a16:creationId xmlns:a16="http://schemas.microsoft.com/office/drawing/2014/main" id="{82E573C7-F94E-6F4D-A8F0-A7BCDB9D4F43}"/>
              </a:ext>
            </a:extLst>
          </p:cNvPr>
          <p:cNvSpPr/>
          <p:nvPr/>
        </p:nvSpPr>
        <p:spPr>
          <a:xfrm>
            <a:off x="1752658" y="154849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v2</a:t>
            </a:r>
            <a:endParaRPr kumimoji="1" lang="zh-CN" altLang="en-US" dirty="0"/>
          </a:p>
        </p:txBody>
      </p:sp>
      <p:sp>
        <p:nvSpPr>
          <p:cNvPr id="7" name="椭圆 7">
            <a:extLst>
              <a:ext uri="{FF2B5EF4-FFF2-40B4-BE49-F238E27FC236}">
                <a16:creationId xmlns:a16="http://schemas.microsoft.com/office/drawing/2014/main" id="{452748A7-AF9F-844C-9B83-67CAFAE2CC35}"/>
              </a:ext>
            </a:extLst>
          </p:cNvPr>
          <p:cNvSpPr/>
          <p:nvPr/>
        </p:nvSpPr>
        <p:spPr>
          <a:xfrm>
            <a:off x="2291339" y="154849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v5</a:t>
            </a:r>
            <a:endParaRPr kumimoji="1" lang="zh-CN" altLang="en-US" dirty="0"/>
          </a:p>
        </p:txBody>
      </p:sp>
      <p:sp>
        <p:nvSpPr>
          <p:cNvPr id="8" name="椭圆 8">
            <a:extLst>
              <a:ext uri="{FF2B5EF4-FFF2-40B4-BE49-F238E27FC236}">
                <a16:creationId xmlns:a16="http://schemas.microsoft.com/office/drawing/2014/main" id="{D1DDF391-65CC-C94F-A521-A8F78B6D476B}"/>
              </a:ext>
            </a:extLst>
          </p:cNvPr>
          <p:cNvSpPr/>
          <p:nvPr/>
        </p:nvSpPr>
        <p:spPr>
          <a:xfrm>
            <a:off x="2760948" y="1297709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v6</a:t>
            </a:r>
            <a:endParaRPr kumimoji="1" lang="zh-CN" altLang="en-US" dirty="0"/>
          </a:p>
        </p:txBody>
      </p:sp>
      <p:sp>
        <p:nvSpPr>
          <p:cNvPr id="9" name="椭圆 9">
            <a:extLst>
              <a:ext uri="{FF2B5EF4-FFF2-40B4-BE49-F238E27FC236}">
                <a16:creationId xmlns:a16="http://schemas.microsoft.com/office/drawing/2014/main" id="{DD10F3CA-7368-D04F-A286-E5579732642D}"/>
              </a:ext>
            </a:extLst>
          </p:cNvPr>
          <p:cNvSpPr/>
          <p:nvPr/>
        </p:nvSpPr>
        <p:spPr>
          <a:xfrm>
            <a:off x="2756789" y="1760443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v7</a:t>
            </a:r>
            <a:endParaRPr kumimoji="1" lang="zh-CN" altLang="en-US" dirty="0"/>
          </a:p>
        </p:txBody>
      </p:sp>
      <p:sp>
        <p:nvSpPr>
          <p:cNvPr id="10" name="椭圆 10">
            <a:extLst>
              <a:ext uri="{FF2B5EF4-FFF2-40B4-BE49-F238E27FC236}">
                <a16:creationId xmlns:a16="http://schemas.microsoft.com/office/drawing/2014/main" id="{E486759C-8370-954C-8282-ACB4D0044DD9}"/>
              </a:ext>
            </a:extLst>
          </p:cNvPr>
          <p:cNvSpPr/>
          <p:nvPr/>
        </p:nvSpPr>
        <p:spPr>
          <a:xfrm>
            <a:off x="1758885" y="205485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v3</a:t>
            </a:r>
            <a:endParaRPr kumimoji="1" lang="zh-CN" altLang="en-US" dirty="0"/>
          </a:p>
        </p:txBody>
      </p:sp>
      <p:sp>
        <p:nvSpPr>
          <p:cNvPr id="11" name="椭圆 11">
            <a:extLst>
              <a:ext uri="{FF2B5EF4-FFF2-40B4-BE49-F238E27FC236}">
                <a16:creationId xmlns:a16="http://schemas.microsoft.com/office/drawing/2014/main" id="{60B4F25C-8E1B-CF4A-A3F2-C303602572A8}"/>
              </a:ext>
            </a:extLst>
          </p:cNvPr>
          <p:cNvSpPr/>
          <p:nvPr/>
        </p:nvSpPr>
        <p:spPr>
          <a:xfrm>
            <a:off x="3275049" y="1760443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v8</a:t>
            </a:r>
            <a:endParaRPr kumimoji="1" lang="zh-CN" altLang="en-US" dirty="0"/>
          </a:p>
        </p:txBody>
      </p:sp>
      <p:cxnSp>
        <p:nvCxnSpPr>
          <p:cNvPr id="12" name="直线连接符 13">
            <a:extLst>
              <a:ext uri="{FF2B5EF4-FFF2-40B4-BE49-F238E27FC236}">
                <a16:creationId xmlns:a16="http://schemas.microsoft.com/office/drawing/2014/main" id="{C4A23ED3-2335-8F48-8F2F-D08421F3F078}"/>
              </a:ext>
            </a:extLst>
          </p:cNvPr>
          <p:cNvCxnSpPr>
            <a:cxnSpLocks/>
            <a:stCxn id="4" idx="6"/>
            <a:endCxn id="6" idx="1"/>
          </p:cNvCxnSpPr>
          <p:nvPr/>
        </p:nvCxnSpPr>
        <p:spPr>
          <a:xfrm>
            <a:off x="1671974" y="1458343"/>
            <a:ext cx="133494" cy="142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7">
            <a:extLst>
              <a:ext uri="{FF2B5EF4-FFF2-40B4-BE49-F238E27FC236}">
                <a16:creationId xmlns:a16="http://schemas.microsoft.com/office/drawing/2014/main" id="{6C2571C5-42CA-964B-8013-925E0E8FEABB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1491670" y="1638647"/>
            <a:ext cx="0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20">
            <a:extLst>
              <a:ext uri="{FF2B5EF4-FFF2-40B4-BE49-F238E27FC236}">
                <a16:creationId xmlns:a16="http://schemas.microsoft.com/office/drawing/2014/main" id="{8CC6C075-A84D-BA4E-8994-E94170DE53C0}"/>
              </a:ext>
            </a:extLst>
          </p:cNvPr>
          <p:cNvCxnSpPr>
            <a:cxnSpLocks/>
            <a:stCxn id="6" idx="3"/>
            <a:endCxn id="5" idx="6"/>
          </p:cNvCxnSpPr>
          <p:nvPr/>
        </p:nvCxnSpPr>
        <p:spPr>
          <a:xfrm flipH="1">
            <a:off x="1671974" y="1856293"/>
            <a:ext cx="133494" cy="142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24">
            <a:extLst>
              <a:ext uri="{FF2B5EF4-FFF2-40B4-BE49-F238E27FC236}">
                <a16:creationId xmlns:a16="http://schemas.microsoft.com/office/drawing/2014/main" id="{FF235007-688F-6F40-9AB0-7B250AB112C5}"/>
              </a:ext>
            </a:extLst>
          </p:cNvPr>
          <p:cNvCxnSpPr>
            <a:cxnSpLocks/>
            <a:stCxn id="7" idx="2"/>
            <a:endCxn id="6" idx="6"/>
          </p:cNvCxnSpPr>
          <p:nvPr/>
        </p:nvCxnSpPr>
        <p:spPr>
          <a:xfrm flipH="1">
            <a:off x="2113266" y="1728799"/>
            <a:ext cx="1780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28">
            <a:extLst>
              <a:ext uri="{FF2B5EF4-FFF2-40B4-BE49-F238E27FC236}">
                <a16:creationId xmlns:a16="http://schemas.microsoft.com/office/drawing/2014/main" id="{578CF292-9435-B748-B200-F3869D7AACA7}"/>
              </a:ext>
            </a:extLst>
          </p:cNvPr>
          <p:cNvCxnSpPr>
            <a:cxnSpLocks/>
            <a:stCxn id="8" idx="2"/>
            <a:endCxn id="7" idx="7"/>
          </p:cNvCxnSpPr>
          <p:nvPr/>
        </p:nvCxnSpPr>
        <p:spPr>
          <a:xfrm flipH="1">
            <a:off x="2599137" y="1478013"/>
            <a:ext cx="161811" cy="1232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31">
            <a:extLst>
              <a:ext uri="{FF2B5EF4-FFF2-40B4-BE49-F238E27FC236}">
                <a16:creationId xmlns:a16="http://schemas.microsoft.com/office/drawing/2014/main" id="{26C02BBF-015B-9141-A28B-FD3E237FC658}"/>
              </a:ext>
            </a:extLst>
          </p:cNvPr>
          <p:cNvCxnSpPr>
            <a:cxnSpLocks/>
            <a:stCxn id="9" idx="2"/>
            <a:endCxn id="7" idx="5"/>
          </p:cNvCxnSpPr>
          <p:nvPr/>
        </p:nvCxnSpPr>
        <p:spPr>
          <a:xfrm flipH="1" flipV="1">
            <a:off x="2599137" y="1856293"/>
            <a:ext cx="157652" cy="844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34">
            <a:extLst>
              <a:ext uri="{FF2B5EF4-FFF2-40B4-BE49-F238E27FC236}">
                <a16:creationId xmlns:a16="http://schemas.microsoft.com/office/drawing/2014/main" id="{ABD59EC6-9B46-8546-B3CA-4BA2733A94DE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V="1">
            <a:off x="2937093" y="1658317"/>
            <a:ext cx="4159" cy="1021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37">
            <a:extLst>
              <a:ext uri="{FF2B5EF4-FFF2-40B4-BE49-F238E27FC236}">
                <a16:creationId xmlns:a16="http://schemas.microsoft.com/office/drawing/2014/main" id="{FE8FC28A-5AFF-DF4A-B528-BF742F4613FD}"/>
              </a:ext>
            </a:extLst>
          </p:cNvPr>
          <p:cNvCxnSpPr>
            <a:cxnSpLocks/>
            <a:stCxn id="11" idx="1"/>
            <a:endCxn id="8" idx="5"/>
          </p:cNvCxnSpPr>
          <p:nvPr/>
        </p:nvCxnSpPr>
        <p:spPr>
          <a:xfrm flipH="1" flipV="1">
            <a:off x="3068746" y="1605507"/>
            <a:ext cx="259113" cy="2077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40">
            <a:extLst>
              <a:ext uri="{FF2B5EF4-FFF2-40B4-BE49-F238E27FC236}">
                <a16:creationId xmlns:a16="http://schemas.microsoft.com/office/drawing/2014/main" id="{269D98AC-3FDE-0C47-9849-AFCBADD9399D}"/>
              </a:ext>
            </a:extLst>
          </p:cNvPr>
          <p:cNvCxnSpPr>
            <a:cxnSpLocks/>
            <a:stCxn id="11" idx="2"/>
            <a:endCxn id="9" idx="6"/>
          </p:cNvCxnSpPr>
          <p:nvPr/>
        </p:nvCxnSpPr>
        <p:spPr>
          <a:xfrm flipH="1">
            <a:off x="3117397" y="1940747"/>
            <a:ext cx="1576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50">
            <a:extLst>
              <a:ext uri="{FF2B5EF4-FFF2-40B4-BE49-F238E27FC236}">
                <a16:creationId xmlns:a16="http://schemas.microsoft.com/office/drawing/2014/main" id="{42AE9D2F-D51B-2C49-AC5A-62E1A4650706}"/>
              </a:ext>
            </a:extLst>
          </p:cNvPr>
          <p:cNvCxnSpPr>
            <a:cxnSpLocks/>
            <a:stCxn id="10" idx="0"/>
            <a:endCxn id="6" idx="4"/>
          </p:cNvCxnSpPr>
          <p:nvPr/>
        </p:nvCxnSpPr>
        <p:spPr>
          <a:xfrm flipH="1" flipV="1">
            <a:off x="1932962" y="1909103"/>
            <a:ext cx="6227" cy="145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53">
            <a:extLst>
              <a:ext uri="{FF2B5EF4-FFF2-40B4-BE49-F238E27FC236}">
                <a16:creationId xmlns:a16="http://schemas.microsoft.com/office/drawing/2014/main" id="{9F41EB0E-3433-C24C-8DB1-1CE626DA4888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2066683" y="1856293"/>
            <a:ext cx="277466" cy="2513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56">
            <a:extLst>
              <a:ext uri="{FF2B5EF4-FFF2-40B4-BE49-F238E27FC236}">
                <a16:creationId xmlns:a16="http://schemas.microsoft.com/office/drawing/2014/main" id="{41BAE39B-1092-6741-A2CA-51AAA82DD25F}"/>
              </a:ext>
            </a:extLst>
          </p:cNvPr>
          <p:cNvCxnSpPr>
            <a:cxnSpLocks/>
            <a:stCxn id="24" idx="0"/>
            <a:endCxn id="7" idx="4"/>
          </p:cNvCxnSpPr>
          <p:nvPr/>
        </p:nvCxnSpPr>
        <p:spPr>
          <a:xfrm flipH="1" flipV="1">
            <a:off x="2471643" y="1909103"/>
            <a:ext cx="6227" cy="145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59">
            <a:extLst>
              <a:ext uri="{FF2B5EF4-FFF2-40B4-BE49-F238E27FC236}">
                <a16:creationId xmlns:a16="http://schemas.microsoft.com/office/drawing/2014/main" id="{BAF92BB4-8CB8-EB41-8443-AD377605CD83}"/>
              </a:ext>
            </a:extLst>
          </p:cNvPr>
          <p:cNvSpPr/>
          <p:nvPr/>
        </p:nvSpPr>
        <p:spPr>
          <a:xfrm>
            <a:off x="2297566" y="205485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v4</a:t>
            </a:r>
            <a:endParaRPr kumimoji="1" lang="zh-CN" alt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21B9E70-10C4-E34E-9DF5-FE554E541BAF}"/>
              </a:ext>
            </a:extLst>
          </p:cNvPr>
          <p:cNvSpPr/>
          <p:nvPr/>
        </p:nvSpPr>
        <p:spPr>
          <a:xfrm>
            <a:off x="1193505" y="1183262"/>
            <a:ext cx="2533136" cy="134688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US"/>
          </a:p>
        </p:txBody>
      </p:sp>
      <p:sp>
        <p:nvSpPr>
          <p:cNvPr id="67" name="椭圆 4">
            <a:extLst>
              <a:ext uri="{FF2B5EF4-FFF2-40B4-BE49-F238E27FC236}">
                <a16:creationId xmlns:a16="http://schemas.microsoft.com/office/drawing/2014/main" id="{9D828530-73FD-394C-A6AB-FD126E2A0A11}"/>
              </a:ext>
            </a:extLst>
          </p:cNvPr>
          <p:cNvSpPr/>
          <p:nvPr/>
        </p:nvSpPr>
        <p:spPr>
          <a:xfrm>
            <a:off x="4324232" y="1277627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v0</a:t>
            </a:r>
            <a:endParaRPr kumimoji="1" lang="zh-CN" altLang="en-US" dirty="0"/>
          </a:p>
        </p:txBody>
      </p:sp>
      <p:sp>
        <p:nvSpPr>
          <p:cNvPr id="68" name="椭圆 5">
            <a:extLst>
              <a:ext uri="{FF2B5EF4-FFF2-40B4-BE49-F238E27FC236}">
                <a16:creationId xmlns:a16="http://schemas.microsoft.com/office/drawing/2014/main" id="{E03ACB30-C497-0444-B3C8-67BDA7254ECA}"/>
              </a:ext>
            </a:extLst>
          </p:cNvPr>
          <p:cNvSpPr/>
          <p:nvPr/>
        </p:nvSpPr>
        <p:spPr>
          <a:xfrm>
            <a:off x="4324232" y="1818539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v1</a:t>
            </a:r>
            <a:endParaRPr kumimoji="1" lang="zh-CN" altLang="en-US" dirty="0"/>
          </a:p>
        </p:txBody>
      </p:sp>
      <p:sp>
        <p:nvSpPr>
          <p:cNvPr id="69" name="椭圆 6">
            <a:extLst>
              <a:ext uri="{FF2B5EF4-FFF2-40B4-BE49-F238E27FC236}">
                <a16:creationId xmlns:a16="http://schemas.microsoft.com/office/drawing/2014/main" id="{1E31412A-40B3-2342-AAD9-270C06619A7F}"/>
              </a:ext>
            </a:extLst>
          </p:cNvPr>
          <p:cNvSpPr/>
          <p:nvPr/>
        </p:nvSpPr>
        <p:spPr>
          <a:xfrm>
            <a:off x="4765524" y="1548083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v2</a:t>
            </a:r>
            <a:endParaRPr kumimoji="1" lang="zh-CN" altLang="en-US" dirty="0"/>
          </a:p>
        </p:txBody>
      </p:sp>
      <p:sp>
        <p:nvSpPr>
          <p:cNvPr id="70" name="椭圆 7">
            <a:extLst>
              <a:ext uri="{FF2B5EF4-FFF2-40B4-BE49-F238E27FC236}">
                <a16:creationId xmlns:a16="http://schemas.microsoft.com/office/drawing/2014/main" id="{CD20B80B-4379-A342-B3FA-A081BAF4072D}"/>
              </a:ext>
            </a:extLst>
          </p:cNvPr>
          <p:cNvSpPr/>
          <p:nvPr/>
        </p:nvSpPr>
        <p:spPr>
          <a:xfrm>
            <a:off x="5304205" y="1548083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v5</a:t>
            </a:r>
            <a:endParaRPr kumimoji="1" lang="zh-CN" altLang="en-US" dirty="0"/>
          </a:p>
        </p:txBody>
      </p:sp>
      <p:sp>
        <p:nvSpPr>
          <p:cNvPr id="71" name="椭圆 8">
            <a:extLst>
              <a:ext uri="{FF2B5EF4-FFF2-40B4-BE49-F238E27FC236}">
                <a16:creationId xmlns:a16="http://schemas.microsoft.com/office/drawing/2014/main" id="{03EB2ED3-D97D-0747-A519-96D6897FA274}"/>
              </a:ext>
            </a:extLst>
          </p:cNvPr>
          <p:cNvSpPr/>
          <p:nvPr/>
        </p:nvSpPr>
        <p:spPr>
          <a:xfrm>
            <a:off x="5773814" y="1297297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v6</a:t>
            </a:r>
            <a:endParaRPr kumimoji="1" lang="zh-CN" altLang="en-US" dirty="0"/>
          </a:p>
        </p:txBody>
      </p:sp>
      <p:sp>
        <p:nvSpPr>
          <p:cNvPr id="72" name="椭圆 9">
            <a:extLst>
              <a:ext uri="{FF2B5EF4-FFF2-40B4-BE49-F238E27FC236}">
                <a16:creationId xmlns:a16="http://schemas.microsoft.com/office/drawing/2014/main" id="{3212622A-260C-D949-B54F-8274F037F879}"/>
              </a:ext>
            </a:extLst>
          </p:cNvPr>
          <p:cNvSpPr/>
          <p:nvPr/>
        </p:nvSpPr>
        <p:spPr>
          <a:xfrm>
            <a:off x="5769655" y="1760031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v7</a:t>
            </a:r>
            <a:endParaRPr kumimoji="1" lang="zh-CN" altLang="en-US" dirty="0"/>
          </a:p>
        </p:txBody>
      </p:sp>
      <p:sp>
        <p:nvSpPr>
          <p:cNvPr id="73" name="椭圆 10">
            <a:extLst>
              <a:ext uri="{FF2B5EF4-FFF2-40B4-BE49-F238E27FC236}">
                <a16:creationId xmlns:a16="http://schemas.microsoft.com/office/drawing/2014/main" id="{0D71B6FB-FE58-1C44-A9D0-1A7E41F00F4C}"/>
              </a:ext>
            </a:extLst>
          </p:cNvPr>
          <p:cNvSpPr/>
          <p:nvPr/>
        </p:nvSpPr>
        <p:spPr>
          <a:xfrm>
            <a:off x="4771751" y="2054443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v3</a:t>
            </a:r>
            <a:endParaRPr kumimoji="1" lang="zh-CN" altLang="en-US" dirty="0"/>
          </a:p>
        </p:txBody>
      </p:sp>
      <p:sp>
        <p:nvSpPr>
          <p:cNvPr id="74" name="椭圆 11">
            <a:extLst>
              <a:ext uri="{FF2B5EF4-FFF2-40B4-BE49-F238E27FC236}">
                <a16:creationId xmlns:a16="http://schemas.microsoft.com/office/drawing/2014/main" id="{0672366F-4251-7243-ADF3-8EDE93EFDA5E}"/>
              </a:ext>
            </a:extLst>
          </p:cNvPr>
          <p:cNvSpPr/>
          <p:nvPr/>
        </p:nvSpPr>
        <p:spPr>
          <a:xfrm>
            <a:off x="6287915" y="1760031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v8</a:t>
            </a:r>
            <a:endParaRPr kumimoji="1" lang="zh-CN" altLang="en-US" dirty="0"/>
          </a:p>
        </p:txBody>
      </p:sp>
      <p:cxnSp>
        <p:nvCxnSpPr>
          <p:cNvPr id="75" name="直线连接符 13">
            <a:extLst>
              <a:ext uri="{FF2B5EF4-FFF2-40B4-BE49-F238E27FC236}">
                <a16:creationId xmlns:a16="http://schemas.microsoft.com/office/drawing/2014/main" id="{F83F7F2B-9570-1D4F-9F2D-E305765921AA}"/>
              </a:ext>
            </a:extLst>
          </p:cNvPr>
          <p:cNvCxnSpPr>
            <a:cxnSpLocks/>
            <a:stCxn id="67" idx="6"/>
            <a:endCxn id="69" idx="1"/>
          </p:cNvCxnSpPr>
          <p:nvPr/>
        </p:nvCxnSpPr>
        <p:spPr>
          <a:xfrm>
            <a:off x="4684840" y="1457931"/>
            <a:ext cx="133494" cy="142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连接符 17">
            <a:extLst>
              <a:ext uri="{FF2B5EF4-FFF2-40B4-BE49-F238E27FC236}">
                <a16:creationId xmlns:a16="http://schemas.microsoft.com/office/drawing/2014/main" id="{4CD7A443-8BE0-6E44-A315-0F2653DEA0B6}"/>
              </a:ext>
            </a:extLst>
          </p:cNvPr>
          <p:cNvCxnSpPr>
            <a:cxnSpLocks/>
            <a:stCxn id="67" idx="4"/>
            <a:endCxn id="68" idx="0"/>
          </p:cNvCxnSpPr>
          <p:nvPr/>
        </p:nvCxnSpPr>
        <p:spPr>
          <a:xfrm>
            <a:off x="4504536" y="1638235"/>
            <a:ext cx="0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连接符 20">
            <a:extLst>
              <a:ext uri="{FF2B5EF4-FFF2-40B4-BE49-F238E27FC236}">
                <a16:creationId xmlns:a16="http://schemas.microsoft.com/office/drawing/2014/main" id="{98CD3F5D-DA6A-714B-95E6-371A95E86E4C}"/>
              </a:ext>
            </a:extLst>
          </p:cNvPr>
          <p:cNvCxnSpPr>
            <a:cxnSpLocks/>
            <a:stCxn id="69" idx="3"/>
            <a:endCxn id="68" idx="6"/>
          </p:cNvCxnSpPr>
          <p:nvPr/>
        </p:nvCxnSpPr>
        <p:spPr>
          <a:xfrm flipH="1">
            <a:off x="4684840" y="1855881"/>
            <a:ext cx="133494" cy="142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24">
            <a:extLst>
              <a:ext uri="{FF2B5EF4-FFF2-40B4-BE49-F238E27FC236}">
                <a16:creationId xmlns:a16="http://schemas.microsoft.com/office/drawing/2014/main" id="{DD86CC39-01EA-C444-9B26-2F2E2F8414F9}"/>
              </a:ext>
            </a:extLst>
          </p:cNvPr>
          <p:cNvCxnSpPr>
            <a:cxnSpLocks/>
            <a:stCxn id="70" idx="2"/>
            <a:endCxn id="69" idx="6"/>
          </p:cNvCxnSpPr>
          <p:nvPr/>
        </p:nvCxnSpPr>
        <p:spPr>
          <a:xfrm flipH="1">
            <a:off x="5126132" y="1728387"/>
            <a:ext cx="1780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28">
            <a:extLst>
              <a:ext uri="{FF2B5EF4-FFF2-40B4-BE49-F238E27FC236}">
                <a16:creationId xmlns:a16="http://schemas.microsoft.com/office/drawing/2014/main" id="{CC9E4CBD-D07C-BA44-B9FD-AB2D99FA43ED}"/>
              </a:ext>
            </a:extLst>
          </p:cNvPr>
          <p:cNvCxnSpPr>
            <a:cxnSpLocks/>
            <a:stCxn id="71" idx="2"/>
            <a:endCxn id="70" idx="7"/>
          </p:cNvCxnSpPr>
          <p:nvPr/>
        </p:nvCxnSpPr>
        <p:spPr>
          <a:xfrm flipH="1">
            <a:off x="5612003" y="1477601"/>
            <a:ext cx="161811" cy="1232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线连接符 31">
            <a:extLst>
              <a:ext uri="{FF2B5EF4-FFF2-40B4-BE49-F238E27FC236}">
                <a16:creationId xmlns:a16="http://schemas.microsoft.com/office/drawing/2014/main" id="{377B82F7-8999-1540-A709-5152F71210BE}"/>
              </a:ext>
            </a:extLst>
          </p:cNvPr>
          <p:cNvCxnSpPr>
            <a:cxnSpLocks/>
            <a:stCxn id="72" idx="2"/>
            <a:endCxn id="70" idx="5"/>
          </p:cNvCxnSpPr>
          <p:nvPr/>
        </p:nvCxnSpPr>
        <p:spPr>
          <a:xfrm flipH="1" flipV="1">
            <a:off x="5612003" y="1855881"/>
            <a:ext cx="157652" cy="844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34">
            <a:extLst>
              <a:ext uri="{FF2B5EF4-FFF2-40B4-BE49-F238E27FC236}">
                <a16:creationId xmlns:a16="http://schemas.microsoft.com/office/drawing/2014/main" id="{C614E9F2-61EB-AA47-A4E7-C1FD8DA6B5F3}"/>
              </a:ext>
            </a:extLst>
          </p:cNvPr>
          <p:cNvCxnSpPr>
            <a:cxnSpLocks/>
            <a:stCxn id="72" idx="0"/>
            <a:endCxn id="71" idx="4"/>
          </p:cNvCxnSpPr>
          <p:nvPr/>
        </p:nvCxnSpPr>
        <p:spPr>
          <a:xfrm flipV="1">
            <a:off x="5949959" y="1657905"/>
            <a:ext cx="4159" cy="1021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37">
            <a:extLst>
              <a:ext uri="{FF2B5EF4-FFF2-40B4-BE49-F238E27FC236}">
                <a16:creationId xmlns:a16="http://schemas.microsoft.com/office/drawing/2014/main" id="{7646D48D-05FB-D448-A354-6DE8114807C4}"/>
              </a:ext>
            </a:extLst>
          </p:cNvPr>
          <p:cNvCxnSpPr>
            <a:cxnSpLocks/>
            <a:stCxn id="74" idx="1"/>
            <a:endCxn id="71" idx="5"/>
          </p:cNvCxnSpPr>
          <p:nvPr/>
        </p:nvCxnSpPr>
        <p:spPr>
          <a:xfrm flipH="1" flipV="1">
            <a:off x="6081612" y="1605095"/>
            <a:ext cx="259113" cy="2077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40">
            <a:extLst>
              <a:ext uri="{FF2B5EF4-FFF2-40B4-BE49-F238E27FC236}">
                <a16:creationId xmlns:a16="http://schemas.microsoft.com/office/drawing/2014/main" id="{D5568F23-5CBC-474E-8D68-F2AD9F86A96B}"/>
              </a:ext>
            </a:extLst>
          </p:cNvPr>
          <p:cNvCxnSpPr>
            <a:cxnSpLocks/>
            <a:stCxn id="74" idx="2"/>
            <a:endCxn id="72" idx="6"/>
          </p:cNvCxnSpPr>
          <p:nvPr/>
        </p:nvCxnSpPr>
        <p:spPr>
          <a:xfrm flipH="1">
            <a:off x="6130263" y="1940335"/>
            <a:ext cx="1576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50">
            <a:extLst>
              <a:ext uri="{FF2B5EF4-FFF2-40B4-BE49-F238E27FC236}">
                <a16:creationId xmlns:a16="http://schemas.microsoft.com/office/drawing/2014/main" id="{4C008453-6755-4F4F-AC97-45448EFB5C19}"/>
              </a:ext>
            </a:extLst>
          </p:cNvPr>
          <p:cNvCxnSpPr>
            <a:cxnSpLocks/>
            <a:stCxn id="73" idx="0"/>
            <a:endCxn id="69" idx="4"/>
          </p:cNvCxnSpPr>
          <p:nvPr/>
        </p:nvCxnSpPr>
        <p:spPr>
          <a:xfrm flipH="1" flipV="1">
            <a:off x="4945828" y="1908691"/>
            <a:ext cx="6227" cy="145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53">
            <a:extLst>
              <a:ext uri="{FF2B5EF4-FFF2-40B4-BE49-F238E27FC236}">
                <a16:creationId xmlns:a16="http://schemas.microsoft.com/office/drawing/2014/main" id="{B55EF03D-D841-874A-B1F4-6D3A529824F5}"/>
              </a:ext>
            </a:extLst>
          </p:cNvPr>
          <p:cNvCxnSpPr>
            <a:cxnSpLocks/>
            <a:stCxn id="73" idx="7"/>
            <a:endCxn id="70" idx="3"/>
          </p:cNvCxnSpPr>
          <p:nvPr/>
        </p:nvCxnSpPr>
        <p:spPr>
          <a:xfrm flipV="1">
            <a:off x="5079549" y="1855881"/>
            <a:ext cx="277466" cy="2513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连接符 56">
            <a:extLst>
              <a:ext uri="{FF2B5EF4-FFF2-40B4-BE49-F238E27FC236}">
                <a16:creationId xmlns:a16="http://schemas.microsoft.com/office/drawing/2014/main" id="{CB7DAD06-74BE-504A-97F5-C087E4E9A1E0}"/>
              </a:ext>
            </a:extLst>
          </p:cNvPr>
          <p:cNvCxnSpPr>
            <a:cxnSpLocks/>
            <a:stCxn id="87" idx="0"/>
            <a:endCxn id="70" idx="4"/>
          </p:cNvCxnSpPr>
          <p:nvPr/>
        </p:nvCxnSpPr>
        <p:spPr>
          <a:xfrm flipH="1" flipV="1">
            <a:off x="5484509" y="1908691"/>
            <a:ext cx="6227" cy="145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椭圆 59">
            <a:extLst>
              <a:ext uri="{FF2B5EF4-FFF2-40B4-BE49-F238E27FC236}">
                <a16:creationId xmlns:a16="http://schemas.microsoft.com/office/drawing/2014/main" id="{8BBBF7A0-CAEB-244B-8617-058604BF0B42}"/>
              </a:ext>
            </a:extLst>
          </p:cNvPr>
          <p:cNvSpPr/>
          <p:nvPr/>
        </p:nvSpPr>
        <p:spPr>
          <a:xfrm>
            <a:off x="5310432" y="2054443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v4</a:t>
            </a:r>
            <a:endParaRPr kumimoji="1" lang="zh-CN" altLang="en-US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6A598D8-8670-D246-8B16-FFD70CE87840}"/>
              </a:ext>
            </a:extLst>
          </p:cNvPr>
          <p:cNvSpPr/>
          <p:nvPr/>
        </p:nvSpPr>
        <p:spPr>
          <a:xfrm>
            <a:off x="4206371" y="1182850"/>
            <a:ext cx="2533136" cy="134688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AE725BB-5151-DF4C-9951-9B55AAD4DDEC}"/>
              </a:ext>
            </a:extLst>
          </p:cNvPr>
          <p:cNvSpPr txBox="1"/>
          <p:nvPr/>
        </p:nvSpPr>
        <p:spPr>
          <a:xfrm>
            <a:off x="7270260" y="1612235"/>
            <a:ext cx="362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38D92CA-84E5-7A48-8E6E-FDE3BF439599}"/>
              </a:ext>
            </a:extLst>
          </p:cNvPr>
          <p:cNvSpPr txBox="1"/>
          <p:nvPr/>
        </p:nvSpPr>
        <p:spPr>
          <a:xfrm>
            <a:off x="2090248" y="1167373"/>
            <a:ext cx="434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G0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37F8B30-B8EC-EC4A-844A-7C89E53EE5CC}"/>
              </a:ext>
            </a:extLst>
          </p:cNvPr>
          <p:cNvSpPr txBox="1"/>
          <p:nvPr/>
        </p:nvSpPr>
        <p:spPr>
          <a:xfrm>
            <a:off x="5117694" y="1142706"/>
            <a:ext cx="434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G1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AFD3EDA-9814-BC46-83CF-6572FAF38460}"/>
              </a:ext>
            </a:extLst>
          </p:cNvPr>
          <p:cNvSpPr txBox="1"/>
          <p:nvPr/>
        </p:nvSpPr>
        <p:spPr>
          <a:xfrm>
            <a:off x="1218722" y="2541026"/>
            <a:ext cx="2482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M0={v5v6v7,  v8v6v7,v5v2v3}</a:t>
            </a:r>
          </a:p>
          <a:p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M0 = { +v1v2v3 }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08D3B80-7F8B-AB4B-ADFD-619C17A40A0A}"/>
              </a:ext>
            </a:extLst>
          </p:cNvPr>
          <p:cNvSpPr txBox="1"/>
          <p:nvPr/>
        </p:nvSpPr>
        <p:spPr>
          <a:xfrm>
            <a:off x="3927580" y="2539755"/>
            <a:ext cx="31138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M1={v5v6v7, v8v6v7, v5v2v3, v1v2v3}</a:t>
            </a:r>
          </a:p>
          <a:p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M1 = {…}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707CE1BA-FEE8-F249-BD0B-93521960838A}"/>
              </a:ext>
            </a:extLst>
          </p:cNvPr>
          <p:cNvSpPr txBox="1"/>
          <p:nvPr/>
        </p:nvSpPr>
        <p:spPr>
          <a:xfrm>
            <a:off x="4837347" y="24154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FF8A23-5251-A1D2-C0A1-C90D3D590D9E}"/>
              </a:ext>
            </a:extLst>
          </p:cNvPr>
          <p:cNvSpPr txBox="1"/>
          <p:nvPr/>
        </p:nvSpPr>
        <p:spPr>
          <a:xfrm>
            <a:off x="4125466" y="826017"/>
            <a:ext cx="11272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G1 = (…)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7F3B53-784B-E9ED-96EF-2BACBCF85CEB}"/>
              </a:ext>
            </a:extLst>
          </p:cNvPr>
          <p:cNvSpPr txBox="1"/>
          <p:nvPr/>
        </p:nvSpPr>
        <p:spPr>
          <a:xfrm>
            <a:off x="1180683" y="843805"/>
            <a:ext cx="15504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G0 = (v1v3, +)</a:t>
            </a:r>
          </a:p>
        </p:txBody>
      </p:sp>
      <p:cxnSp>
        <p:nvCxnSpPr>
          <p:cNvPr id="30" name="直线连接符 20">
            <a:extLst>
              <a:ext uri="{FF2B5EF4-FFF2-40B4-BE49-F238E27FC236}">
                <a16:creationId xmlns:a16="http://schemas.microsoft.com/office/drawing/2014/main" id="{22B339BA-B0F1-1B23-1871-33E710884D08}"/>
              </a:ext>
            </a:extLst>
          </p:cNvPr>
          <p:cNvCxnSpPr>
            <a:cxnSpLocks/>
            <a:stCxn id="73" idx="2"/>
            <a:endCxn id="68" idx="5"/>
          </p:cNvCxnSpPr>
          <p:nvPr/>
        </p:nvCxnSpPr>
        <p:spPr>
          <a:xfrm flipH="1" flipV="1">
            <a:off x="4632030" y="2126337"/>
            <a:ext cx="139721" cy="1084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C5781EE-727A-F0EA-35FD-F788A3A57882}"/>
              </a:ext>
            </a:extLst>
          </p:cNvPr>
          <p:cNvCxnSpPr>
            <a:stCxn id="66" idx="3"/>
            <a:endCxn id="88" idx="1"/>
          </p:cNvCxnSpPr>
          <p:nvPr/>
        </p:nvCxnSpPr>
        <p:spPr>
          <a:xfrm flipV="1">
            <a:off x="3726641" y="1856293"/>
            <a:ext cx="479730" cy="4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DE847C5-A8FD-E0B6-B209-BF55E0198C0C}"/>
              </a:ext>
            </a:extLst>
          </p:cNvPr>
          <p:cNvCxnSpPr>
            <a:cxnSpLocks/>
            <a:stCxn id="88" idx="3"/>
          </p:cNvCxnSpPr>
          <p:nvPr/>
        </p:nvCxnSpPr>
        <p:spPr>
          <a:xfrm flipV="1">
            <a:off x="6739507" y="1855802"/>
            <a:ext cx="439769" cy="4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78E8B725-34E9-EB06-6B71-4918B0C1DD2E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760563" y="1855802"/>
            <a:ext cx="432942" cy="9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569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AE8700-6AE1-A14C-AB3B-DAD6B61F1507}"/>
              </a:ext>
            </a:extLst>
          </p:cNvPr>
          <p:cNvSpPr txBox="1"/>
          <p:nvPr/>
        </p:nvSpPr>
        <p:spPr>
          <a:xfrm>
            <a:off x="1890584" y="1964725"/>
            <a:ext cx="902043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    v2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    v2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    v3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    v6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    v7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v8    v6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v8    v7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48437-23CD-E140-946D-335DEAEDA30B}"/>
              </a:ext>
            </a:extLst>
          </p:cNvPr>
          <p:cNvSpPr txBox="1"/>
          <p:nvPr/>
        </p:nvSpPr>
        <p:spPr>
          <a:xfrm>
            <a:off x="3241590" y="1964725"/>
            <a:ext cx="902043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    v2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    v2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    v3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    v6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    v7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v8    v6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v8    v7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73BBE3-E042-EB4B-8F64-AC73CBDD7F6D}"/>
              </a:ext>
            </a:extLst>
          </p:cNvPr>
          <p:cNvSpPr txBox="1"/>
          <p:nvPr/>
        </p:nvSpPr>
        <p:spPr>
          <a:xfrm>
            <a:off x="4594655" y="2380222"/>
            <a:ext cx="902043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    v3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v3    v2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v6    v7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v7    v6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E02B7A-B4E9-A14A-8F2D-9EE23DBA62A8}"/>
              </a:ext>
            </a:extLst>
          </p:cNvPr>
          <p:cNvSpPr txBox="1"/>
          <p:nvPr/>
        </p:nvSpPr>
        <p:spPr>
          <a:xfrm>
            <a:off x="1890584" y="1519881"/>
            <a:ext cx="10503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R(u0, u1)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8217C-AC75-4045-BF4A-1757ECFA1555}"/>
              </a:ext>
            </a:extLst>
          </p:cNvPr>
          <p:cNvSpPr txBox="1"/>
          <p:nvPr/>
        </p:nvSpPr>
        <p:spPr>
          <a:xfrm>
            <a:off x="3167449" y="1516565"/>
            <a:ext cx="10503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R(u0, u2)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69543C-80F0-FE49-976C-A25F673EBE30}"/>
              </a:ext>
            </a:extLst>
          </p:cNvPr>
          <p:cNvSpPr txBox="1"/>
          <p:nvPr/>
        </p:nvSpPr>
        <p:spPr>
          <a:xfrm>
            <a:off x="4547288" y="2041668"/>
            <a:ext cx="10503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R(u1, u2)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625C4F-AA5D-B845-B526-3B50F480FFC4}"/>
              </a:ext>
            </a:extLst>
          </p:cNvPr>
          <p:cNvSpPr/>
          <p:nvPr/>
        </p:nvSpPr>
        <p:spPr>
          <a:xfrm>
            <a:off x="2827338" y="2795721"/>
            <a:ext cx="3754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⋈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A4B93D-9487-5645-8018-020FAB5E84DB}"/>
              </a:ext>
            </a:extLst>
          </p:cNvPr>
          <p:cNvSpPr/>
          <p:nvPr/>
        </p:nvSpPr>
        <p:spPr>
          <a:xfrm>
            <a:off x="4171864" y="2795721"/>
            <a:ext cx="3754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3C4E9E-E26D-444E-BD65-BBEA1BA871D0}"/>
              </a:ext>
            </a:extLst>
          </p:cNvPr>
          <p:cNvSpPr txBox="1"/>
          <p:nvPr/>
        </p:nvSpPr>
        <p:spPr>
          <a:xfrm>
            <a:off x="5947720" y="2103223"/>
            <a:ext cx="1373657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    v6    v7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    v7    v6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    v2    v3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    v3    v2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v8    v6    v7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v8    v7    v6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0B6242-2484-FF44-BF0B-D98EF977A40C}"/>
              </a:ext>
            </a:extLst>
          </p:cNvPr>
          <p:cNvSpPr txBox="1"/>
          <p:nvPr/>
        </p:nvSpPr>
        <p:spPr>
          <a:xfrm>
            <a:off x="5867402" y="1703114"/>
            <a:ext cx="14539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R(u0, u1, u2)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D2E294-A924-5C4A-9252-4BAC3A67AEAF}"/>
              </a:ext>
            </a:extLst>
          </p:cNvPr>
          <p:cNvSpPr/>
          <p:nvPr/>
        </p:nvSpPr>
        <p:spPr>
          <a:xfrm>
            <a:off x="5544065" y="2789205"/>
            <a:ext cx="314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79175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4">
            <a:extLst>
              <a:ext uri="{FF2B5EF4-FFF2-40B4-BE49-F238E27FC236}">
                <a16:creationId xmlns:a16="http://schemas.microsoft.com/office/drawing/2014/main" id="{F7F705FE-2926-F040-A1A0-BB4FF92FE3F7}"/>
              </a:ext>
            </a:extLst>
          </p:cNvPr>
          <p:cNvSpPr/>
          <p:nvPr/>
        </p:nvSpPr>
        <p:spPr>
          <a:xfrm>
            <a:off x="1311366" y="1278039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v0</a:t>
            </a:r>
            <a:endParaRPr kumimoji="1" lang="zh-CN" altLang="en-US" dirty="0"/>
          </a:p>
        </p:txBody>
      </p:sp>
      <p:sp>
        <p:nvSpPr>
          <p:cNvPr id="5" name="椭圆 5">
            <a:extLst>
              <a:ext uri="{FF2B5EF4-FFF2-40B4-BE49-F238E27FC236}">
                <a16:creationId xmlns:a16="http://schemas.microsoft.com/office/drawing/2014/main" id="{EB1D940B-DD9F-044C-9A49-6F8CB2014C32}"/>
              </a:ext>
            </a:extLst>
          </p:cNvPr>
          <p:cNvSpPr/>
          <p:nvPr/>
        </p:nvSpPr>
        <p:spPr>
          <a:xfrm>
            <a:off x="1311366" y="1818951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v1</a:t>
            </a:r>
            <a:endParaRPr kumimoji="1" lang="zh-CN" altLang="en-US" dirty="0"/>
          </a:p>
        </p:txBody>
      </p:sp>
      <p:sp>
        <p:nvSpPr>
          <p:cNvPr id="6" name="椭圆 6">
            <a:extLst>
              <a:ext uri="{FF2B5EF4-FFF2-40B4-BE49-F238E27FC236}">
                <a16:creationId xmlns:a16="http://schemas.microsoft.com/office/drawing/2014/main" id="{82E573C7-F94E-6F4D-A8F0-A7BCDB9D4F43}"/>
              </a:ext>
            </a:extLst>
          </p:cNvPr>
          <p:cNvSpPr/>
          <p:nvPr/>
        </p:nvSpPr>
        <p:spPr>
          <a:xfrm>
            <a:off x="1752658" y="154849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v2</a:t>
            </a:r>
            <a:endParaRPr kumimoji="1" lang="zh-CN" altLang="en-US" dirty="0"/>
          </a:p>
        </p:txBody>
      </p:sp>
      <p:sp>
        <p:nvSpPr>
          <p:cNvPr id="7" name="椭圆 7">
            <a:extLst>
              <a:ext uri="{FF2B5EF4-FFF2-40B4-BE49-F238E27FC236}">
                <a16:creationId xmlns:a16="http://schemas.microsoft.com/office/drawing/2014/main" id="{452748A7-AF9F-844C-9B83-67CAFAE2CC35}"/>
              </a:ext>
            </a:extLst>
          </p:cNvPr>
          <p:cNvSpPr/>
          <p:nvPr/>
        </p:nvSpPr>
        <p:spPr>
          <a:xfrm>
            <a:off x="2291339" y="154849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v5</a:t>
            </a:r>
            <a:endParaRPr kumimoji="1" lang="zh-CN" altLang="en-US" dirty="0"/>
          </a:p>
        </p:txBody>
      </p:sp>
      <p:sp>
        <p:nvSpPr>
          <p:cNvPr id="8" name="椭圆 8">
            <a:extLst>
              <a:ext uri="{FF2B5EF4-FFF2-40B4-BE49-F238E27FC236}">
                <a16:creationId xmlns:a16="http://schemas.microsoft.com/office/drawing/2014/main" id="{D1DDF391-65CC-C94F-A521-A8F78B6D476B}"/>
              </a:ext>
            </a:extLst>
          </p:cNvPr>
          <p:cNvSpPr/>
          <p:nvPr/>
        </p:nvSpPr>
        <p:spPr>
          <a:xfrm>
            <a:off x="2760948" y="1297709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v6</a:t>
            </a:r>
            <a:endParaRPr kumimoji="1" lang="zh-CN" altLang="en-US" dirty="0"/>
          </a:p>
        </p:txBody>
      </p:sp>
      <p:sp>
        <p:nvSpPr>
          <p:cNvPr id="9" name="椭圆 9">
            <a:extLst>
              <a:ext uri="{FF2B5EF4-FFF2-40B4-BE49-F238E27FC236}">
                <a16:creationId xmlns:a16="http://schemas.microsoft.com/office/drawing/2014/main" id="{DD10F3CA-7368-D04F-A286-E5579732642D}"/>
              </a:ext>
            </a:extLst>
          </p:cNvPr>
          <p:cNvSpPr/>
          <p:nvPr/>
        </p:nvSpPr>
        <p:spPr>
          <a:xfrm>
            <a:off x="2756789" y="1760443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v7</a:t>
            </a:r>
            <a:endParaRPr kumimoji="1" lang="zh-CN" altLang="en-US" dirty="0"/>
          </a:p>
        </p:txBody>
      </p:sp>
      <p:sp>
        <p:nvSpPr>
          <p:cNvPr id="10" name="椭圆 10">
            <a:extLst>
              <a:ext uri="{FF2B5EF4-FFF2-40B4-BE49-F238E27FC236}">
                <a16:creationId xmlns:a16="http://schemas.microsoft.com/office/drawing/2014/main" id="{E486759C-8370-954C-8282-ACB4D0044DD9}"/>
              </a:ext>
            </a:extLst>
          </p:cNvPr>
          <p:cNvSpPr/>
          <p:nvPr/>
        </p:nvSpPr>
        <p:spPr>
          <a:xfrm>
            <a:off x="1758885" y="205485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v3</a:t>
            </a:r>
            <a:endParaRPr kumimoji="1" lang="zh-CN" altLang="en-US" dirty="0"/>
          </a:p>
        </p:txBody>
      </p:sp>
      <p:sp>
        <p:nvSpPr>
          <p:cNvPr id="11" name="椭圆 11">
            <a:extLst>
              <a:ext uri="{FF2B5EF4-FFF2-40B4-BE49-F238E27FC236}">
                <a16:creationId xmlns:a16="http://schemas.microsoft.com/office/drawing/2014/main" id="{60B4F25C-8E1B-CF4A-A3F2-C303602572A8}"/>
              </a:ext>
            </a:extLst>
          </p:cNvPr>
          <p:cNvSpPr/>
          <p:nvPr/>
        </p:nvSpPr>
        <p:spPr>
          <a:xfrm>
            <a:off x="3275049" y="1760443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v8</a:t>
            </a:r>
            <a:endParaRPr kumimoji="1" lang="zh-CN" altLang="en-US" dirty="0"/>
          </a:p>
        </p:txBody>
      </p:sp>
      <p:cxnSp>
        <p:nvCxnSpPr>
          <p:cNvPr id="12" name="直线连接符 13">
            <a:extLst>
              <a:ext uri="{FF2B5EF4-FFF2-40B4-BE49-F238E27FC236}">
                <a16:creationId xmlns:a16="http://schemas.microsoft.com/office/drawing/2014/main" id="{C4A23ED3-2335-8F48-8F2F-D08421F3F078}"/>
              </a:ext>
            </a:extLst>
          </p:cNvPr>
          <p:cNvCxnSpPr>
            <a:cxnSpLocks/>
            <a:stCxn id="4" idx="6"/>
            <a:endCxn id="6" idx="1"/>
          </p:cNvCxnSpPr>
          <p:nvPr/>
        </p:nvCxnSpPr>
        <p:spPr>
          <a:xfrm>
            <a:off x="1671974" y="1458343"/>
            <a:ext cx="133494" cy="142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7">
            <a:extLst>
              <a:ext uri="{FF2B5EF4-FFF2-40B4-BE49-F238E27FC236}">
                <a16:creationId xmlns:a16="http://schemas.microsoft.com/office/drawing/2014/main" id="{6C2571C5-42CA-964B-8013-925E0E8FEABB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1491670" y="1638647"/>
            <a:ext cx="0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20">
            <a:extLst>
              <a:ext uri="{FF2B5EF4-FFF2-40B4-BE49-F238E27FC236}">
                <a16:creationId xmlns:a16="http://schemas.microsoft.com/office/drawing/2014/main" id="{8CC6C075-A84D-BA4E-8994-E94170DE53C0}"/>
              </a:ext>
            </a:extLst>
          </p:cNvPr>
          <p:cNvCxnSpPr>
            <a:cxnSpLocks/>
            <a:stCxn id="6" idx="3"/>
            <a:endCxn id="5" idx="6"/>
          </p:cNvCxnSpPr>
          <p:nvPr/>
        </p:nvCxnSpPr>
        <p:spPr>
          <a:xfrm flipH="1">
            <a:off x="1671974" y="1856293"/>
            <a:ext cx="133494" cy="142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24">
            <a:extLst>
              <a:ext uri="{FF2B5EF4-FFF2-40B4-BE49-F238E27FC236}">
                <a16:creationId xmlns:a16="http://schemas.microsoft.com/office/drawing/2014/main" id="{FF235007-688F-6F40-9AB0-7B250AB112C5}"/>
              </a:ext>
            </a:extLst>
          </p:cNvPr>
          <p:cNvCxnSpPr>
            <a:cxnSpLocks/>
            <a:stCxn id="7" idx="2"/>
            <a:endCxn id="6" idx="6"/>
          </p:cNvCxnSpPr>
          <p:nvPr/>
        </p:nvCxnSpPr>
        <p:spPr>
          <a:xfrm flipH="1">
            <a:off x="2113266" y="1728799"/>
            <a:ext cx="1780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28">
            <a:extLst>
              <a:ext uri="{FF2B5EF4-FFF2-40B4-BE49-F238E27FC236}">
                <a16:creationId xmlns:a16="http://schemas.microsoft.com/office/drawing/2014/main" id="{578CF292-9435-B748-B200-F3869D7AACA7}"/>
              </a:ext>
            </a:extLst>
          </p:cNvPr>
          <p:cNvCxnSpPr>
            <a:cxnSpLocks/>
            <a:stCxn id="8" idx="2"/>
            <a:endCxn id="7" idx="7"/>
          </p:cNvCxnSpPr>
          <p:nvPr/>
        </p:nvCxnSpPr>
        <p:spPr>
          <a:xfrm flipH="1">
            <a:off x="2599137" y="1478013"/>
            <a:ext cx="161811" cy="1232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31">
            <a:extLst>
              <a:ext uri="{FF2B5EF4-FFF2-40B4-BE49-F238E27FC236}">
                <a16:creationId xmlns:a16="http://schemas.microsoft.com/office/drawing/2014/main" id="{26C02BBF-015B-9141-A28B-FD3E237FC658}"/>
              </a:ext>
            </a:extLst>
          </p:cNvPr>
          <p:cNvCxnSpPr>
            <a:cxnSpLocks/>
            <a:stCxn id="9" idx="2"/>
            <a:endCxn id="7" idx="5"/>
          </p:cNvCxnSpPr>
          <p:nvPr/>
        </p:nvCxnSpPr>
        <p:spPr>
          <a:xfrm flipH="1" flipV="1">
            <a:off x="2599137" y="1856293"/>
            <a:ext cx="157652" cy="844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34">
            <a:extLst>
              <a:ext uri="{FF2B5EF4-FFF2-40B4-BE49-F238E27FC236}">
                <a16:creationId xmlns:a16="http://schemas.microsoft.com/office/drawing/2014/main" id="{ABD59EC6-9B46-8546-B3CA-4BA2733A94DE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V="1">
            <a:off x="2937093" y="1658317"/>
            <a:ext cx="4159" cy="1021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37">
            <a:extLst>
              <a:ext uri="{FF2B5EF4-FFF2-40B4-BE49-F238E27FC236}">
                <a16:creationId xmlns:a16="http://schemas.microsoft.com/office/drawing/2014/main" id="{FE8FC28A-5AFF-DF4A-B528-BF742F4613FD}"/>
              </a:ext>
            </a:extLst>
          </p:cNvPr>
          <p:cNvCxnSpPr>
            <a:cxnSpLocks/>
            <a:stCxn id="11" idx="1"/>
            <a:endCxn id="8" idx="5"/>
          </p:cNvCxnSpPr>
          <p:nvPr/>
        </p:nvCxnSpPr>
        <p:spPr>
          <a:xfrm flipH="1" flipV="1">
            <a:off x="3068746" y="1605507"/>
            <a:ext cx="259113" cy="2077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40">
            <a:extLst>
              <a:ext uri="{FF2B5EF4-FFF2-40B4-BE49-F238E27FC236}">
                <a16:creationId xmlns:a16="http://schemas.microsoft.com/office/drawing/2014/main" id="{269D98AC-3FDE-0C47-9849-AFCBADD9399D}"/>
              </a:ext>
            </a:extLst>
          </p:cNvPr>
          <p:cNvCxnSpPr>
            <a:cxnSpLocks/>
            <a:stCxn id="11" idx="2"/>
            <a:endCxn id="9" idx="6"/>
          </p:cNvCxnSpPr>
          <p:nvPr/>
        </p:nvCxnSpPr>
        <p:spPr>
          <a:xfrm flipH="1">
            <a:off x="3117397" y="1940747"/>
            <a:ext cx="1576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50">
            <a:extLst>
              <a:ext uri="{FF2B5EF4-FFF2-40B4-BE49-F238E27FC236}">
                <a16:creationId xmlns:a16="http://schemas.microsoft.com/office/drawing/2014/main" id="{42AE9D2F-D51B-2C49-AC5A-62E1A4650706}"/>
              </a:ext>
            </a:extLst>
          </p:cNvPr>
          <p:cNvCxnSpPr>
            <a:cxnSpLocks/>
            <a:stCxn id="10" idx="0"/>
            <a:endCxn id="6" idx="4"/>
          </p:cNvCxnSpPr>
          <p:nvPr/>
        </p:nvCxnSpPr>
        <p:spPr>
          <a:xfrm flipH="1" flipV="1">
            <a:off x="1932962" y="1909103"/>
            <a:ext cx="6227" cy="145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53">
            <a:extLst>
              <a:ext uri="{FF2B5EF4-FFF2-40B4-BE49-F238E27FC236}">
                <a16:creationId xmlns:a16="http://schemas.microsoft.com/office/drawing/2014/main" id="{9F41EB0E-3433-C24C-8DB1-1CE626DA4888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2066683" y="1856293"/>
            <a:ext cx="277466" cy="2513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56">
            <a:extLst>
              <a:ext uri="{FF2B5EF4-FFF2-40B4-BE49-F238E27FC236}">
                <a16:creationId xmlns:a16="http://schemas.microsoft.com/office/drawing/2014/main" id="{41BAE39B-1092-6741-A2CA-51AAA82DD25F}"/>
              </a:ext>
            </a:extLst>
          </p:cNvPr>
          <p:cNvCxnSpPr>
            <a:cxnSpLocks/>
            <a:stCxn id="24" idx="0"/>
            <a:endCxn id="7" idx="4"/>
          </p:cNvCxnSpPr>
          <p:nvPr/>
        </p:nvCxnSpPr>
        <p:spPr>
          <a:xfrm flipH="1" flipV="1">
            <a:off x="2471643" y="1909103"/>
            <a:ext cx="6227" cy="145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59">
            <a:extLst>
              <a:ext uri="{FF2B5EF4-FFF2-40B4-BE49-F238E27FC236}">
                <a16:creationId xmlns:a16="http://schemas.microsoft.com/office/drawing/2014/main" id="{BAF92BB4-8CB8-EB41-8443-AD377605CD83}"/>
              </a:ext>
            </a:extLst>
          </p:cNvPr>
          <p:cNvSpPr/>
          <p:nvPr/>
        </p:nvSpPr>
        <p:spPr>
          <a:xfrm>
            <a:off x="2297566" y="205485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v4</a:t>
            </a:r>
            <a:endParaRPr kumimoji="1" lang="zh-CN" alt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21B9E70-10C4-E34E-9DF5-FE554E541BAF}"/>
              </a:ext>
            </a:extLst>
          </p:cNvPr>
          <p:cNvSpPr/>
          <p:nvPr/>
        </p:nvSpPr>
        <p:spPr>
          <a:xfrm>
            <a:off x="1193505" y="1183262"/>
            <a:ext cx="2533136" cy="134688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US"/>
          </a:p>
        </p:txBody>
      </p:sp>
      <p:sp>
        <p:nvSpPr>
          <p:cNvPr id="67" name="椭圆 4">
            <a:extLst>
              <a:ext uri="{FF2B5EF4-FFF2-40B4-BE49-F238E27FC236}">
                <a16:creationId xmlns:a16="http://schemas.microsoft.com/office/drawing/2014/main" id="{9D828530-73FD-394C-A6AB-FD126E2A0A11}"/>
              </a:ext>
            </a:extLst>
          </p:cNvPr>
          <p:cNvSpPr/>
          <p:nvPr/>
        </p:nvSpPr>
        <p:spPr>
          <a:xfrm>
            <a:off x="4324232" y="1277627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v0</a:t>
            </a:r>
            <a:endParaRPr kumimoji="1" lang="zh-CN" altLang="en-US" dirty="0"/>
          </a:p>
        </p:txBody>
      </p:sp>
      <p:sp>
        <p:nvSpPr>
          <p:cNvPr id="68" name="椭圆 5">
            <a:extLst>
              <a:ext uri="{FF2B5EF4-FFF2-40B4-BE49-F238E27FC236}">
                <a16:creationId xmlns:a16="http://schemas.microsoft.com/office/drawing/2014/main" id="{E03ACB30-C497-0444-B3C8-67BDA7254ECA}"/>
              </a:ext>
            </a:extLst>
          </p:cNvPr>
          <p:cNvSpPr/>
          <p:nvPr/>
        </p:nvSpPr>
        <p:spPr>
          <a:xfrm>
            <a:off x="4324232" y="1818539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v1</a:t>
            </a:r>
            <a:endParaRPr kumimoji="1" lang="zh-CN" altLang="en-US" dirty="0"/>
          </a:p>
        </p:txBody>
      </p:sp>
      <p:sp>
        <p:nvSpPr>
          <p:cNvPr id="69" name="椭圆 6">
            <a:extLst>
              <a:ext uri="{FF2B5EF4-FFF2-40B4-BE49-F238E27FC236}">
                <a16:creationId xmlns:a16="http://schemas.microsoft.com/office/drawing/2014/main" id="{1E31412A-40B3-2342-AAD9-270C06619A7F}"/>
              </a:ext>
            </a:extLst>
          </p:cNvPr>
          <p:cNvSpPr/>
          <p:nvPr/>
        </p:nvSpPr>
        <p:spPr>
          <a:xfrm>
            <a:off x="4765524" y="1548083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v2</a:t>
            </a:r>
            <a:endParaRPr kumimoji="1" lang="zh-CN" altLang="en-US" dirty="0"/>
          </a:p>
        </p:txBody>
      </p:sp>
      <p:sp>
        <p:nvSpPr>
          <p:cNvPr id="70" name="椭圆 7">
            <a:extLst>
              <a:ext uri="{FF2B5EF4-FFF2-40B4-BE49-F238E27FC236}">
                <a16:creationId xmlns:a16="http://schemas.microsoft.com/office/drawing/2014/main" id="{CD20B80B-4379-A342-B3FA-A081BAF4072D}"/>
              </a:ext>
            </a:extLst>
          </p:cNvPr>
          <p:cNvSpPr/>
          <p:nvPr/>
        </p:nvSpPr>
        <p:spPr>
          <a:xfrm>
            <a:off x="5304205" y="1548083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v5</a:t>
            </a:r>
            <a:endParaRPr kumimoji="1" lang="zh-CN" altLang="en-US" dirty="0"/>
          </a:p>
        </p:txBody>
      </p:sp>
      <p:sp>
        <p:nvSpPr>
          <p:cNvPr id="71" name="椭圆 8">
            <a:extLst>
              <a:ext uri="{FF2B5EF4-FFF2-40B4-BE49-F238E27FC236}">
                <a16:creationId xmlns:a16="http://schemas.microsoft.com/office/drawing/2014/main" id="{03EB2ED3-D97D-0747-A519-96D6897FA274}"/>
              </a:ext>
            </a:extLst>
          </p:cNvPr>
          <p:cNvSpPr/>
          <p:nvPr/>
        </p:nvSpPr>
        <p:spPr>
          <a:xfrm>
            <a:off x="5773814" y="1297297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v6</a:t>
            </a:r>
            <a:endParaRPr kumimoji="1" lang="zh-CN" altLang="en-US" dirty="0"/>
          </a:p>
        </p:txBody>
      </p:sp>
      <p:sp>
        <p:nvSpPr>
          <p:cNvPr id="72" name="椭圆 9">
            <a:extLst>
              <a:ext uri="{FF2B5EF4-FFF2-40B4-BE49-F238E27FC236}">
                <a16:creationId xmlns:a16="http://schemas.microsoft.com/office/drawing/2014/main" id="{3212622A-260C-D949-B54F-8274F037F879}"/>
              </a:ext>
            </a:extLst>
          </p:cNvPr>
          <p:cNvSpPr/>
          <p:nvPr/>
        </p:nvSpPr>
        <p:spPr>
          <a:xfrm>
            <a:off x="5769655" y="1760031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v7</a:t>
            </a:r>
            <a:endParaRPr kumimoji="1" lang="zh-CN" altLang="en-US" dirty="0"/>
          </a:p>
        </p:txBody>
      </p:sp>
      <p:sp>
        <p:nvSpPr>
          <p:cNvPr id="73" name="椭圆 10">
            <a:extLst>
              <a:ext uri="{FF2B5EF4-FFF2-40B4-BE49-F238E27FC236}">
                <a16:creationId xmlns:a16="http://schemas.microsoft.com/office/drawing/2014/main" id="{0D71B6FB-FE58-1C44-A9D0-1A7E41F00F4C}"/>
              </a:ext>
            </a:extLst>
          </p:cNvPr>
          <p:cNvSpPr/>
          <p:nvPr/>
        </p:nvSpPr>
        <p:spPr>
          <a:xfrm>
            <a:off x="4771751" y="2054443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v3</a:t>
            </a:r>
            <a:endParaRPr kumimoji="1" lang="zh-CN" altLang="en-US" dirty="0"/>
          </a:p>
        </p:txBody>
      </p:sp>
      <p:sp>
        <p:nvSpPr>
          <p:cNvPr id="74" name="椭圆 11">
            <a:extLst>
              <a:ext uri="{FF2B5EF4-FFF2-40B4-BE49-F238E27FC236}">
                <a16:creationId xmlns:a16="http://schemas.microsoft.com/office/drawing/2014/main" id="{0672366F-4251-7243-ADF3-8EDE93EFDA5E}"/>
              </a:ext>
            </a:extLst>
          </p:cNvPr>
          <p:cNvSpPr/>
          <p:nvPr/>
        </p:nvSpPr>
        <p:spPr>
          <a:xfrm>
            <a:off x="6287915" y="1760031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v8</a:t>
            </a:r>
            <a:endParaRPr kumimoji="1" lang="zh-CN" altLang="en-US" dirty="0"/>
          </a:p>
        </p:txBody>
      </p:sp>
      <p:cxnSp>
        <p:nvCxnSpPr>
          <p:cNvPr id="75" name="直线连接符 13">
            <a:extLst>
              <a:ext uri="{FF2B5EF4-FFF2-40B4-BE49-F238E27FC236}">
                <a16:creationId xmlns:a16="http://schemas.microsoft.com/office/drawing/2014/main" id="{F83F7F2B-9570-1D4F-9F2D-E305765921AA}"/>
              </a:ext>
            </a:extLst>
          </p:cNvPr>
          <p:cNvCxnSpPr>
            <a:cxnSpLocks/>
            <a:stCxn id="67" idx="6"/>
            <a:endCxn id="69" idx="1"/>
          </p:cNvCxnSpPr>
          <p:nvPr/>
        </p:nvCxnSpPr>
        <p:spPr>
          <a:xfrm>
            <a:off x="4684840" y="1457931"/>
            <a:ext cx="133494" cy="142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连接符 17">
            <a:extLst>
              <a:ext uri="{FF2B5EF4-FFF2-40B4-BE49-F238E27FC236}">
                <a16:creationId xmlns:a16="http://schemas.microsoft.com/office/drawing/2014/main" id="{4CD7A443-8BE0-6E44-A315-0F2653DEA0B6}"/>
              </a:ext>
            </a:extLst>
          </p:cNvPr>
          <p:cNvCxnSpPr>
            <a:cxnSpLocks/>
            <a:stCxn id="67" idx="4"/>
            <a:endCxn id="68" idx="0"/>
          </p:cNvCxnSpPr>
          <p:nvPr/>
        </p:nvCxnSpPr>
        <p:spPr>
          <a:xfrm>
            <a:off x="4504536" y="1638235"/>
            <a:ext cx="0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连接符 20">
            <a:extLst>
              <a:ext uri="{FF2B5EF4-FFF2-40B4-BE49-F238E27FC236}">
                <a16:creationId xmlns:a16="http://schemas.microsoft.com/office/drawing/2014/main" id="{98CD3F5D-DA6A-714B-95E6-371A95E86E4C}"/>
              </a:ext>
            </a:extLst>
          </p:cNvPr>
          <p:cNvCxnSpPr>
            <a:cxnSpLocks/>
            <a:stCxn id="69" idx="3"/>
            <a:endCxn id="68" idx="6"/>
          </p:cNvCxnSpPr>
          <p:nvPr/>
        </p:nvCxnSpPr>
        <p:spPr>
          <a:xfrm flipH="1">
            <a:off x="4684840" y="1855881"/>
            <a:ext cx="133494" cy="142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24">
            <a:extLst>
              <a:ext uri="{FF2B5EF4-FFF2-40B4-BE49-F238E27FC236}">
                <a16:creationId xmlns:a16="http://schemas.microsoft.com/office/drawing/2014/main" id="{DD86CC39-01EA-C444-9B26-2F2E2F8414F9}"/>
              </a:ext>
            </a:extLst>
          </p:cNvPr>
          <p:cNvCxnSpPr>
            <a:cxnSpLocks/>
            <a:stCxn id="70" idx="2"/>
            <a:endCxn id="69" idx="6"/>
          </p:cNvCxnSpPr>
          <p:nvPr/>
        </p:nvCxnSpPr>
        <p:spPr>
          <a:xfrm flipH="1">
            <a:off x="5126132" y="1728387"/>
            <a:ext cx="1780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28">
            <a:extLst>
              <a:ext uri="{FF2B5EF4-FFF2-40B4-BE49-F238E27FC236}">
                <a16:creationId xmlns:a16="http://schemas.microsoft.com/office/drawing/2014/main" id="{CC9E4CBD-D07C-BA44-B9FD-AB2D99FA43ED}"/>
              </a:ext>
            </a:extLst>
          </p:cNvPr>
          <p:cNvCxnSpPr>
            <a:cxnSpLocks/>
            <a:stCxn id="71" idx="2"/>
            <a:endCxn id="70" idx="7"/>
          </p:cNvCxnSpPr>
          <p:nvPr/>
        </p:nvCxnSpPr>
        <p:spPr>
          <a:xfrm flipH="1">
            <a:off x="5612003" y="1477601"/>
            <a:ext cx="161811" cy="1232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线连接符 31">
            <a:extLst>
              <a:ext uri="{FF2B5EF4-FFF2-40B4-BE49-F238E27FC236}">
                <a16:creationId xmlns:a16="http://schemas.microsoft.com/office/drawing/2014/main" id="{377B82F7-8999-1540-A709-5152F71210BE}"/>
              </a:ext>
            </a:extLst>
          </p:cNvPr>
          <p:cNvCxnSpPr>
            <a:cxnSpLocks/>
            <a:stCxn id="72" idx="2"/>
            <a:endCxn id="70" idx="5"/>
          </p:cNvCxnSpPr>
          <p:nvPr/>
        </p:nvCxnSpPr>
        <p:spPr>
          <a:xfrm flipH="1" flipV="1">
            <a:off x="5612003" y="1855881"/>
            <a:ext cx="157652" cy="844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34">
            <a:extLst>
              <a:ext uri="{FF2B5EF4-FFF2-40B4-BE49-F238E27FC236}">
                <a16:creationId xmlns:a16="http://schemas.microsoft.com/office/drawing/2014/main" id="{C614E9F2-61EB-AA47-A4E7-C1FD8DA6B5F3}"/>
              </a:ext>
            </a:extLst>
          </p:cNvPr>
          <p:cNvCxnSpPr>
            <a:cxnSpLocks/>
            <a:stCxn id="72" idx="0"/>
            <a:endCxn id="71" idx="4"/>
          </p:cNvCxnSpPr>
          <p:nvPr/>
        </p:nvCxnSpPr>
        <p:spPr>
          <a:xfrm flipV="1">
            <a:off x="5949959" y="1657905"/>
            <a:ext cx="4159" cy="1021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37">
            <a:extLst>
              <a:ext uri="{FF2B5EF4-FFF2-40B4-BE49-F238E27FC236}">
                <a16:creationId xmlns:a16="http://schemas.microsoft.com/office/drawing/2014/main" id="{7646D48D-05FB-D448-A354-6DE8114807C4}"/>
              </a:ext>
            </a:extLst>
          </p:cNvPr>
          <p:cNvCxnSpPr>
            <a:cxnSpLocks/>
            <a:stCxn id="74" idx="1"/>
            <a:endCxn id="71" idx="5"/>
          </p:cNvCxnSpPr>
          <p:nvPr/>
        </p:nvCxnSpPr>
        <p:spPr>
          <a:xfrm flipH="1" flipV="1">
            <a:off x="6081612" y="1605095"/>
            <a:ext cx="259113" cy="2077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40">
            <a:extLst>
              <a:ext uri="{FF2B5EF4-FFF2-40B4-BE49-F238E27FC236}">
                <a16:creationId xmlns:a16="http://schemas.microsoft.com/office/drawing/2014/main" id="{D5568F23-5CBC-474E-8D68-F2AD9F86A96B}"/>
              </a:ext>
            </a:extLst>
          </p:cNvPr>
          <p:cNvCxnSpPr>
            <a:cxnSpLocks/>
            <a:stCxn id="74" idx="2"/>
            <a:endCxn id="72" idx="6"/>
          </p:cNvCxnSpPr>
          <p:nvPr/>
        </p:nvCxnSpPr>
        <p:spPr>
          <a:xfrm flipH="1">
            <a:off x="6130263" y="1940335"/>
            <a:ext cx="1576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50">
            <a:extLst>
              <a:ext uri="{FF2B5EF4-FFF2-40B4-BE49-F238E27FC236}">
                <a16:creationId xmlns:a16="http://schemas.microsoft.com/office/drawing/2014/main" id="{4C008453-6755-4F4F-AC97-45448EFB5C19}"/>
              </a:ext>
            </a:extLst>
          </p:cNvPr>
          <p:cNvCxnSpPr>
            <a:cxnSpLocks/>
            <a:stCxn id="73" idx="0"/>
            <a:endCxn id="69" idx="4"/>
          </p:cNvCxnSpPr>
          <p:nvPr/>
        </p:nvCxnSpPr>
        <p:spPr>
          <a:xfrm flipH="1" flipV="1">
            <a:off x="4945828" y="1908691"/>
            <a:ext cx="6227" cy="145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53">
            <a:extLst>
              <a:ext uri="{FF2B5EF4-FFF2-40B4-BE49-F238E27FC236}">
                <a16:creationId xmlns:a16="http://schemas.microsoft.com/office/drawing/2014/main" id="{B55EF03D-D841-874A-B1F4-6D3A529824F5}"/>
              </a:ext>
            </a:extLst>
          </p:cNvPr>
          <p:cNvCxnSpPr>
            <a:cxnSpLocks/>
            <a:stCxn id="73" idx="7"/>
            <a:endCxn id="70" idx="3"/>
          </p:cNvCxnSpPr>
          <p:nvPr/>
        </p:nvCxnSpPr>
        <p:spPr>
          <a:xfrm flipV="1">
            <a:off x="5079549" y="1855881"/>
            <a:ext cx="277466" cy="2513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连接符 56">
            <a:extLst>
              <a:ext uri="{FF2B5EF4-FFF2-40B4-BE49-F238E27FC236}">
                <a16:creationId xmlns:a16="http://schemas.microsoft.com/office/drawing/2014/main" id="{CB7DAD06-74BE-504A-97F5-C087E4E9A1E0}"/>
              </a:ext>
            </a:extLst>
          </p:cNvPr>
          <p:cNvCxnSpPr>
            <a:cxnSpLocks/>
            <a:stCxn id="87" idx="0"/>
            <a:endCxn id="70" idx="4"/>
          </p:cNvCxnSpPr>
          <p:nvPr/>
        </p:nvCxnSpPr>
        <p:spPr>
          <a:xfrm flipH="1" flipV="1">
            <a:off x="5484509" y="1908691"/>
            <a:ext cx="6227" cy="145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椭圆 59">
            <a:extLst>
              <a:ext uri="{FF2B5EF4-FFF2-40B4-BE49-F238E27FC236}">
                <a16:creationId xmlns:a16="http://schemas.microsoft.com/office/drawing/2014/main" id="{8BBBF7A0-CAEB-244B-8617-058604BF0B42}"/>
              </a:ext>
            </a:extLst>
          </p:cNvPr>
          <p:cNvSpPr/>
          <p:nvPr/>
        </p:nvSpPr>
        <p:spPr>
          <a:xfrm>
            <a:off x="5310432" y="2054443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v4</a:t>
            </a:r>
            <a:endParaRPr kumimoji="1" lang="zh-CN" altLang="en-US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6A598D8-8670-D246-8B16-FFD70CE87840}"/>
              </a:ext>
            </a:extLst>
          </p:cNvPr>
          <p:cNvSpPr/>
          <p:nvPr/>
        </p:nvSpPr>
        <p:spPr>
          <a:xfrm>
            <a:off x="4206371" y="1182850"/>
            <a:ext cx="2533136" cy="134688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US"/>
          </a:p>
        </p:txBody>
      </p:sp>
      <p:sp>
        <p:nvSpPr>
          <p:cNvPr id="89" name="椭圆 4">
            <a:extLst>
              <a:ext uri="{FF2B5EF4-FFF2-40B4-BE49-F238E27FC236}">
                <a16:creationId xmlns:a16="http://schemas.microsoft.com/office/drawing/2014/main" id="{DD89FC74-949E-3342-BFCB-090306DFF706}"/>
              </a:ext>
            </a:extLst>
          </p:cNvPr>
          <p:cNvSpPr/>
          <p:nvPr/>
        </p:nvSpPr>
        <p:spPr>
          <a:xfrm>
            <a:off x="4321831" y="3547281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v0</a:t>
            </a:r>
            <a:endParaRPr kumimoji="1" lang="zh-CN" altLang="en-US" dirty="0"/>
          </a:p>
        </p:txBody>
      </p:sp>
      <p:sp>
        <p:nvSpPr>
          <p:cNvPr id="90" name="椭圆 5">
            <a:extLst>
              <a:ext uri="{FF2B5EF4-FFF2-40B4-BE49-F238E27FC236}">
                <a16:creationId xmlns:a16="http://schemas.microsoft.com/office/drawing/2014/main" id="{C002299E-ADCB-6342-ABEA-D0AE76FE447D}"/>
              </a:ext>
            </a:extLst>
          </p:cNvPr>
          <p:cNvSpPr/>
          <p:nvPr/>
        </p:nvSpPr>
        <p:spPr>
          <a:xfrm>
            <a:off x="4321831" y="4088193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v1</a:t>
            </a:r>
            <a:endParaRPr kumimoji="1" lang="zh-CN" altLang="en-US" dirty="0"/>
          </a:p>
        </p:txBody>
      </p:sp>
      <p:sp>
        <p:nvSpPr>
          <p:cNvPr id="91" name="椭圆 6">
            <a:extLst>
              <a:ext uri="{FF2B5EF4-FFF2-40B4-BE49-F238E27FC236}">
                <a16:creationId xmlns:a16="http://schemas.microsoft.com/office/drawing/2014/main" id="{ADE91573-5657-0440-AB6C-E5785B0D5F8B}"/>
              </a:ext>
            </a:extLst>
          </p:cNvPr>
          <p:cNvSpPr/>
          <p:nvPr/>
        </p:nvSpPr>
        <p:spPr>
          <a:xfrm>
            <a:off x="4763123" y="3817737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v2</a:t>
            </a:r>
            <a:endParaRPr kumimoji="1" lang="zh-CN" altLang="en-US" dirty="0"/>
          </a:p>
        </p:txBody>
      </p:sp>
      <p:sp>
        <p:nvSpPr>
          <p:cNvPr id="92" name="椭圆 7">
            <a:extLst>
              <a:ext uri="{FF2B5EF4-FFF2-40B4-BE49-F238E27FC236}">
                <a16:creationId xmlns:a16="http://schemas.microsoft.com/office/drawing/2014/main" id="{9C0037E9-F383-3A4C-B2CA-EC12C3D8F85A}"/>
              </a:ext>
            </a:extLst>
          </p:cNvPr>
          <p:cNvSpPr/>
          <p:nvPr/>
        </p:nvSpPr>
        <p:spPr>
          <a:xfrm>
            <a:off x="5301804" y="3817737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v5</a:t>
            </a:r>
            <a:endParaRPr kumimoji="1" lang="zh-CN" altLang="en-US" dirty="0"/>
          </a:p>
        </p:txBody>
      </p:sp>
      <p:sp>
        <p:nvSpPr>
          <p:cNvPr id="93" name="椭圆 8">
            <a:extLst>
              <a:ext uri="{FF2B5EF4-FFF2-40B4-BE49-F238E27FC236}">
                <a16:creationId xmlns:a16="http://schemas.microsoft.com/office/drawing/2014/main" id="{92E4479A-D91C-4945-90B1-1E56AEED8210}"/>
              </a:ext>
            </a:extLst>
          </p:cNvPr>
          <p:cNvSpPr/>
          <p:nvPr/>
        </p:nvSpPr>
        <p:spPr>
          <a:xfrm>
            <a:off x="5771413" y="3566951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v6</a:t>
            </a:r>
            <a:endParaRPr kumimoji="1" lang="zh-CN" altLang="en-US" dirty="0"/>
          </a:p>
        </p:txBody>
      </p:sp>
      <p:sp>
        <p:nvSpPr>
          <p:cNvPr id="94" name="椭圆 9">
            <a:extLst>
              <a:ext uri="{FF2B5EF4-FFF2-40B4-BE49-F238E27FC236}">
                <a16:creationId xmlns:a16="http://schemas.microsoft.com/office/drawing/2014/main" id="{746B8055-D292-8B45-B234-4A347566952D}"/>
              </a:ext>
            </a:extLst>
          </p:cNvPr>
          <p:cNvSpPr/>
          <p:nvPr/>
        </p:nvSpPr>
        <p:spPr>
          <a:xfrm>
            <a:off x="5767254" y="402968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v7</a:t>
            </a:r>
            <a:endParaRPr kumimoji="1" lang="zh-CN" altLang="en-US" dirty="0"/>
          </a:p>
        </p:txBody>
      </p:sp>
      <p:sp>
        <p:nvSpPr>
          <p:cNvPr id="95" name="椭圆 10">
            <a:extLst>
              <a:ext uri="{FF2B5EF4-FFF2-40B4-BE49-F238E27FC236}">
                <a16:creationId xmlns:a16="http://schemas.microsoft.com/office/drawing/2014/main" id="{DE4304A3-E59E-DF49-993B-B434992FC0E7}"/>
              </a:ext>
            </a:extLst>
          </p:cNvPr>
          <p:cNvSpPr/>
          <p:nvPr/>
        </p:nvSpPr>
        <p:spPr>
          <a:xfrm>
            <a:off x="4769350" y="4324097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v3</a:t>
            </a:r>
            <a:endParaRPr kumimoji="1" lang="zh-CN" altLang="en-US" dirty="0"/>
          </a:p>
        </p:txBody>
      </p:sp>
      <p:sp>
        <p:nvSpPr>
          <p:cNvPr id="96" name="椭圆 11">
            <a:extLst>
              <a:ext uri="{FF2B5EF4-FFF2-40B4-BE49-F238E27FC236}">
                <a16:creationId xmlns:a16="http://schemas.microsoft.com/office/drawing/2014/main" id="{DFB0487C-EFDB-624C-A21B-C376A306D2F2}"/>
              </a:ext>
            </a:extLst>
          </p:cNvPr>
          <p:cNvSpPr/>
          <p:nvPr/>
        </p:nvSpPr>
        <p:spPr>
          <a:xfrm>
            <a:off x="6285514" y="402968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v8</a:t>
            </a:r>
            <a:endParaRPr kumimoji="1" lang="zh-CN" altLang="en-US" dirty="0"/>
          </a:p>
        </p:txBody>
      </p:sp>
      <p:cxnSp>
        <p:nvCxnSpPr>
          <p:cNvPr id="97" name="直线连接符 13">
            <a:extLst>
              <a:ext uri="{FF2B5EF4-FFF2-40B4-BE49-F238E27FC236}">
                <a16:creationId xmlns:a16="http://schemas.microsoft.com/office/drawing/2014/main" id="{B677C65F-C324-F04E-B64F-A546B62FAC3F}"/>
              </a:ext>
            </a:extLst>
          </p:cNvPr>
          <p:cNvCxnSpPr>
            <a:cxnSpLocks/>
            <a:stCxn id="89" idx="6"/>
            <a:endCxn id="91" idx="1"/>
          </p:cNvCxnSpPr>
          <p:nvPr/>
        </p:nvCxnSpPr>
        <p:spPr>
          <a:xfrm>
            <a:off x="4682439" y="3727585"/>
            <a:ext cx="133494" cy="142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17">
            <a:extLst>
              <a:ext uri="{FF2B5EF4-FFF2-40B4-BE49-F238E27FC236}">
                <a16:creationId xmlns:a16="http://schemas.microsoft.com/office/drawing/2014/main" id="{43FAF444-870D-F445-94DA-6211C8602FE8}"/>
              </a:ext>
            </a:extLst>
          </p:cNvPr>
          <p:cNvCxnSpPr>
            <a:cxnSpLocks/>
            <a:stCxn id="89" idx="4"/>
            <a:endCxn id="90" idx="0"/>
          </p:cNvCxnSpPr>
          <p:nvPr/>
        </p:nvCxnSpPr>
        <p:spPr>
          <a:xfrm>
            <a:off x="4502135" y="3907889"/>
            <a:ext cx="0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20">
            <a:extLst>
              <a:ext uri="{FF2B5EF4-FFF2-40B4-BE49-F238E27FC236}">
                <a16:creationId xmlns:a16="http://schemas.microsoft.com/office/drawing/2014/main" id="{38C0E13C-44B5-9A4B-A5E6-AE1342C35223}"/>
              </a:ext>
            </a:extLst>
          </p:cNvPr>
          <p:cNvCxnSpPr>
            <a:cxnSpLocks/>
            <a:stCxn id="91" idx="3"/>
            <a:endCxn id="90" idx="6"/>
          </p:cNvCxnSpPr>
          <p:nvPr/>
        </p:nvCxnSpPr>
        <p:spPr>
          <a:xfrm flipH="1">
            <a:off x="4682439" y="4125535"/>
            <a:ext cx="133494" cy="142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线连接符 24">
            <a:extLst>
              <a:ext uri="{FF2B5EF4-FFF2-40B4-BE49-F238E27FC236}">
                <a16:creationId xmlns:a16="http://schemas.microsoft.com/office/drawing/2014/main" id="{D0E6879C-F65F-7E4C-9BC6-607B99F7E454}"/>
              </a:ext>
            </a:extLst>
          </p:cNvPr>
          <p:cNvCxnSpPr>
            <a:cxnSpLocks/>
            <a:stCxn id="92" idx="2"/>
            <a:endCxn id="91" idx="6"/>
          </p:cNvCxnSpPr>
          <p:nvPr/>
        </p:nvCxnSpPr>
        <p:spPr>
          <a:xfrm flipH="1">
            <a:off x="5123731" y="3998041"/>
            <a:ext cx="1780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连接符 28">
            <a:extLst>
              <a:ext uri="{FF2B5EF4-FFF2-40B4-BE49-F238E27FC236}">
                <a16:creationId xmlns:a16="http://schemas.microsoft.com/office/drawing/2014/main" id="{60297AD2-613D-654E-AD38-57DF5571D26C}"/>
              </a:ext>
            </a:extLst>
          </p:cNvPr>
          <p:cNvCxnSpPr>
            <a:cxnSpLocks/>
            <a:stCxn id="93" idx="2"/>
            <a:endCxn id="92" idx="7"/>
          </p:cNvCxnSpPr>
          <p:nvPr/>
        </p:nvCxnSpPr>
        <p:spPr>
          <a:xfrm flipH="1">
            <a:off x="5609602" y="3747255"/>
            <a:ext cx="161811" cy="1232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线连接符 31">
            <a:extLst>
              <a:ext uri="{FF2B5EF4-FFF2-40B4-BE49-F238E27FC236}">
                <a16:creationId xmlns:a16="http://schemas.microsoft.com/office/drawing/2014/main" id="{752374D6-0CAF-DE4E-889D-00325ADA4CA8}"/>
              </a:ext>
            </a:extLst>
          </p:cNvPr>
          <p:cNvCxnSpPr>
            <a:cxnSpLocks/>
            <a:stCxn id="94" idx="2"/>
            <a:endCxn id="92" idx="5"/>
          </p:cNvCxnSpPr>
          <p:nvPr/>
        </p:nvCxnSpPr>
        <p:spPr>
          <a:xfrm flipH="1" flipV="1">
            <a:off x="5609602" y="4125535"/>
            <a:ext cx="157652" cy="844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34">
            <a:extLst>
              <a:ext uri="{FF2B5EF4-FFF2-40B4-BE49-F238E27FC236}">
                <a16:creationId xmlns:a16="http://schemas.microsoft.com/office/drawing/2014/main" id="{86A9D551-870C-A740-ADB9-74A97C6C0CBF}"/>
              </a:ext>
            </a:extLst>
          </p:cNvPr>
          <p:cNvCxnSpPr>
            <a:cxnSpLocks/>
            <a:stCxn id="94" idx="0"/>
            <a:endCxn id="93" idx="4"/>
          </p:cNvCxnSpPr>
          <p:nvPr/>
        </p:nvCxnSpPr>
        <p:spPr>
          <a:xfrm flipV="1">
            <a:off x="5947558" y="3927559"/>
            <a:ext cx="4159" cy="1021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40">
            <a:extLst>
              <a:ext uri="{FF2B5EF4-FFF2-40B4-BE49-F238E27FC236}">
                <a16:creationId xmlns:a16="http://schemas.microsoft.com/office/drawing/2014/main" id="{F8C35FC7-214C-E44C-9FC3-18562DEEE128}"/>
              </a:ext>
            </a:extLst>
          </p:cNvPr>
          <p:cNvCxnSpPr>
            <a:cxnSpLocks/>
            <a:stCxn id="96" idx="2"/>
            <a:endCxn id="94" idx="6"/>
          </p:cNvCxnSpPr>
          <p:nvPr/>
        </p:nvCxnSpPr>
        <p:spPr>
          <a:xfrm flipH="1">
            <a:off x="6127862" y="4209989"/>
            <a:ext cx="1576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50">
            <a:extLst>
              <a:ext uri="{FF2B5EF4-FFF2-40B4-BE49-F238E27FC236}">
                <a16:creationId xmlns:a16="http://schemas.microsoft.com/office/drawing/2014/main" id="{A82BFC25-9DA6-6143-8772-4A77A046B2D4}"/>
              </a:ext>
            </a:extLst>
          </p:cNvPr>
          <p:cNvCxnSpPr>
            <a:cxnSpLocks/>
            <a:stCxn id="95" idx="0"/>
            <a:endCxn id="91" idx="4"/>
          </p:cNvCxnSpPr>
          <p:nvPr/>
        </p:nvCxnSpPr>
        <p:spPr>
          <a:xfrm flipH="1" flipV="1">
            <a:off x="4943427" y="4178345"/>
            <a:ext cx="6227" cy="145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53">
            <a:extLst>
              <a:ext uri="{FF2B5EF4-FFF2-40B4-BE49-F238E27FC236}">
                <a16:creationId xmlns:a16="http://schemas.microsoft.com/office/drawing/2014/main" id="{AB9EB1EC-1EFE-5041-9E84-B29F19CA1AD5}"/>
              </a:ext>
            </a:extLst>
          </p:cNvPr>
          <p:cNvCxnSpPr>
            <a:cxnSpLocks/>
            <a:stCxn id="95" idx="7"/>
            <a:endCxn id="92" idx="3"/>
          </p:cNvCxnSpPr>
          <p:nvPr/>
        </p:nvCxnSpPr>
        <p:spPr>
          <a:xfrm flipV="1">
            <a:off x="5077148" y="4125535"/>
            <a:ext cx="277466" cy="2513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连接符 56">
            <a:extLst>
              <a:ext uri="{FF2B5EF4-FFF2-40B4-BE49-F238E27FC236}">
                <a16:creationId xmlns:a16="http://schemas.microsoft.com/office/drawing/2014/main" id="{E7D00D57-D7E5-8946-8BEC-DFBEFE886492}"/>
              </a:ext>
            </a:extLst>
          </p:cNvPr>
          <p:cNvCxnSpPr>
            <a:cxnSpLocks/>
            <a:stCxn id="109" idx="0"/>
            <a:endCxn id="92" idx="4"/>
          </p:cNvCxnSpPr>
          <p:nvPr/>
        </p:nvCxnSpPr>
        <p:spPr>
          <a:xfrm flipH="1" flipV="1">
            <a:off x="5482108" y="4178345"/>
            <a:ext cx="6227" cy="145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椭圆 59">
            <a:extLst>
              <a:ext uri="{FF2B5EF4-FFF2-40B4-BE49-F238E27FC236}">
                <a16:creationId xmlns:a16="http://schemas.microsoft.com/office/drawing/2014/main" id="{042F5B7C-3857-2344-98C1-6524C914BB86}"/>
              </a:ext>
            </a:extLst>
          </p:cNvPr>
          <p:cNvSpPr/>
          <p:nvPr/>
        </p:nvSpPr>
        <p:spPr>
          <a:xfrm>
            <a:off x="5308031" y="4324097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v4</a:t>
            </a:r>
            <a:endParaRPr kumimoji="1" lang="zh-CN" altLang="en-US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587A95E-3772-1D48-9FB8-9FA59FC428F0}"/>
              </a:ext>
            </a:extLst>
          </p:cNvPr>
          <p:cNvSpPr/>
          <p:nvPr/>
        </p:nvSpPr>
        <p:spPr>
          <a:xfrm>
            <a:off x="4203970" y="3452504"/>
            <a:ext cx="2533136" cy="134688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US"/>
          </a:p>
        </p:txBody>
      </p:sp>
      <p:cxnSp>
        <p:nvCxnSpPr>
          <p:cNvPr id="117" name="直线连接符 53">
            <a:extLst>
              <a:ext uri="{FF2B5EF4-FFF2-40B4-BE49-F238E27FC236}">
                <a16:creationId xmlns:a16="http://schemas.microsoft.com/office/drawing/2014/main" id="{71571E3C-D70E-FC45-9829-F1A25F56F61F}"/>
              </a:ext>
            </a:extLst>
          </p:cNvPr>
          <p:cNvCxnSpPr>
            <a:cxnSpLocks/>
            <a:stCxn id="90" idx="5"/>
            <a:endCxn id="95" idx="2"/>
          </p:cNvCxnSpPr>
          <p:nvPr/>
        </p:nvCxnSpPr>
        <p:spPr>
          <a:xfrm>
            <a:off x="4629629" y="4395991"/>
            <a:ext cx="139721" cy="1084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1AE725BB-5151-DF4C-9951-9B55AAD4DDEC}"/>
              </a:ext>
            </a:extLst>
          </p:cNvPr>
          <p:cNvSpPr txBox="1"/>
          <p:nvPr/>
        </p:nvSpPr>
        <p:spPr>
          <a:xfrm>
            <a:off x="433333" y="3942326"/>
            <a:ext cx="362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38D92CA-84E5-7A48-8E6E-FDE3BF439599}"/>
              </a:ext>
            </a:extLst>
          </p:cNvPr>
          <p:cNvSpPr txBox="1"/>
          <p:nvPr/>
        </p:nvSpPr>
        <p:spPr>
          <a:xfrm>
            <a:off x="2090248" y="1167373"/>
            <a:ext cx="434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G0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37F8B30-B8EC-EC4A-844A-7C89E53EE5CC}"/>
              </a:ext>
            </a:extLst>
          </p:cNvPr>
          <p:cNvSpPr txBox="1"/>
          <p:nvPr/>
        </p:nvSpPr>
        <p:spPr>
          <a:xfrm>
            <a:off x="5117694" y="1142706"/>
            <a:ext cx="434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G1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DD8D3DC-AF94-F640-88CD-42DF9B42FDBA}"/>
              </a:ext>
            </a:extLst>
          </p:cNvPr>
          <p:cNvSpPr txBox="1"/>
          <p:nvPr/>
        </p:nvSpPr>
        <p:spPr>
          <a:xfrm>
            <a:off x="5062449" y="3408701"/>
            <a:ext cx="434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G2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AFD3EDA-9814-BC46-83CF-6572FAF38460}"/>
              </a:ext>
            </a:extLst>
          </p:cNvPr>
          <p:cNvSpPr txBox="1"/>
          <p:nvPr/>
        </p:nvSpPr>
        <p:spPr>
          <a:xfrm>
            <a:off x="1218722" y="2541026"/>
            <a:ext cx="2482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M0={v5v6v7,  v8v6v7,v5v2v3}</a:t>
            </a:r>
          </a:p>
          <a:p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M0 = { +v1v2v3 }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08D3B80-7F8B-AB4B-ADFD-619C17A40A0A}"/>
              </a:ext>
            </a:extLst>
          </p:cNvPr>
          <p:cNvSpPr txBox="1"/>
          <p:nvPr/>
        </p:nvSpPr>
        <p:spPr>
          <a:xfrm>
            <a:off x="3927580" y="2539755"/>
            <a:ext cx="31138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M1={v5v6v7, v8v6v7, v5v2v3, v1v2v3}</a:t>
            </a:r>
          </a:p>
          <a:p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M1 = { -v8v6v7 }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141BA1B-6AC7-964A-A129-BF7A1CA356EF}"/>
              </a:ext>
            </a:extLst>
          </p:cNvPr>
          <p:cNvSpPr txBox="1"/>
          <p:nvPr/>
        </p:nvSpPr>
        <p:spPr>
          <a:xfrm>
            <a:off x="4274924" y="4813585"/>
            <a:ext cx="25331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M2={v5v6v7, v5v2v3, v1v2v3}</a:t>
            </a:r>
          </a:p>
          <a:p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M2 = { -v5v6v7}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707CE1BA-FEE8-F249-BD0B-93521960838A}"/>
              </a:ext>
            </a:extLst>
          </p:cNvPr>
          <p:cNvSpPr txBox="1"/>
          <p:nvPr/>
        </p:nvSpPr>
        <p:spPr>
          <a:xfrm>
            <a:off x="4837347" y="24154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FF8A23-5251-A1D2-C0A1-C90D3D590D9E}"/>
              </a:ext>
            </a:extLst>
          </p:cNvPr>
          <p:cNvSpPr txBox="1"/>
          <p:nvPr/>
        </p:nvSpPr>
        <p:spPr>
          <a:xfrm>
            <a:off x="4125466" y="826017"/>
            <a:ext cx="1503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G1 = (v6v8, -)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7F3B53-784B-E9ED-96EF-2BACBCF85CEB}"/>
              </a:ext>
            </a:extLst>
          </p:cNvPr>
          <p:cNvSpPr txBox="1"/>
          <p:nvPr/>
        </p:nvSpPr>
        <p:spPr>
          <a:xfrm>
            <a:off x="1180683" y="843805"/>
            <a:ext cx="15504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G0 = (v1v3, +)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B1EEE4-3120-BB40-35E4-B542F93608EF}"/>
              </a:ext>
            </a:extLst>
          </p:cNvPr>
          <p:cNvSpPr txBox="1"/>
          <p:nvPr/>
        </p:nvSpPr>
        <p:spPr>
          <a:xfrm>
            <a:off x="4127490" y="3062975"/>
            <a:ext cx="1503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G2 = (v5v6, -)</a:t>
            </a:r>
          </a:p>
        </p:txBody>
      </p:sp>
      <p:sp>
        <p:nvSpPr>
          <p:cNvPr id="32" name="椭圆 4">
            <a:extLst>
              <a:ext uri="{FF2B5EF4-FFF2-40B4-BE49-F238E27FC236}">
                <a16:creationId xmlns:a16="http://schemas.microsoft.com/office/drawing/2014/main" id="{B55918EF-8067-A335-D8A1-A0B750C97C39}"/>
              </a:ext>
            </a:extLst>
          </p:cNvPr>
          <p:cNvSpPr/>
          <p:nvPr/>
        </p:nvSpPr>
        <p:spPr>
          <a:xfrm>
            <a:off x="1336583" y="3547281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v0</a:t>
            </a:r>
            <a:endParaRPr kumimoji="1" lang="zh-CN" altLang="en-US" dirty="0"/>
          </a:p>
        </p:txBody>
      </p:sp>
      <p:sp>
        <p:nvSpPr>
          <p:cNvPr id="33" name="椭圆 5">
            <a:extLst>
              <a:ext uri="{FF2B5EF4-FFF2-40B4-BE49-F238E27FC236}">
                <a16:creationId xmlns:a16="http://schemas.microsoft.com/office/drawing/2014/main" id="{D8338A3B-1200-E79A-1ACF-375C0F085BDD}"/>
              </a:ext>
            </a:extLst>
          </p:cNvPr>
          <p:cNvSpPr/>
          <p:nvPr/>
        </p:nvSpPr>
        <p:spPr>
          <a:xfrm>
            <a:off x="1336583" y="4088193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v1</a:t>
            </a:r>
            <a:endParaRPr kumimoji="1" lang="zh-CN" altLang="en-US" dirty="0"/>
          </a:p>
        </p:txBody>
      </p:sp>
      <p:sp>
        <p:nvSpPr>
          <p:cNvPr id="34" name="椭圆 6">
            <a:extLst>
              <a:ext uri="{FF2B5EF4-FFF2-40B4-BE49-F238E27FC236}">
                <a16:creationId xmlns:a16="http://schemas.microsoft.com/office/drawing/2014/main" id="{4D69D09E-41E2-35C4-F363-987B47FBAFB5}"/>
              </a:ext>
            </a:extLst>
          </p:cNvPr>
          <p:cNvSpPr/>
          <p:nvPr/>
        </p:nvSpPr>
        <p:spPr>
          <a:xfrm>
            <a:off x="1777875" y="3817737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v2</a:t>
            </a:r>
            <a:endParaRPr kumimoji="1" lang="zh-CN" altLang="en-US" dirty="0"/>
          </a:p>
        </p:txBody>
      </p:sp>
      <p:sp>
        <p:nvSpPr>
          <p:cNvPr id="35" name="椭圆 7">
            <a:extLst>
              <a:ext uri="{FF2B5EF4-FFF2-40B4-BE49-F238E27FC236}">
                <a16:creationId xmlns:a16="http://schemas.microsoft.com/office/drawing/2014/main" id="{EB93E17E-13DC-16B3-67DE-0A4668B54B32}"/>
              </a:ext>
            </a:extLst>
          </p:cNvPr>
          <p:cNvSpPr/>
          <p:nvPr/>
        </p:nvSpPr>
        <p:spPr>
          <a:xfrm>
            <a:off x="2316556" y="3817737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v5</a:t>
            </a:r>
            <a:endParaRPr kumimoji="1" lang="zh-CN" altLang="en-US" dirty="0"/>
          </a:p>
        </p:txBody>
      </p:sp>
      <p:sp>
        <p:nvSpPr>
          <p:cNvPr id="36" name="椭圆 8">
            <a:extLst>
              <a:ext uri="{FF2B5EF4-FFF2-40B4-BE49-F238E27FC236}">
                <a16:creationId xmlns:a16="http://schemas.microsoft.com/office/drawing/2014/main" id="{38833760-C6B2-B84E-FF34-12BFD1C02BD0}"/>
              </a:ext>
            </a:extLst>
          </p:cNvPr>
          <p:cNvSpPr/>
          <p:nvPr/>
        </p:nvSpPr>
        <p:spPr>
          <a:xfrm>
            <a:off x="2786165" y="3566951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v6</a:t>
            </a:r>
            <a:endParaRPr kumimoji="1" lang="zh-CN" altLang="en-US" dirty="0"/>
          </a:p>
        </p:txBody>
      </p:sp>
      <p:sp>
        <p:nvSpPr>
          <p:cNvPr id="37" name="椭圆 9">
            <a:extLst>
              <a:ext uri="{FF2B5EF4-FFF2-40B4-BE49-F238E27FC236}">
                <a16:creationId xmlns:a16="http://schemas.microsoft.com/office/drawing/2014/main" id="{BC87949F-BA0A-EB70-1372-D18C23C3A612}"/>
              </a:ext>
            </a:extLst>
          </p:cNvPr>
          <p:cNvSpPr/>
          <p:nvPr/>
        </p:nvSpPr>
        <p:spPr>
          <a:xfrm>
            <a:off x="2782006" y="402968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v7</a:t>
            </a:r>
            <a:endParaRPr kumimoji="1" lang="zh-CN" altLang="en-US" dirty="0"/>
          </a:p>
        </p:txBody>
      </p:sp>
      <p:sp>
        <p:nvSpPr>
          <p:cNvPr id="38" name="椭圆 10">
            <a:extLst>
              <a:ext uri="{FF2B5EF4-FFF2-40B4-BE49-F238E27FC236}">
                <a16:creationId xmlns:a16="http://schemas.microsoft.com/office/drawing/2014/main" id="{421C65CE-3C43-E0AE-5D76-7FDAD68FEC1C}"/>
              </a:ext>
            </a:extLst>
          </p:cNvPr>
          <p:cNvSpPr/>
          <p:nvPr/>
        </p:nvSpPr>
        <p:spPr>
          <a:xfrm>
            <a:off x="1784102" y="4324097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v3</a:t>
            </a:r>
            <a:endParaRPr kumimoji="1" lang="zh-CN" altLang="en-US" dirty="0"/>
          </a:p>
        </p:txBody>
      </p:sp>
      <p:sp>
        <p:nvSpPr>
          <p:cNvPr id="39" name="椭圆 11">
            <a:extLst>
              <a:ext uri="{FF2B5EF4-FFF2-40B4-BE49-F238E27FC236}">
                <a16:creationId xmlns:a16="http://schemas.microsoft.com/office/drawing/2014/main" id="{9D0DBFFB-5CA3-3391-3937-9326E45D0176}"/>
              </a:ext>
            </a:extLst>
          </p:cNvPr>
          <p:cNvSpPr/>
          <p:nvPr/>
        </p:nvSpPr>
        <p:spPr>
          <a:xfrm>
            <a:off x="3300266" y="402968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v8</a:t>
            </a:r>
            <a:endParaRPr kumimoji="1" lang="zh-CN" altLang="en-US" dirty="0"/>
          </a:p>
        </p:txBody>
      </p:sp>
      <p:cxnSp>
        <p:nvCxnSpPr>
          <p:cNvPr id="40" name="直线连接符 13">
            <a:extLst>
              <a:ext uri="{FF2B5EF4-FFF2-40B4-BE49-F238E27FC236}">
                <a16:creationId xmlns:a16="http://schemas.microsoft.com/office/drawing/2014/main" id="{D54150F5-1227-F01B-1773-ADDD6EC7A4CB}"/>
              </a:ext>
            </a:extLst>
          </p:cNvPr>
          <p:cNvCxnSpPr>
            <a:cxnSpLocks/>
            <a:stCxn id="32" idx="6"/>
            <a:endCxn id="34" idx="1"/>
          </p:cNvCxnSpPr>
          <p:nvPr/>
        </p:nvCxnSpPr>
        <p:spPr>
          <a:xfrm>
            <a:off x="1697191" y="3727585"/>
            <a:ext cx="133494" cy="142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17">
            <a:extLst>
              <a:ext uri="{FF2B5EF4-FFF2-40B4-BE49-F238E27FC236}">
                <a16:creationId xmlns:a16="http://schemas.microsoft.com/office/drawing/2014/main" id="{9E9D0518-8DD8-F882-C69B-85F89B97453B}"/>
              </a:ext>
            </a:extLst>
          </p:cNvPr>
          <p:cNvCxnSpPr>
            <a:cxnSpLocks/>
            <a:stCxn id="32" idx="4"/>
            <a:endCxn id="33" idx="0"/>
          </p:cNvCxnSpPr>
          <p:nvPr/>
        </p:nvCxnSpPr>
        <p:spPr>
          <a:xfrm>
            <a:off x="1516887" y="3907889"/>
            <a:ext cx="0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连接符 20">
            <a:extLst>
              <a:ext uri="{FF2B5EF4-FFF2-40B4-BE49-F238E27FC236}">
                <a16:creationId xmlns:a16="http://schemas.microsoft.com/office/drawing/2014/main" id="{51E5B758-3988-558F-1862-9DA4836AAB0F}"/>
              </a:ext>
            </a:extLst>
          </p:cNvPr>
          <p:cNvCxnSpPr>
            <a:cxnSpLocks/>
            <a:stCxn id="34" idx="3"/>
            <a:endCxn id="33" idx="6"/>
          </p:cNvCxnSpPr>
          <p:nvPr/>
        </p:nvCxnSpPr>
        <p:spPr>
          <a:xfrm flipH="1">
            <a:off x="1697191" y="4125535"/>
            <a:ext cx="133494" cy="142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连接符 24">
            <a:extLst>
              <a:ext uri="{FF2B5EF4-FFF2-40B4-BE49-F238E27FC236}">
                <a16:creationId xmlns:a16="http://schemas.microsoft.com/office/drawing/2014/main" id="{CCF34180-7987-ADCF-24CC-3E743C1924E0}"/>
              </a:ext>
            </a:extLst>
          </p:cNvPr>
          <p:cNvCxnSpPr>
            <a:cxnSpLocks/>
            <a:stCxn id="35" idx="2"/>
            <a:endCxn id="34" idx="6"/>
          </p:cNvCxnSpPr>
          <p:nvPr/>
        </p:nvCxnSpPr>
        <p:spPr>
          <a:xfrm flipH="1">
            <a:off x="2138483" y="3998041"/>
            <a:ext cx="1780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31">
            <a:extLst>
              <a:ext uri="{FF2B5EF4-FFF2-40B4-BE49-F238E27FC236}">
                <a16:creationId xmlns:a16="http://schemas.microsoft.com/office/drawing/2014/main" id="{61F1CCF3-2B29-2FAB-50E7-D34FDF321906}"/>
              </a:ext>
            </a:extLst>
          </p:cNvPr>
          <p:cNvCxnSpPr>
            <a:cxnSpLocks/>
            <a:stCxn id="37" idx="2"/>
            <a:endCxn id="35" idx="5"/>
          </p:cNvCxnSpPr>
          <p:nvPr/>
        </p:nvCxnSpPr>
        <p:spPr>
          <a:xfrm flipH="1" flipV="1">
            <a:off x="2624354" y="4125535"/>
            <a:ext cx="157652" cy="844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34">
            <a:extLst>
              <a:ext uri="{FF2B5EF4-FFF2-40B4-BE49-F238E27FC236}">
                <a16:creationId xmlns:a16="http://schemas.microsoft.com/office/drawing/2014/main" id="{DB835DA8-5360-48A1-F003-7106ED09DFB5}"/>
              </a:ext>
            </a:extLst>
          </p:cNvPr>
          <p:cNvCxnSpPr>
            <a:cxnSpLocks/>
            <a:stCxn id="37" idx="0"/>
            <a:endCxn id="36" idx="4"/>
          </p:cNvCxnSpPr>
          <p:nvPr/>
        </p:nvCxnSpPr>
        <p:spPr>
          <a:xfrm flipV="1">
            <a:off x="2962310" y="3927559"/>
            <a:ext cx="4159" cy="1021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连接符 40">
            <a:extLst>
              <a:ext uri="{FF2B5EF4-FFF2-40B4-BE49-F238E27FC236}">
                <a16:creationId xmlns:a16="http://schemas.microsoft.com/office/drawing/2014/main" id="{6E5FC531-894A-FAA4-FED6-C93B8D40142A}"/>
              </a:ext>
            </a:extLst>
          </p:cNvPr>
          <p:cNvCxnSpPr>
            <a:cxnSpLocks/>
            <a:stCxn id="39" idx="2"/>
            <a:endCxn id="37" idx="6"/>
          </p:cNvCxnSpPr>
          <p:nvPr/>
        </p:nvCxnSpPr>
        <p:spPr>
          <a:xfrm flipH="1">
            <a:off x="3142614" y="4209989"/>
            <a:ext cx="1576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连接符 50">
            <a:extLst>
              <a:ext uri="{FF2B5EF4-FFF2-40B4-BE49-F238E27FC236}">
                <a16:creationId xmlns:a16="http://schemas.microsoft.com/office/drawing/2014/main" id="{E79BE1E5-6BB1-FBE3-8EBD-ABC3AA371426}"/>
              </a:ext>
            </a:extLst>
          </p:cNvPr>
          <p:cNvCxnSpPr>
            <a:cxnSpLocks/>
            <a:stCxn id="38" idx="0"/>
            <a:endCxn id="34" idx="4"/>
          </p:cNvCxnSpPr>
          <p:nvPr/>
        </p:nvCxnSpPr>
        <p:spPr>
          <a:xfrm flipH="1" flipV="1">
            <a:off x="1958179" y="4178345"/>
            <a:ext cx="6227" cy="145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连接符 53">
            <a:extLst>
              <a:ext uri="{FF2B5EF4-FFF2-40B4-BE49-F238E27FC236}">
                <a16:creationId xmlns:a16="http://schemas.microsoft.com/office/drawing/2014/main" id="{F59B527F-7268-EA13-C806-A16E937E7326}"/>
              </a:ext>
            </a:extLst>
          </p:cNvPr>
          <p:cNvCxnSpPr>
            <a:cxnSpLocks/>
            <a:stCxn id="38" idx="7"/>
            <a:endCxn id="35" idx="3"/>
          </p:cNvCxnSpPr>
          <p:nvPr/>
        </p:nvCxnSpPr>
        <p:spPr>
          <a:xfrm flipV="1">
            <a:off x="2091900" y="4125535"/>
            <a:ext cx="277466" cy="2513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56">
            <a:extLst>
              <a:ext uri="{FF2B5EF4-FFF2-40B4-BE49-F238E27FC236}">
                <a16:creationId xmlns:a16="http://schemas.microsoft.com/office/drawing/2014/main" id="{507C694D-6C30-A404-2C51-BC0CAC3E13BF}"/>
              </a:ext>
            </a:extLst>
          </p:cNvPr>
          <p:cNvCxnSpPr>
            <a:cxnSpLocks/>
            <a:stCxn id="51" idx="0"/>
            <a:endCxn id="35" idx="4"/>
          </p:cNvCxnSpPr>
          <p:nvPr/>
        </p:nvCxnSpPr>
        <p:spPr>
          <a:xfrm flipH="1" flipV="1">
            <a:off x="2496860" y="4178345"/>
            <a:ext cx="6227" cy="145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椭圆 59">
            <a:extLst>
              <a:ext uri="{FF2B5EF4-FFF2-40B4-BE49-F238E27FC236}">
                <a16:creationId xmlns:a16="http://schemas.microsoft.com/office/drawing/2014/main" id="{2D878306-731E-E6D0-6431-F46D66105202}"/>
              </a:ext>
            </a:extLst>
          </p:cNvPr>
          <p:cNvSpPr/>
          <p:nvPr/>
        </p:nvSpPr>
        <p:spPr>
          <a:xfrm>
            <a:off x="2322783" y="4324097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/>
              <a:t>v4</a:t>
            </a:r>
            <a:endParaRPr kumimoji="1" lang="zh-CN" alt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67C07C3-DA17-739C-95EC-447E0783037D}"/>
              </a:ext>
            </a:extLst>
          </p:cNvPr>
          <p:cNvSpPr/>
          <p:nvPr/>
        </p:nvSpPr>
        <p:spPr>
          <a:xfrm>
            <a:off x="1218722" y="3452504"/>
            <a:ext cx="2533136" cy="134688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55693B-3944-6091-DA00-79665C248A68}"/>
              </a:ext>
            </a:extLst>
          </p:cNvPr>
          <p:cNvSpPr txBox="1"/>
          <p:nvPr/>
        </p:nvSpPr>
        <p:spPr>
          <a:xfrm>
            <a:off x="2077201" y="3408701"/>
            <a:ext cx="434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7649BEB-8944-7FF7-FF72-A3CF44480215}"/>
              </a:ext>
            </a:extLst>
          </p:cNvPr>
          <p:cNvSpPr txBox="1"/>
          <p:nvPr/>
        </p:nvSpPr>
        <p:spPr>
          <a:xfrm>
            <a:off x="1289676" y="4813585"/>
            <a:ext cx="1875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M3={v5v2v3, v1v2v3}</a:t>
            </a:r>
          </a:p>
          <a:p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M2 = { … }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A4BF28-4EA4-31BB-D8E9-C6EA6C2F9A83}"/>
              </a:ext>
            </a:extLst>
          </p:cNvPr>
          <p:cNvSpPr txBox="1"/>
          <p:nvPr/>
        </p:nvSpPr>
        <p:spPr>
          <a:xfrm>
            <a:off x="1157767" y="3103972"/>
            <a:ext cx="10759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G3 =[…]</a:t>
            </a:r>
          </a:p>
        </p:txBody>
      </p:sp>
      <p:cxnSp>
        <p:nvCxnSpPr>
          <p:cNvPr id="30" name="直线连接符 20">
            <a:extLst>
              <a:ext uri="{FF2B5EF4-FFF2-40B4-BE49-F238E27FC236}">
                <a16:creationId xmlns:a16="http://schemas.microsoft.com/office/drawing/2014/main" id="{22B339BA-B0F1-1B23-1871-33E710884D08}"/>
              </a:ext>
            </a:extLst>
          </p:cNvPr>
          <p:cNvCxnSpPr>
            <a:cxnSpLocks/>
            <a:stCxn id="73" idx="2"/>
            <a:endCxn id="68" idx="5"/>
          </p:cNvCxnSpPr>
          <p:nvPr/>
        </p:nvCxnSpPr>
        <p:spPr>
          <a:xfrm flipH="1" flipV="1">
            <a:off x="4632030" y="2126337"/>
            <a:ext cx="139721" cy="1084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连接符 20">
            <a:extLst>
              <a:ext uri="{FF2B5EF4-FFF2-40B4-BE49-F238E27FC236}">
                <a16:creationId xmlns:a16="http://schemas.microsoft.com/office/drawing/2014/main" id="{00A42D05-1576-01F6-0DA4-157FC646DFE9}"/>
              </a:ext>
            </a:extLst>
          </p:cNvPr>
          <p:cNvCxnSpPr>
            <a:cxnSpLocks/>
            <a:stCxn id="38" idx="2"/>
            <a:endCxn id="33" idx="5"/>
          </p:cNvCxnSpPr>
          <p:nvPr/>
        </p:nvCxnSpPr>
        <p:spPr>
          <a:xfrm flipH="1" flipV="1">
            <a:off x="1644381" y="4395991"/>
            <a:ext cx="139721" cy="1084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C5781EE-727A-F0EA-35FD-F788A3A57882}"/>
              </a:ext>
            </a:extLst>
          </p:cNvPr>
          <p:cNvCxnSpPr>
            <a:stCxn id="66" idx="3"/>
            <a:endCxn id="88" idx="1"/>
          </p:cNvCxnSpPr>
          <p:nvPr/>
        </p:nvCxnSpPr>
        <p:spPr>
          <a:xfrm flipV="1">
            <a:off x="3726641" y="1856293"/>
            <a:ext cx="479730" cy="4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FF2E101-B17A-69C5-3040-3FBA4E8CD32A}"/>
              </a:ext>
            </a:extLst>
          </p:cNvPr>
          <p:cNvCxnSpPr>
            <a:cxnSpLocks/>
            <a:stCxn id="110" idx="1"/>
            <a:endCxn id="52" idx="3"/>
          </p:cNvCxnSpPr>
          <p:nvPr/>
        </p:nvCxnSpPr>
        <p:spPr>
          <a:xfrm flipH="1">
            <a:off x="3751858" y="4125947"/>
            <a:ext cx="452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DE847C5-A8FD-E0B6-B209-BF55E0198C0C}"/>
              </a:ext>
            </a:extLst>
          </p:cNvPr>
          <p:cNvCxnSpPr>
            <a:cxnSpLocks/>
            <a:stCxn id="52" idx="1"/>
            <a:endCxn id="131" idx="3"/>
          </p:cNvCxnSpPr>
          <p:nvPr/>
        </p:nvCxnSpPr>
        <p:spPr>
          <a:xfrm flipH="1">
            <a:off x="795506" y="4125947"/>
            <a:ext cx="423216" cy="1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5629BDB2-004B-8ADF-6613-0A1239773639}"/>
              </a:ext>
            </a:extLst>
          </p:cNvPr>
          <p:cNvCxnSpPr>
            <a:stCxn id="88" idx="3"/>
            <a:endCxn id="110" idx="3"/>
          </p:cNvCxnSpPr>
          <p:nvPr/>
        </p:nvCxnSpPr>
        <p:spPr>
          <a:xfrm flipH="1">
            <a:off x="6737106" y="1856293"/>
            <a:ext cx="2401" cy="2269654"/>
          </a:xfrm>
          <a:prstGeom prst="bentConnector3">
            <a:avLst>
              <a:gd name="adj1" fmla="val -9521033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78E8B725-34E9-EB06-6B71-4918B0C1DD2E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760563" y="1855802"/>
            <a:ext cx="432942" cy="9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399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椭圆 4">
            <a:extLst>
              <a:ext uri="{FF2B5EF4-FFF2-40B4-BE49-F238E27FC236}">
                <a16:creationId xmlns:a16="http://schemas.microsoft.com/office/drawing/2014/main" id="{484E45E6-D466-14B8-7FD9-C5C52D71FFE0}"/>
              </a:ext>
            </a:extLst>
          </p:cNvPr>
          <p:cNvSpPr/>
          <p:nvPr/>
        </p:nvSpPr>
        <p:spPr>
          <a:xfrm>
            <a:off x="830452" y="937156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v0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椭圆 5">
            <a:extLst>
              <a:ext uri="{FF2B5EF4-FFF2-40B4-BE49-F238E27FC236}">
                <a16:creationId xmlns:a16="http://schemas.microsoft.com/office/drawing/2014/main" id="{AF0CD1B8-6481-E09D-FCE8-66C6F086AD2B}"/>
              </a:ext>
            </a:extLst>
          </p:cNvPr>
          <p:cNvSpPr/>
          <p:nvPr/>
        </p:nvSpPr>
        <p:spPr>
          <a:xfrm>
            <a:off x="830452" y="1542896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椭圆 6">
            <a:extLst>
              <a:ext uri="{FF2B5EF4-FFF2-40B4-BE49-F238E27FC236}">
                <a16:creationId xmlns:a16="http://schemas.microsoft.com/office/drawing/2014/main" id="{4849BC05-BA6A-6D46-265B-A7BA8EEFD9BE}"/>
              </a:ext>
            </a:extLst>
          </p:cNvPr>
          <p:cNvSpPr/>
          <p:nvPr/>
        </p:nvSpPr>
        <p:spPr>
          <a:xfrm>
            <a:off x="1348847" y="1235098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椭圆 7">
            <a:extLst>
              <a:ext uri="{FF2B5EF4-FFF2-40B4-BE49-F238E27FC236}">
                <a16:creationId xmlns:a16="http://schemas.microsoft.com/office/drawing/2014/main" id="{5FD1D4DB-2C7E-9A54-637A-CDCDE4DDCEBE}"/>
              </a:ext>
            </a:extLst>
          </p:cNvPr>
          <p:cNvSpPr/>
          <p:nvPr/>
        </p:nvSpPr>
        <p:spPr>
          <a:xfrm>
            <a:off x="1972219" y="1235098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椭圆 8">
            <a:extLst>
              <a:ext uri="{FF2B5EF4-FFF2-40B4-BE49-F238E27FC236}">
                <a16:creationId xmlns:a16="http://schemas.microsoft.com/office/drawing/2014/main" id="{CFEDB51E-EC89-B98C-5AF1-1D82551B8F5F}"/>
              </a:ext>
            </a:extLst>
          </p:cNvPr>
          <p:cNvSpPr/>
          <p:nvPr/>
        </p:nvSpPr>
        <p:spPr>
          <a:xfrm>
            <a:off x="2514872" y="937156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v6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椭圆 9">
            <a:extLst>
              <a:ext uri="{FF2B5EF4-FFF2-40B4-BE49-F238E27FC236}">
                <a16:creationId xmlns:a16="http://schemas.microsoft.com/office/drawing/2014/main" id="{E4BFDC8D-CA08-3105-96C7-46A0220CFFD3}"/>
              </a:ext>
            </a:extLst>
          </p:cNvPr>
          <p:cNvSpPr/>
          <p:nvPr/>
        </p:nvSpPr>
        <p:spPr>
          <a:xfrm>
            <a:off x="2514872" y="1542896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v7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椭圆 10">
            <a:extLst>
              <a:ext uri="{FF2B5EF4-FFF2-40B4-BE49-F238E27FC236}">
                <a16:creationId xmlns:a16="http://schemas.microsoft.com/office/drawing/2014/main" id="{42E418A0-B46B-DB6C-B037-0CAFBF4340FD}"/>
              </a:ext>
            </a:extLst>
          </p:cNvPr>
          <p:cNvSpPr/>
          <p:nvPr/>
        </p:nvSpPr>
        <p:spPr>
          <a:xfrm>
            <a:off x="1348847" y="177601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v3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椭圆 11">
            <a:extLst>
              <a:ext uri="{FF2B5EF4-FFF2-40B4-BE49-F238E27FC236}">
                <a16:creationId xmlns:a16="http://schemas.microsoft.com/office/drawing/2014/main" id="{0571C015-AC33-898C-2FC1-A2807781FA63}"/>
              </a:ext>
            </a:extLst>
          </p:cNvPr>
          <p:cNvSpPr/>
          <p:nvPr/>
        </p:nvSpPr>
        <p:spPr>
          <a:xfrm>
            <a:off x="3104372" y="1542896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v8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直线连接符 13">
            <a:extLst>
              <a:ext uri="{FF2B5EF4-FFF2-40B4-BE49-F238E27FC236}">
                <a16:creationId xmlns:a16="http://schemas.microsoft.com/office/drawing/2014/main" id="{5397AA41-51D1-EF50-548A-67F5FD6BA855}"/>
              </a:ext>
            </a:extLst>
          </p:cNvPr>
          <p:cNvCxnSpPr>
            <a:cxnSpLocks/>
            <a:stCxn id="102" idx="6"/>
            <a:endCxn id="104" idx="1"/>
          </p:cNvCxnSpPr>
          <p:nvPr/>
        </p:nvCxnSpPr>
        <p:spPr>
          <a:xfrm>
            <a:off x="1191060" y="1117460"/>
            <a:ext cx="210597" cy="1704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7">
            <a:extLst>
              <a:ext uri="{FF2B5EF4-FFF2-40B4-BE49-F238E27FC236}">
                <a16:creationId xmlns:a16="http://schemas.microsoft.com/office/drawing/2014/main" id="{6205BCFD-1C0E-38EC-5686-154BFD981218}"/>
              </a:ext>
            </a:extLst>
          </p:cNvPr>
          <p:cNvCxnSpPr>
            <a:cxnSpLocks/>
            <a:stCxn id="102" idx="4"/>
            <a:endCxn id="103" idx="0"/>
          </p:cNvCxnSpPr>
          <p:nvPr/>
        </p:nvCxnSpPr>
        <p:spPr>
          <a:xfrm>
            <a:off x="1010756" y="1297764"/>
            <a:ext cx="0" cy="2451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20">
            <a:extLst>
              <a:ext uri="{FF2B5EF4-FFF2-40B4-BE49-F238E27FC236}">
                <a16:creationId xmlns:a16="http://schemas.microsoft.com/office/drawing/2014/main" id="{0955BB98-E783-929B-EDD9-D63BA405806C}"/>
              </a:ext>
            </a:extLst>
          </p:cNvPr>
          <p:cNvCxnSpPr>
            <a:cxnSpLocks/>
            <a:stCxn id="104" idx="3"/>
            <a:endCxn id="103" idx="6"/>
          </p:cNvCxnSpPr>
          <p:nvPr/>
        </p:nvCxnSpPr>
        <p:spPr>
          <a:xfrm flipH="1">
            <a:off x="1191060" y="1542896"/>
            <a:ext cx="210597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24">
            <a:extLst>
              <a:ext uri="{FF2B5EF4-FFF2-40B4-BE49-F238E27FC236}">
                <a16:creationId xmlns:a16="http://schemas.microsoft.com/office/drawing/2014/main" id="{F6D3C065-8779-1076-034A-DC41D69431B3}"/>
              </a:ext>
            </a:extLst>
          </p:cNvPr>
          <p:cNvCxnSpPr>
            <a:cxnSpLocks/>
            <a:stCxn id="105" idx="2"/>
            <a:endCxn id="104" idx="6"/>
          </p:cNvCxnSpPr>
          <p:nvPr/>
        </p:nvCxnSpPr>
        <p:spPr>
          <a:xfrm flipH="1">
            <a:off x="1709455" y="1415402"/>
            <a:ext cx="2627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28">
            <a:extLst>
              <a:ext uri="{FF2B5EF4-FFF2-40B4-BE49-F238E27FC236}">
                <a16:creationId xmlns:a16="http://schemas.microsoft.com/office/drawing/2014/main" id="{6AE685D4-6AFF-54D2-68D4-F414FC93AF1E}"/>
              </a:ext>
            </a:extLst>
          </p:cNvPr>
          <p:cNvCxnSpPr>
            <a:cxnSpLocks/>
            <a:stCxn id="106" idx="2"/>
            <a:endCxn id="105" idx="7"/>
          </p:cNvCxnSpPr>
          <p:nvPr/>
        </p:nvCxnSpPr>
        <p:spPr>
          <a:xfrm flipH="1">
            <a:off x="2280017" y="1117460"/>
            <a:ext cx="234855" cy="1704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连接符 31">
            <a:extLst>
              <a:ext uri="{FF2B5EF4-FFF2-40B4-BE49-F238E27FC236}">
                <a16:creationId xmlns:a16="http://schemas.microsoft.com/office/drawing/2014/main" id="{1CF8ADC0-8C9E-1F51-BBC0-A11D09D6D69E}"/>
              </a:ext>
            </a:extLst>
          </p:cNvPr>
          <p:cNvCxnSpPr>
            <a:cxnSpLocks/>
            <a:stCxn id="107" idx="2"/>
            <a:endCxn id="105" idx="5"/>
          </p:cNvCxnSpPr>
          <p:nvPr/>
        </p:nvCxnSpPr>
        <p:spPr>
          <a:xfrm flipH="1" flipV="1">
            <a:off x="2280017" y="1542896"/>
            <a:ext cx="234855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34">
            <a:extLst>
              <a:ext uri="{FF2B5EF4-FFF2-40B4-BE49-F238E27FC236}">
                <a16:creationId xmlns:a16="http://schemas.microsoft.com/office/drawing/2014/main" id="{3FBCF2FB-59FD-AFD7-7D25-DB77CDCCDCD2}"/>
              </a:ext>
            </a:extLst>
          </p:cNvPr>
          <p:cNvCxnSpPr>
            <a:cxnSpLocks/>
            <a:stCxn id="107" idx="0"/>
            <a:endCxn id="106" idx="4"/>
          </p:cNvCxnSpPr>
          <p:nvPr/>
        </p:nvCxnSpPr>
        <p:spPr>
          <a:xfrm flipV="1">
            <a:off x="2695176" y="1297764"/>
            <a:ext cx="0" cy="2451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连接符 37">
            <a:extLst>
              <a:ext uri="{FF2B5EF4-FFF2-40B4-BE49-F238E27FC236}">
                <a16:creationId xmlns:a16="http://schemas.microsoft.com/office/drawing/2014/main" id="{B1FF29BF-FEA8-E9C4-76F0-18A7A213AA52}"/>
              </a:ext>
            </a:extLst>
          </p:cNvPr>
          <p:cNvCxnSpPr>
            <a:cxnSpLocks/>
            <a:stCxn id="109" idx="1"/>
            <a:endCxn id="106" idx="5"/>
          </p:cNvCxnSpPr>
          <p:nvPr/>
        </p:nvCxnSpPr>
        <p:spPr>
          <a:xfrm flipH="1" flipV="1">
            <a:off x="2822670" y="1244954"/>
            <a:ext cx="334512" cy="350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40">
            <a:extLst>
              <a:ext uri="{FF2B5EF4-FFF2-40B4-BE49-F238E27FC236}">
                <a16:creationId xmlns:a16="http://schemas.microsoft.com/office/drawing/2014/main" id="{3722DE2F-2518-C916-B441-C62234696F7B}"/>
              </a:ext>
            </a:extLst>
          </p:cNvPr>
          <p:cNvCxnSpPr>
            <a:cxnSpLocks/>
            <a:stCxn id="109" idx="2"/>
            <a:endCxn id="107" idx="6"/>
          </p:cNvCxnSpPr>
          <p:nvPr/>
        </p:nvCxnSpPr>
        <p:spPr>
          <a:xfrm flipH="1">
            <a:off x="2875480" y="1723200"/>
            <a:ext cx="2288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线连接符 50">
            <a:extLst>
              <a:ext uri="{FF2B5EF4-FFF2-40B4-BE49-F238E27FC236}">
                <a16:creationId xmlns:a16="http://schemas.microsoft.com/office/drawing/2014/main" id="{9BF2B4D1-D32A-8716-20E6-C30AA8D36DD4}"/>
              </a:ext>
            </a:extLst>
          </p:cNvPr>
          <p:cNvCxnSpPr>
            <a:cxnSpLocks/>
            <a:stCxn id="108" idx="0"/>
            <a:endCxn id="104" idx="4"/>
          </p:cNvCxnSpPr>
          <p:nvPr/>
        </p:nvCxnSpPr>
        <p:spPr>
          <a:xfrm flipV="1">
            <a:off x="1529151" y="1595706"/>
            <a:ext cx="0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线连接符 53">
            <a:extLst>
              <a:ext uri="{FF2B5EF4-FFF2-40B4-BE49-F238E27FC236}">
                <a16:creationId xmlns:a16="http://schemas.microsoft.com/office/drawing/2014/main" id="{DD106AED-89C8-B043-7D21-0BAAE760B99F}"/>
              </a:ext>
            </a:extLst>
          </p:cNvPr>
          <p:cNvCxnSpPr>
            <a:cxnSpLocks/>
            <a:stCxn id="108" idx="7"/>
            <a:endCxn id="105" idx="3"/>
          </p:cNvCxnSpPr>
          <p:nvPr/>
        </p:nvCxnSpPr>
        <p:spPr>
          <a:xfrm flipV="1">
            <a:off x="1656645" y="1542896"/>
            <a:ext cx="368384" cy="2859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线连接符 56">
            <a:extLst>
              <a:ext uri="{FF2B5EF4-FFF2-40B4-BE49-F238E27FC236}">
                <a16:creationId xmlns:a16="http://schemas.microsoft.com/office/drawing/2014/main" id="{179B2241-E753-22B7-1929-B8127CEB51C0}"/>
              </a:ext>
            </a:extLst>
          </p:cNvPr>
          <p:cNvCxnSpPr>
            <a:cxnSpLocks/>
            <a:stCxn id="122" idx="0"/>
            <a:endCxn id="105" idx="4"/>
          </p:cNvCxnSpPr>
          <p:nvPr/>
        </p:nvCxnSpPr>
        <p:spPr>
          <a:xfrm flipV="1">
            <a:off x="2152523" y="1595706"/>
            <a:ext cx="0" cy="1803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椭圆 59">
            <a:extLst>
              <a:ext uri="{FF2B5EF4-FFF2-40B4-BE49-F238E27FC236}">
                <a16:creationId xmlns:a16="http://schemas.microsoft.com/office/drawing/2014/main" id="{AC9D5513-DC2C-BCE1-0E47-FFC38BC3F7B6}"/>
              </a:ext>
            </a:extLst>
          </p:cNvPr>
          <p:cNvSpPr/>
          <p:nvPr/>
        </p:nvSpPr>
        <p:spPr>
          <a:xfrm>
            <a:off x="1972219" y="1776009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v4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666BFCA-DB78-30F6-0055-9A6633F10E83}"/>
              </a:ext>
            </a:extLst>
          </p:cNvPr>
          <p:cNvSpPr txBox="1"/>
          <p:nvPr/>
        </p:nvSpPr>
        <p:spPr>
          <a:xfrm>
            <a:off x="936835" y="171169"/>
            <a:ext cx="24259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Graph G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B883E76-90DF-A6C3-C5AB-BF8B60410BBB}"/>
              </a:ext>
            </a:extLst>
          </p:cNvPr>
          <p:cNvSpPr txBox="1"/>
          <p:nvPr/>
        </p:nvSpPr>
        <p:spPr>
          <a:xfrm>
            <a:off x="3847625" y="186487"/>
            <a:ext cx="23221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edge-induced subgraph of G</a:t>
            </a:r>
          </a:p>
        </p:txBody>
      </p:sp>
      <p:sp>
        <p:nvSpPr>
          <p:cNvPr id="162" name="椭圆 7">
            <a:extLst>
              <a:ext uri="{FF2B5EF4-FFF2-40B4-BE49-F238E27FC236}">
                <a16:creationId xmlns:a16="http://schemas.microsoft.com/office/drawing/2014/main" id="{571B986C-287C-E525-4C55-46699900F14D}"/>
              </a:ext>
            </a:extLst>
          </p:cNvPr>
          <p:cNvSpPr/>
          <p:nvPr/>
        </p:nvSpPr>
        <p:spPr>
          <a:xfrm>
            <a:off x="4125413" y="141544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椭圆 8">
            <a:extLst>
              <a:ext uri="{FF2B5EF4-FFF2-40B4-BE49-F238E27FC236}">
                <a16:creationId xmlns:a16="http://schemas.microsoft.com/office/drawing/2014/main" id="{63543CDC-B93B-4C35-6756-C794BA902C39}"/>
              </a:ext>
            </a:extLst>
          </p:cNvPr>
          <p:cNvSpPr/>
          <p:nvPr/>
        </p:nvSpPr>
        <p:spPr>
          <a:xfrm>
            <a:off x="4668066" y="1117498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v6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椭圆 9">
            <a:extLst>
              <a:ext uri="{FF2B5EF4-FFF2-40B4-BE49-F238E27FC236}">
                <a16:creationId xmlns:a16="http://schemas.microsoft.com/office/drawing/2014/main" id="{9513568F-E383-BC08-06DA-3931DD738DB1}"/>
              </a:ext>
            </a:extLst>
          </p:cNvPr>
          <p:cNvSpPr/>
          <p:nvPr/>
        </p:nvSpPr>
        <p:spPr>
          <a:xfrm>
            <a:off x="4668066" y="1723238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v7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椭圆 11">
            <a:extLst>
              <a:ext uri="{FF2B5EF4-FFF2-40B4-BE49-F238E27FC236}">
                <a16:creationId xmlns:a16="http://schemas.microsoft.com/office/drawing/2014/main" id="{22DDC9EE-5E5A-2F0C-D981-1B29C9AD03CD}"/>
              </a:ext>
            </a:extLst>
          </p:cNvPr>
          <p:cNvSpPr/>
          <p:nvPr/>
        </p:nvSpPr>
        <p:spPr>
          <a:xfrm>
            <a:off x="5257566" y="1723238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v8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6" name="直线连接符 28">
            <a:extLst>
              <a:ext uri="{FF2B5EF4-FFF2-40B4-BE49-F238E27FC236}">
                <a16:creationId xmlns:a16="http://schemas.microsoft.com/office/drawing/2014/main" id="{A0832F32-5353-6483-2073-E48093FA2BCB}"/>
              </a:ext>
            </a:extLst>
          </p:cNvPr>
          <p:cNvCxnSpPr>
            <a:cxnSpLocks/>
            <a:stCxn id="163" idx="2"/>
            <a:endCxn id="162" idx="7"/>
          </p:cNvCxnSpPr>
          <p:nvPr/>
        </p:nvCxnSpPr>
        <p:spPr>
          <a:xfrm flipH="1">
            <a:off x="4433211" y="1297802"/>
            <a:ext cx="234855" cy="1704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线连接符 31">
            <a:extLst>
              <a:ext uri="{FF2B5EF4-FFF2-40B4-BE49-F238E27FC236}">
                <a16:creationId xmlns:a16="http://schemas.microsoft.com/office/drawing/2014/main" id="{EA76CB06-9360-F9C9-3F3E-419E5AD2412E}"/>
              </a:ext>
            </a:extLst>
          </p:cNvPr>
          <p:cNvCxnSpPr>
            <a:cxnSpLocks/>
            <a:stCxn id="164" idx="2"/>
            <a:endCxn id="162" idx="5"/>
          </p:cNvCxnSpPr>
          <p:nvPr/>
        </p:nvCxnSpPr>
        <p:spPr>
          <a:xfrm flipH="1" flipV="1">
            <a:off x="4433211" y="1723238"/>
            <a:ext cx="234855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线连接符 40">
            <a:extLst>
              <a:ext uri="{FF2B5EF4-FFF2-40B4-BE49-F238E27FC236}">
                <a16:creationId xmlns:a16="http://schemas.microsoft.com/office/drawing/2014/main" id="{5CD71283-91F8-53C1-128A-0ADCBD15321B}"/>
              </a:ext>
            </a:extLst>
          </p:cNvPr>
          <p:cNvCxnSpPr>
            <a:cxnSpLocks/>
            <a:stCxn id="165" idx="2"/>
            <a:endCxn id="164" idx="6"/>
          </p:cNvCxnSpPr>
          <p:nvPr/>
        </p:nvCxnSpPr>
        <p:spPr>
          <a:xfrm flipH="1">
            <a:off x="5028674" y="1903542"/>
            <a:ext cx="2288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E90CB3C3-63FB-0C1C-605A-6CDC18908998}"/>
              </a:ext>
            </a:extLst>
          </p:cNvPr>
          <p:cNvSpPr txBox="1"/>
          <p:nvPr/>
        </p:nvSpPr>
        <p:spPr>
          <a:xfrm>
            <a:off x="6934086" y="207748"/>
            <a:ext cx="2540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vertex-induced subgraph of G</a:t>
            </a:r>
          </a:p>
        </p:txBody>
      </p: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76D9A240-3F05-4C82-FC3C-0E3828E5F5F4}"/>
              </a:ext>
            </a:extLst>
          </p:cNvPr>
          <p:cNvCxnSpPr>
            <a:cxnSpLocks/>
          </p:cNvCxnSpPr>
          <p:nvPr/>
        </p:nvCxnSpPr>
        <p:spPr>
          <a:xfrm>
            <a:off x="3555240" y="227434"/>
            <a:ext cx="0" cy="4431904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C2FDFD80-9F76-E40B-E0AD-6F809A036F0B}"/>
              </a:ext>
            </a:extLst>
          </p:cNvPr>
          <p:cNvCxnSpPr>
            <a:cxnSpLocks/>
          </p:cNvCxnSpPr>
          <p:nvPr/>
        </p:nvCxnSpPr>
        <p:spPr>
          <a:xfrm>
            <a:off x="6736782" y="235368"/>
            <a:ext cx="0" cy="4410553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7" name="TextBox 256">
            <a:extLst>
              <a:ext uri="{FF2B5EF4-FFF2-40B4-BE49-F238E27FC236}">
                <a16:creationId xmlns:a16="http://schemas.microsoft.com/office/drawing/2014/main" id="{1F0ACECD-5C62-C81B-CDE7-E93FAD871AD8}"/>
              </a:ext>
            </a:extLst>
          </p:cNvPr>
          <p:cNvSpPr txBox="1"/>
          <p:nvPr/>
        </p:nvSpPr>
        <p:spPr>
          <a:xfrm>
            <a:off x="792740" y="2428094"/>
            <a:ext cx="2714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Graph Q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D3404EF7-E1C0-4466-C82C-5BC40D1ADE01}"/>
              </a:ext>
            </a:extLst>
          </p:cNvPr>
          <p:cNvSpPr txBox="1"/>
          <p:nvPr/>
        </p:nvSpPr>
        <p:spPr>
          <a:xfrm>
            <a:off x="3546827" y="2422450"/>
            <a:ext cx="3222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isomorphisms of Q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026FABFB-B90B-AB8A-A14B-5816EB46A60F}"/>
              </a:ext>
            </a:extLst>
          </p:cNvPr>
          <p:cNvSpPr txBox="1"/>
          <p:nvPr/>
        </p:nvSpPr>
        <p:spPr>
          <a:xfrm>
            <a:off x="6859594" y="2424444"/>
            <a:ext cx="2653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 in G that is isomorphic to Q</a:t>
            </a:r>
          </a:p>
        </p:txBody>
      </p:sp>
      <p:sp>
        <p:nvSpPr>
          <p:cNvPr id="260" name="椭圆 7">
            <a:extLst>
              <a:ext uri="{FF2B5EF4-FFF2-40B4-BE49-F238E27FC236}">
                <a16:creationId xmlns:a16="http://schemas.microsoft.com/office/drawing/2014/main" id="{25A9331B-FA18-A157-A755-65878191A53D}"/>
              </a:ext>
            </a:extLst>
          </p:cNvPr>
          <p:cNvSpPr/>
          <p:nvPr/>
        </p:nvSpPr>
        <p:spPr>
          <a:xfrm>
            <a:off x="7312738" y="3707387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1" name="椭圆 8">
            <a:extLst>
              <a:ext uri="{FF2B5EF4-FFF2-40B4-BE49-F238E27FC236}">
                <a16:creationId xmlns:a16="http://schemas.microsoft.com/office/drawing/2014/main" id="{51AA4387-45C0-1333-419E-E363E834DF96}"/>
              </a:ext>
            </a:extLst>
          </p:cNvPr>
          <p:cNvSpPr/>
          <p:nvPr/>
        </p:nvSpPr>
        <p:spPr>
          <a:xfrm>
            <a:off x="7855391" y="340944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v6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椭圆 9">
            <a:extLst>
              <a:ext uri="{FF2B5EF4-FFF2-40B4-BE49-F238E27FC236}">
                <a16:creationId xmlns:a16="http://schemas.microsoft.com/office/drawing/2014/main" id="{81F58A17-3831-E2A1-D3D9-9FF584196AB3}"/>
              </a:ext>
            </a:extLst>
          </p:cNvPr>
          <p:cNvSpPr/>
          <p:nvPr/>
        </p:nvSpPr>
        <p:spPr>
          <a:xfrm>
            <a:off x="7855391" y="401518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v7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" name="椭圆 11">
            <a:extLst>
              <a:ext uri="{FF2B5EF4-FFF2-40B4-BE49-F238E27FC236}">
                <a16:creationId xmlns:a16="http://schemas.microsoft.com/office/drawing/2014/main" id="{C7134304-1DAA-F257-09EA-C1CDD7A3BE47}"/>
              </a:ext>
            </a:extLst>
          </p:cNvPr>
          <p:cNvSpPr/>
          <p:nvPr/>
        </p:nvSpPr>
        <p:spPr>
          <a:xfrm>
            <a:off x="8444891" y="401518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v8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4" name="直线连接符 28">
            <a:extLst>
              <a:ext uri="{FF2B5EF4-FFF2-40B4-BE49-F238E27FC236}">
                <a16:creationId xmlns:a16="http://schemas.microsoft.com/office/drawing/2014/main" id="{73216835-E7AE-3E23-9593-EE4E34D3949F}"/>
              </a:ext>
            </a:extLst>
          </p:cNvPr>
          <p:cNvCxnSpPr>
            <a:cxnSpLocks/>
            <a:stCxn id="261" idx="2"/>
            <a:endCxn id="260" idx="7"/>
          </p:cNvCxnSpPr>
          <p:nvPr/>
        </p:nvCxnSpPr>
        <p:spPr>
          <a:xfrm flipH="1">
            <a:off x="7620536" y="3589749"/>
            <a:ext cx="234855" cy="1704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线连接符 31">
            <a:extLst>
              <a:ext uri="{FF2B5EF4-FFF2-40B4-BE49-F238E27FC236}">
                <a16:creationId xmlns:a16="http://schemas.microsoft.com/office/drawing/2014/main" id="{28EC8B01-BEC0-50CA-5CF6-6CFEC13EF236}"/>
              </a:ext>
            </a:extLst>
          </p:cNvPr>
          <p:cNvCxnSpPr>
            <a:cxnSpLocks/>
            <a:stCxn id="262" idx="2"/>
            <a:endCxn id="260" idx="5"/>
          </p:cNvCxnSpPr>
          <p:nvPr/>
        </p:nvCxnSpPr>
        <p:spPr>
          <a:xfrm flipH="1" flipV="1">
            <a:off x="7620536" y="4015185"/>
            <a:ext cx="234855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线连接符 34">
            <a:extLst>
              <a:ext uri="{FF2B5EF4-FFF2-40B4-BE49-F238E27FC236}">
                <a16:creationId xmlns:a16="http://schemas.microsoft.com/office/drawing/2014/main" id="{CBCC5C9E-61E9-7406-19F2-A5BA16A168A6}"/>
              </a:ext>
            </a:extLst>
          </p:cNvPr>
          <p:cNvCxnSpPr>
            <a:cxnSpLocks/>
            <a:stCxn id="262" idx="0"/>
            <a:endCxn id="261" idx="4"/>
          </p:cNvCxnSpPr>
          <p:nvPr/>
        </p:nvCxnSpPr>
        <p:spPr>
          <a:xfrm flipV="1">
            <a:off x="8035695" y="3770053"/>
            <a:ext cx="0" cy="2451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线连接符 37">
            <a:extLst>
              <a:ext uri="{FF2B5EF4-FFF2-40B4-BE49-F238E27FC236}">
                <a16:creationId xmlns:a16="http://schemas.microsoft.com/office/drawing/2014/main" id="{92E96405-2563-E13A-33FD-BD2FF9811BF4}"/>
              </a:ext>
            </a:extLst>
          </p:cNvPr>
          <p:cNvCxnSpPr>
            <a:cxnSpLocks/>
            <a:stCxn id="263" idx="1"/>
            <a:endCxn id="261" idx="5"/>
          </p:cNvCxnSpPr>
          <p:nvPr/>
        </p:nvCxnSpPr>
        <p:spPr>
          <a:xfrm flipH="1" flipV="1">
            <a:off x="8163189" y="3717243"/>
            <a:ext cx="334512" cy="350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线连接符 40">
            <a:extLst>
              <a:ext uri="{FF2B5EF4-FFF2-40B4-BE49-F238E27FC236}">
                <a16:creationId xmlns:a16="http://schemas.microsoft.com/office/drawing/2014/main" id="{86458158-4947-FE57-B09C-F3BB475337C9}"/>
              </a:ext>
            </a:extLst>
          </p:cNvPr>
          <p:cNvCxnSpPr>
            <a:cxnSpLocks/>
            <a:stCxn id="263" idx="2"/>
            <a:endCxn id="262" idx="6"/>
          </p:cNvCxnSpPr>
          <p:nvPr/>
        </p:nvCxnSpPr>
        <p:spPr>
          <a:xfrm flipH="1">
            <a:off x="8215999" y="4195489"/>
            <a:ext cx="2288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椭圆 7">
            <a:extLst>
              <a:ext uri="{FF2B5EF4-FFF2-40B4-BE49-F238E27FC236}">
                <a16:creationId xmlns:a16="http://schemas.microsoft.com/office/drawing/2014/main" id="{3C1AAD00-D631-74F9-135B-625944728B41}"/>
              </a:ext>
            </a:extLst>
          </p:cNvPr>
          <p:cNvSpPr/>
          <p:nvPr/>
        </p:nvSpPr>
        <p:spPr>
          <a:xfrm>
            <a:off x="1458664" y="3358577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椭圆 8">
            <a:extLst>
              <a:ext uri="{FF2B5EF4-FFF2-40B4-BE49-F238E27FC236}">
                <a16:creationId xmlns:a16="http://schemas.microsoft.com/office/drawing/2014/main" id="{9AE4647A-2BC8-06AE-7D6B-9A80BC7CE2EF}"/>
              </a:ext>
            </a:extLst>
          </p:cNvPr>
          <p:cNvSpPr/>
          <p:nvPr/>
        </p:nvSpPr>
        <p:spPr>
          <a:xfrm>
            <a:off x="2154137" y="3347727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2" name="椭圆 9">
            <a:extLst>
              <a:ext uri="{FF2B5EF4-FFF2-40B4-BE49-F238E27FC236}">
                <a16:creationId xmlns:a16="http://schemas.microsoft.com/office/drawing/2014/main" id="{1D5D56B4-3F52-0701-8D1C-E3F6BE343745}"/>
              </a:ext>
            </a:extLst>
          </p:cNvPr>
          <p:cNvSpPr/>
          <p:nvPr/>
        </p:nvSpPr>
        <p:spPr>
          <a:xfrm>
            <a:off x="1458664" y="3994822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3" name="椭圆 11">
            <a:extLst>
              <a:ext uri="{FF2B5EF4-FFF2-40B4-BE49-F238E27FC236}">
                <a16:creationId xmlns:a16="http://schemas.microsoft.com/office/drawing/2014/main" id="{9FBCFD2C-4907-AA4F-DF15-E38162DBE345}"/>
              </a:ext>
            </a:extLst>
          </p:cNvPr>
          <p:cNvSpPr/>
          <p:nvPr/>
        </p:nvSpPr>
        <p:spPr>
          <a:xfrm>
            <a:off x="2153779" y="3994822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4" name="直线连接符 28">
            <a:extLst>
              <a:ext uri="{FF2B5EF4-FFF2-40B4-BE49-F238E27FC236}">
                <a16:creationId xmlns:a16="http://schemas.microsoft.com/office/drawing/2014/main" id="{2A542826-4EFA-4340-0E42-DEAFC82290A9}"/>
              </a:ext>
            </a:extLst>
          </p:cNvPr>
          <p:cNvCxnSpPr>
            <a:cxnSpLocks/>
            <a:stCxn id="271" idx="2"/>
            <a:endCxn id="270" idx="6"/>
          </p:cNvCxnSpPr>
          <p:nvPr/>
        </p:nvCxnSpPr>
        <p:spPr>
          <a:xfrm flipH="1">
            <a:off x="1819272" y="3528031"/>
            <a:ext cx="334865" cy="108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线连接符 31">
            <a:extLst>
              <a:ext uri="{FF2B5EF4-FFF2-40B4-BE49-F238E27FC236}">
                <a16:creationId xmlns:a16="http://schemas.microsoft.com/office/drawing/2014/main" id="{32AC3CCD-E9BB-77D0-7FC1-9D097FA863C6}"/>
              </a:ext>
            </a:extLst>
          </p:cNvPr>
          <p:cNvCxnSpPr>
            <a:cxnSpLocks/>
            <a:stCxn id="272" idx="0"/>
            <a:endCxn id="270" idx="4"/>
          </p:cNvCxnSpPr>
          <p:nvPr/>
        </p:nvCxnSpPr>
        <p:spPr>
          <a:xfrm flipV="1">
            <a:off x="1638968" y="3719185"/>
            <a:ext cx="0" cy="2756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线连接符 34">
            <a:extLst>
              <a:ext uri="{FF2B5EF4-FFF2-40B4-BE49-F238E27FC236}">
                <a16:creationId xmlns:a16="http://schemas.microsoft.com/office/drawing/2014/main" id="{DA289A2A-A94C-F4F3-1539-DB7B449B4E17}"/>
              </a:ext>
            </a:extLst>
          </p:cNvPr>
          <p:cNvCxnSpPr>
            <a:cxnSpLocks/>
            <a:stCxn id="272" idx="7"/>
            <a:endCxn id="271" idx="3"/>
          </p:cNvCxnSpPr>
          <p:nvPr/>
        </p:nvCxnSpPr>
        <p:spPr>
          <a:xfrm flipV="1">
            <a:off x="1766462" y="3655525"/>
            <a:ext cx="440485" cy="3921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线连接符 37">
            <a:extLst>
              <a:ext uri="{FF2B5EF4-FFF2-40B4-BE49-F238E27FC236}">
                <a16:creationId xmlns:a16="http://schemas.microsoft.com/office/drawing/2014/main" id="{A8046241-4536-48AD-0B7F-0BD610154717}"/>
              </a:ext>
            </a:extLst>
          </p:cNvPr>
          <p:cNvCxnSpPr>
            <a:cxnSpLocks/>
            <a:stCxn id="273" idx="0"/>
            <a:endCxn id="271" idx="4"/>
          </p:cNvCxnSpPr>
          <p:nvPr/>
        </p:nvCxnSpPr>
        <p:spPr>
          <a:xfrm flipV="1">
            <a:off x="2334083" y="3708335"/>
            <a:ext cx="358" cy="2864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线连接符 40">
            <a:extLst>
              <a:ext uri="{FF2B5EF4-FFF2-40B4-BE49-F238E27FC236}">
                <a16:creationId xmlns:a16="http://schemas.microsoft.com/office/drawing/2014/main" id="{2D14EC45-334B-AAA5-1F4B-AFD8F75EB709}"/>
              </a:ext>
            </a:extLst>
          </p:cNvPr>
          <p:cNvCxnSpPr>
            <a:cxnSpLocks/>
            <a:stCxn id="273" idx="2"/>
            <a:endCxn id="272" idx="6"/>
          </p:cNvCxnSpPr>
          <p:nvPr/>
        </p:nvCxnSpPr>
        <p:spPr>
          <a:xfrm flipH="1">
            <a:off x="1819272" y="4175126"/>
            <a:ext cx="3345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椭圆 7">
            <a:extLst>
              <a:ext uri="{FF2B5EF4-FFF2-40B4-BE49-F238E27FC236}">
                <a16:creationId xmlns:a16="http://schemas.microsoft.com/office/drawing/2014/main" id="{9B1A8D11-EE12-9F1E-9471-A678A4C8BE11}"/>
              </a:ext>
            </a:extLst>
          </p:cNvPr>
          <p:cNvSpPr/>
          <p:nvPr/>
        </p:nvSpPr>
        <p:spPr>
          <a:xfrm>
            <a:off x="3734232" y="327662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椭圆 8">
            <a:extLst>
              <a:ext uri="{FF2B5EF4-FFF2-40B4-BE49-F238E27FC236}">
                <a16:creationId xmlns:a16="http://schemas.microsoft.com/office/drawing/2014/main" id="{055CB0A6-76DA-059E-4F28-62E7757F1111}"/>
              </a:ext>
            </a:extLst>
          </p:cNvPr>
          <p:cNvSpPr/>
          <p:nvPr/>
        </p:nvSpPr>
        <p:spPr>
          <a:xfrm>
            <a:off x="4429705" y="326577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椭圆 9">
            <a:extLst>
              <a:ext uri="{FF2B5EF4-FFF2-40B4-BE49-F238E27FC236}">
                <a16:creationId xmlns:a16="http://schemas.microsoft.com/office/drawing/2014/main" id="{F0E32A56-275C-58C8-FDD4-433877337160}"/>
              </a:ext>
            </a:extLst>
          </p:cNvPr>
          <p:cNvSpPr/>
          <p:nvPr/>
        </p:nvSpPr>
        <p:spPr>
          <a:xfrm>
            <a:off x="3734232" y="391286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2" name="椭圆 11">
            <a:extLst>
              <a:ext uri="{FF2B5EF4-FFF2-40B4-BE49-F238E27FC236}">
                <a16:creationId xmlns:a16="http://schemas.microsoft.com/office/drawing/2014/main" id="{6FF4D829-47C7-AB3B-9C96-863BAC116ECA}"/>
              </a:ext>
            </a:extLst>
          </p:cNvPr>
          <p:cNvSpPr/>
          <p:nvPr/>
        </p:nvSpPr>
        <p:spPr>
          <a:xfrm>
            <a:off x="4429347" y="391286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3" name="直线连接符 28">
            <a:extLst>
              <a:ext uri="{FF2B5EF4-FFF2-40B4-BE49-F238E27FC236}">
                <a16:creationId xmlns:a16="http://schemas.microsoft.com/office/drawing/2014/main" id="{68409AC4-30FB-0595-6025-17C677B10ECB}"/>
              </a:ext>
            </a:extLst>
          </p:cNvPr>
          <p:cNvCxnSpPr>
            <a:cxnSpLocks/>
            <a:stCxn id="280" idx="2"/>
            <a:endCxn id="279" idx="6"/>
          </p:cNvCxnSpPr>
          <p:nvPr/>
        </p:nvCxnSpPr>
        <p:spPr>
          <a:xfrm flipH="1">
            <a:off x="4094840" y="3446074"/>
            <a:ext cx="334865" cy="108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线连接符 31">
            <a:extLst>
              <a:ext uri="{FF2B5EF4-FFF2-40B4-BE49-F238E27FC236}">
                <a16:creationId xmlns:a16="http://schemas.microsoft.com/office/drawing/2014/main" id="{A28718CB-6D67-250C-24DF-20A83861F610}"/>
              </a:ext>
            </a:extLst>
          </p:cNvPr>
          <p:cNvCxnSpPr>
            <a:cxnSpLocks/>
            <a:stCxn id="281" idx="0"/>
            <a:endCxn id="279" idx="4"/>
          </p:cNvCxnSpPr>
          <p:nvPr/>
        </p:nvCxnSpPr>
        <p:spPr>
          <a:xfrm flipV="1">
            <a:off x="3914536" y="3637228"/>
            <a:ext cx="0" cy="2756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线连接符 34">
            <a:extLst>
              <a:ext uri="{FF2B5EF4-FFF2-40B4-BE49-F238E27FC236}">
                <a16:creationId xmlns:a16="http://schemas.microsoft.com/office/drawing/2014/main" id="{87E77D35-4C0D-A20E-63C9-B4898105831E}"/>
              </a:ext>
            </a:extLst>
          </p:cNvPr>
          <p:cNvCxnSpPr>
            <a:cxnSpLocks/>
            <a:stCxn id="282" idx="1"/>
            <a:endCxn id="279" idx="5"/>
          </p:cNvCxnSpPr>
          <p:nvPr/>
        </p:nvCxnSpPr>
        <p:spPr>
          <a:xfrm flipH="1" flipV="1">
            <a:off x="4042030" y="3584418"/>
            <a:ext cx="440127" cy="38125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直线连接符 37">
            <a:extLst>
              <a:ext uri="{FF2B5EF4-FFF2-40B4-BE49-F238E27FC236}">
                <a16:creationId xmlns:a16="http://schemas.microsoft.com/office/drawing/2014/main" id="{CD2E554E-A4BD-6A2B-CA5D-C4C06E0A68FB}"/>
              </a:ext>
            </a:extLst>
          </p:cNvPr>
          <p:cNvCxnSpPr>
            <a:cxnSpLocks/>
            <a:stCxn id="282" idx="0"/>
            <a:endCxn id="280" idx="4"/>
          </p:cNvCxnSpPr>
          <p:nvPr/>
        </p:nvCxnSpPr>
        <p:spPr>
          <a:xfrm flipV="1">
            <a:off x="4609651" y="3626378"/>
            <a:ext cx="358" cy="2864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直线连接符 40">
            <a:extLst>
              <a:ext uri="{FF2B5EF4-FFF2-40B4-BE49-F238E27FC236}">
                <a16:creationId xmlns:a16="http://schemas.microsoft.com/office/drawing/2014/main" id="{A00E63AA-9583-13D2-9225-E6179F653540}"/>
              </a:ext>
            </a:extLst>
          </p:cNvPr>
          <p:cNvCxnSpPr>
            <a:cxnSpLocks/>
            <a:stCxn id="282" idx="2"/>
            <a:endCxn id="281" idx="6"/>
          </p:cNvCxnSpPr>
          <p:nvPr/>
        </p:nvCxnSpPr>
        <p:spPr>
          <a:xfrm flipH="1">
            <a:off x="4094840" y="4093169"/>
            <a:ext cx="3345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椭圆 7">
            <a:extLst>
              <a:ext uri="{FF2B5EF4-FFF2-40B4-BE49-F238E27FC236}">
                <a16:creationId xmlns:a16="http://schemas.microsoft.com/office/drawing/2014/main" id="{F59D3C85-777B-6D33-E499-7F44A36450C6}"/>
              </a:ext>
            </a:extLst>
          </p:cNvPr>
          <p:cNvSpPr/>
          <p:nvPr/>
        </p:nvSpPr>
        <p:spPr>
          <a:xfrm>
            <a:off x="5442531" y="361584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9" name="椭圆 8">
            <a:extLst>
              <a:ext uri="{FF2B5EF4-FFF2-40B4-BE49-F238E27FC236}">
                <a16:creationId xmlns:a16="http://schemas.microsoft.com/office/drawing/2014/main" id="{39F9799A-5C06-424D-E90C-62C346DDC956}"/>
              </a:ext>
            </a:extLst>
          </p:cNvPr>
          <p:cNvSpPr/>
          <p:nvPr/>
        </p:nvSpPr>
        <p:spPr>
          <a:xfrm>
            <a:off x="5914912" y="4030292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" name="椭圆 9">
            <a:extLst>
              <a:ext uri="{FF2B5EF4-FFF2-40B4-BE49-F238E27FC236}">
                <a16:creationId xmlns:a16="http://schemas.microsoft.com/office/drawing/2014/main" id="{D89170B3-C6FA-8300-9E1F-E04F51DCC1C8}"/>
              </a:ext>
            </a:extLst>
          </p:cNvPr>
          <p:cNvSpPr/>
          <p:nvPr/>
        </p:nvSpPr>
        <p:spPr>
          <a:xfrm>
            <a:off x="4929681" y="4020868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椭圆 11">
            <a:extLst>
              <a:ext uri="{FF2B5EF4-FFF2-40B4-BE49-F238E27FC236}">
                <a16:creationId xmlns:a16="http://schemas.microsoft.com/office/drawing/2014/main" id="{2F057DCC-1FBD-1D79-983C-D417B3FACBB2}"/>
              </a:ext>
            </a:extLst>
          </p:cNvPr>
          <p:cNvSpPr/>
          <p:nvPr/>
        </p:nvSpPr>
        <p:spPr>
          <a:xfrm>
            <a:off x="5411779" y="3133927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2" name="直线连接符 28">
            <a:extLst>
              <a:ext uri="{FF2B5EF4-FFF2-40B4-BE49-F238E27FC236}">
                <a16:creationId xmlns:a16="http://schemas.microsoft.com/office/drawing/2014/main" id="{4DABCBF2-9668-6596-5898-2D8B52BF1415}"/>
              </a:ext>
            </a:extLst>
          </p:cNvPr>
          <p:cNvCxnSpPr>
            <a:cxnSpLocks/>
            <a:stCxn id="289" idx="1"/>
            <a:endCxn id="288" idx="5"/>
          </p:cNvCxnSpPr>
          <p:nvPr/>
        </p:nvCxnSpPr>
        <p:spPr>
          <a:xfrm flipH="1" flipV="1">
            <a:off x="5750329" y="3923642"/>
            <a:ext cx="217393" cy="1594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线连接符 31">
            <a:extLst>
              <a:ext uri="{FF2B5EF4-FFF2-40B4-BE49-F238E27FC236}">
                <a16:creationId xmlns:a16="http://schemas.microsoft.com/office/drawing/2014/main" id="{5D5FF9AD-073E-5186-52BE-3276796991E5}"/>
              </a:ext>
            </a:extLst>
          </p:cNvPr>
          <p:cNvCxnSpPr>
            <a:cxnSpLocks/>
            <a:stCxn id="290" idx="7"/>
            <a:endCxn id="288" idx="3"/>
          </p:cNvCxnSpPr>
          <p:nvPr/>
        </p:nvCxnSpPr>
        <p:spPr>
          <a:xfrm flipV="1">
            <a:off x="5237479" y="3923642"/>
            <a:ext cx="257862" cy="1500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直线连接符 34">
            <a:extLst>
              <a:ext uri="{FF2B5EF4-FFF2-40B4-BE49-F238E27FC236}">
                <a16:creationId xmlns:a16="http://schemas.microsoft.com/office/drawing/2014/main" id="{022A3B80-4F6F-C2E2-BD5C-BDFA6AC4D530}"/>
              </a:ext>
            </a:extLst>
          </p:cNvPr>
          <p:cNvCxnSpPr>
            <a:cxnSpLocks/>
            <a:stCxn id="290" idx="6"/>
            <a:endCxn id="289" idx="2"/>
          </p:cNvCxnSpPr>
          <p:nvPr/>
        </p:nvCxnSpPr>
        <p:spPr>
          <a:xfrm>
            <a:off x="5290289" y="4201172"/>
            <a:ext cx="624623" cy="94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线连接符 37">
            <a:extLst>
              <a:ext uri="{FF2B5EF4-FFF2-40B4-BE49-F238E27FC236}">
                <a16:creationId xmlns:a16="http://schemas.microsoft.com/office/drawing/2014/main" id="{3A1B0C6F-8799-3932-73D9-E851BE055BE6}"/>
              </a:ext>
            </a:extLst>
          </p:cNvPr>
          <p:cNvCxnSpPr>
            <a:cxnSpLocks/>
            <a:stCxn id="291" idx="6"/>
            <a:endCxn id="289" idx="0"/>
          </p:cNvCxnSpPr>
          <p:nvPr/>
        </p:nvCxnSpPr>
        <p:spPr>
          <a:xfrm>
            <a:off x="5772387" y="3314231"/>
            <a:ext cx="322829" cy="71606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直线连接符 40">
            <a:extLst>
              <a:ext uri="{FF2B5EF4-FFF2-40B4-BE49-F238E27FC236}">
                <a16:creationId xmlns:a16="http://schemas.microsoft.com/office/drawing/2014/main" id="{ACD0DF32-9F42-DCFE-104F-B796F564B64A}"/>
              </a:ext>
            </a:extLst>
          </p:cNvPr>
          <p:cNvCxnSpPr>
            <a:cxnSpLocks/>
            <a:stCxn id="291" idx="2"/>
            <a:endCxn id="290" idx="0"/>
          </p:cNvCxnSpPr>
          <p:nvPr/>
        </p:nvCxnSpPr>
        <p:spPr>
          <a:xfrm flipH="1">
            <a:off x="5109985" y="3314231"/>
            <a:ext cx="301794" cy="7066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E56E0288-70D7-0AEB-CE51-9786CD79457F}"/>
              </a:ext>
            </a:extLst>
          </p:cNvPr>
          <p:cNvCxnSpPr>
            <a:cxnSpLocks/>
          </p:cNvCxnSpPr>
          <p:nvPr/>
        </p:nvCxnSpPr>
        <p:spPr>
          <a:xfrm flipH="1" flipV="1">
            <a:off x="676614" y="2434455"/>
            <a:ext cx="8787892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6" name="椭圆 7">
            <a:extLst>
              <a:ext uri="{FF2B5EF4-FFF2-40B4-BE49-F238E27FC236}">
                <a16:creationId xmlns:a16="http://schemas.microsoft.com/office/drawing/2014/main" id="{B5DB726B-1E81-7A02-E9A2-B20BF5A1D623}"/>
              </a:ext>
            </a:extLst>
          </p:cNvPr>
          <p:cNvSpPr/>
          <p:nvPr/>
        </p:nvSpPr>
        <p:spPr>
          <a:xfrm>
            <a:off x="7278636" y="1458106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" name="椭圆 8">
            <a:extLst>
              <a:ext uri="{FF2B5EF4-FFF2-40B4-BE49-F238E27FC236}">
                <a16:creationId xmlns:a16="http://schemas.microsoft.com/office/drawing/2014/main" id="{8B98BADF-A124-AAA2-063D-DF95DC31B82F}"/>
              </a:ext>
            </a:extLst>
          </p:cNvPr>
          <p:cNvSpPr/>
          <p:nvPr/>
        </p:nvSpPr>
        <p:spPr>
          <a:xfrm>
            <a:off x="7821289" y="116016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v6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椭圆 9">
            <a:extLst>
              <a:ext uri="{FF2B5EF4-FFF2-40B4-BE49-F238E27FC236}">
                <a16:creationId xmlns:a16="http://schemas.microsoft.com/office/drawing/2014/main" id="{2FD6CF19-C7D1-7091-342F-0482282488A2}"/>
              </a:ext>
            </a:extLst>
          </p:cNvPr>
          <p:cNvSpPr/>
          <p:nvPr/>
        </p:nvSpPr>
        <p:spPr>
          <a:xfrm>
            <a:off x="7821289" y="176590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v7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9" name="椭圆 11">
            <a:extLst>
              <a:ext uri="{FF2B5EF4-FFF2-40B4-BE49-F238E27FC236}">
                <a16:creationId xmlns:a16="http://schemas.microsoft.com/office/drawing/2014/main" id="{4C55C049-DC8E-241B-8BA2-34C59F01BA9C}"/>
              </a:ext>
            </a:extLst>
          </p:cNvPr>
          <p:cNvSpPr/>
          <p:nvPr/>
        </p:nvSpPr>
        <p:spPr>
          <a:xfrm>
            <a:off x="8410789" y="176590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v8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0" name="直线连接符 28">
            <a:extLst>
              <a:ext uri="{FF2B5EF4-FFF2-40B4-BE49-F238E27FC236}">
                <a16:creationId xmlns:a16="http://schemas.microsoft.com/office/drawing/2014/main" id="{99F8F650-9D7C-32FF-5714-4645381BC16B}"/>
              </a:ext>
            </a:extLst>
          </p:cNvPr>
          <p:cNvCxnSpPr>
            <a:cxnSpLocks/>
            <a:stCxn id="307" idx="2"/>
            <a:endCxn id="306" idx="7"/>
          </p:cNvCxnSpPr>
          <p:nvPr/>
        </p:nvCxnSpPr>
        <p:spPr>
          <a:xfrm flipH="1">
            <a:off x="7586434" y="1340468"/>
            <a:ext cx="234855" cy="1704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线连接符 31">
            <a:extLst>
              <a:ext uri="{FF2B5EF4-FFF2-40B4-BE49-F238E27FC236}">
                <a16:creationId xmlns:a16="http://schemas.microsoft.com/office/drawing/2014/main" id="{DBFD4837-717B-F222-10CE-8C8600858CA6}"/>
              </a:ext>
            </a:extLst>
          </p:cNvPr>
          <p:cNvCxnSpPr>
            <a:cxnSpLocks/>
            <a:stCxn id="308" idx="2"/>
            <a:endCxn id="306" idx="5"/>
          </p:cNvCxnSpPr>
          <p:nvPr/>
        </p:nvCxnSpPr>
        <p:spPr>
          <a:xfrm flipH="1" flipV="1">
            <a:off x="7586434" y="1765904"/>
            <a:ext cx="234855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线连接符 34">
            <a:extLst>
              <a:ext uri="{FF2B5EF4-FFF2-40B4-BE49-F238E27FC236}">
                <a16:creationId xmlns:a16="http://schemas.microsoft.com/office/drawing/2014/main" id="{6B4B82B3-9A78-27A5-6B11-0C7D2EBED7C1}"/>
              </a:ext>
            </a:extLst>
          </p:cNvPr>
          <p:cNvCxnSpPr>
            <a:cxnSpLocks/>
            <a:stCxn id="308" idx="0"/>
            <a:endCxn id="307" idx="4"/>
          </p:cNvCxnSpPr>
          <p:nvPr/>
        </p:nvCxnSpPr>
        <p:spPr>
          <a:xfrm flipV="1">
            <a:off x="8001593" y="1520772"/>
            <a:ext cx="0" cy="2451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直线连接符 37">
            <a:extLst>
              <a:ext uri="{FF2B5EF4-FFF2-40B4-BE49-F238E27FC236}">
                <a16:creationId xmlns:a16="http://schemas.microsoft.com/office/drawing/2014/main" id="{AEC31E20-7EDD-EFC9-A177-FAE7A0D4E9EE}"/>
              </a:ext>
            </a:extLst>
          </p:cNvPr>
          <p:cNvCxnSpPr>
            <a:cxnSpLocks/>
            <a:stCxn id="309" idx="1"/>
            <a:endCxn id="307" idx="5"/>
          </p:cNvCxnSpPr>
          <p:nvPr/>
        </p:nvCxnSpPr>
        <p:spPr>
          <a:xfrm flipH="1" flipV="1">
            <a:off x="8129087" y="1467962"/>
            <a:ext cx="334512" cy="350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直线连接符 40">
            <a:extLst>
              <a:ext uri="{FF2B5EF4-FFF2-40B4-BE49-F238E27FC236}">
                <a16:creationId xmlns:a16="http://schemas.microsoft.com/office/drawing/2014/main" id="{9C1C05BD-B54E-115C-65C9-CC850055F27D}"/>
              </a:ext>
            </a:extLst>
          </p:cNvPr>
          <p:cNvCxnSpPr>
            <a:cxnSpLocks/>
            <a:stCxn id="309" idx="2"/>
            <a:endCxn id="308" idx="6"/>
          </p:cNvCxnSpPr>
          <p:nvPr/>
        </p:nvCxnSpPr>
        <p:spPr>
          <a:xfrm flipH="1">
            <a:off x="8181897" y="1946208"/>
            <a:ext cx="2288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TextBox 316">
            <a:extLst>
              <a:ext uri="{FF2B5EF4-FFF2-40B4-BE49-F238E27FC236}">
                <a16:creationId xmlns:a16="http://schemas.microsoft.com/office/drawing/2014/main" id="{E1C2966C-B0E5-1174-287A-0C249D4B2769}"/>
              </a:ext>
            </a:extLst>
          </p:cNvPr>
          <p:cNvSpPr txBox="1"/>
          <p:nvPr/>
        </p:nvSpPr>
        <p:spPr>
          <a:xfrm>
            <a:off x="3106900" y="206512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D3AAE281-834C-7A5E-316D-308D2C5C0514}"/>
              </a:ext>
            </a:extLst>
          </p:cNvPr>
          <p:cNvCxnSpPr>
            <a:cxnSpLocks/>
          </p:cNvCxnSpPr>
          <p:nvPr/>
        </p:nvCxnSpPr>
        <p:spPr>
          <a:xfrm>
            <a:off x="676614" y="227434"/>
            <a:ext cx="0" cy="4431904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747130D5-C0AB-571E-3663-C9D2D8CB8E69}"/>
              </a:ext>
            </a:extLst>
          </p:cNvPr>
          <p:cNvCxnSpPr>
            <a:cxnSpLocks/>
          </p:cNvCxnSpPr>
          <p:nvPr/>
        </p:nvCxnSpPr>
        <p:spPr>
          <a:xfrm>
            <a:off x="9474153" y="207748"/>
            <a:ext cx="0" cy="4424756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FB70C6DB-5749-64B7-C2C9-213FB82A2276}"/>
              </a:ext>
            </a:extLst>
          </p:cNvPr>
          <p:cNvCxnSpPr>
            <a:cxnSpLocks/>
          </p:cNvCxnSpPr>
          <p:nvPr/>
        </p:nvCxnSpPr>
        <p:spPr>
          <a:xfrm flipV="1">
            <a:off x="676614" y="207748"/>
            <a:ext cx="8797539" cy="13325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E235BCED-64D5-4B44-12F3-7833DC4F039F}"/>
              </a:ext>
            </a:extLst>
          </p:cNvPr>
          <p:cNvCxnSpPr>
            <a:cxnSpLocks/>
          </p:cNvCxnSpPr>
          <p:nvPr/>
        </p:nvCxnSpPr>
        <p:spPr>
          <a:xfrm flipV="1">
            <a:off x="676614" y="4632504"/>
            <a:ext cx="8787892" cy="26834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31B09C79-8B91-7AEF-F691-7EAA4C5CFB86}"/>
              </a:ext>
            </a:extLst>
          </p:cNvPr>
          <p:cNvSpPr txBox="1"/>
          <p:nvPr/>
        </p:nvSpPr>
        <p:spPr>
          <a:xfrm>
            <a:off x="6294795" y="207157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9025F52C-E7CB-8DD6-05C3-8E5A76E068EE}"/>
              </a:ext>
            </a:extLst>
          </p:cNvPr>
          <p:cNvSpPr txBox="1"/>
          <p:nvPr/>
        </p:nvSpPr>
        <p:spPr>
          <a:xfrm>
            <a:off x="9027436" y="205925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43A57BD7-DF67-B279-C5B5-2605D7FAB697}"/>
              </a:ext>
            </a:extLst>
          </p:cNvPr>
          <p:cNvSpPr txBox="1"/>
          <p:nvPr/>
        </p:nvSpPr>
        <p:spPr>
          <a:xfrm>
            <a:off x="3106900" y="427850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210DE7FF-A8DE-8B14-43BE-60D084D78A63}"/>
              </a:ext>
            </a:extLst>
          </p:cNvPr>
          <p:cNvSpPr txBox="1"/>
          <p:nvPr/>
        </p:nvSpPr>
        <p:spPr>
          <a:xfrm>
            <a:off x="6314379" y="428474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CEBAA798-5D42-C681-1C2B-E138F9B79818}"/>
              </a:ext>
            </a:extLst>
          </p:cNvPr>
          <p:cNvSpPr txBox="1"/>
          <p:nvPr/>
        </p:nvSpPr>
        <p:spPr>
          <a:xfrm>
            <a:off x="9037325" y="425340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</a:p>
        </p:txBody>
      </p:sp>
    </p:spTree>
    <p:extLst>
      <p:ext uri="{BB962C8B-B14F-4D97-AF65-F5344CB8AC3E}">
        <p14:creationId xmlns:p14="http://schemas.microsoft.com/office/powerpoint/2010/main" val="721413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椭圆 7">
            <a:extLst>
              <a:ext uri="{FF2B5EF4-FFF2-40B4-BE49-F238E27FC236}">
                <a16:creationId xmlns:a16="http://schemas.microsoft.com/office/drawing/2014/main" id="{0FE04685-CCA8-D06B-A9B2-5725F0C76560}"/>
              </a:ext>
            </a:extLst>
          </p:cNvPr>
          <p:cNvSpPr/>
          <p:nvPr/>
        </p:nvSpPr>
        <p:spPr>
          <a:xfrm>
            <a:off x="2601759" y="123321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u0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椭圆 8">
            <a:extLst>
              <a:ext uri="{FF2B5EF4-FFF2-40B4-BE49-F238E27FC236}">
                <a16:creationId xmlns:a16="http://schemas.microsoft.com/office/drawing/2014/main" id="{36986F25-1E1D-156B-FB4B-E6E374E14085}"/>
              </a:ext>
            </a:extLst>
          </p:cNvPr>
          <p:cNvSpPr/>
          <p:nvPr/>
        </p:nvSpPr>
        <p:spPr>
          <a:xfrm>
            <a:off x="3297232" y="122236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u1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椭圆 9">
            <a:extLst>
              <a:ext uri="{FF2B5EF4-FFF2-40B4-BE49-F238E27FC236}">
                <a16:creationId xmlns:a16="http://schemas.microsoft.com/office/drawing/2014/main" id="{DEAF70CA-5716-2D4F-F66B-BC9B5A5553BC}"/>
              </a:ext>
            </a:extLst>
          </p:cNvPr>
          <p:cNvSpPr/>
          <p:nvPr/>
        </p:nvSpPr>
        <p:spPr>
          <a:xfrm>
            <a:off x="2601759" y="186946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椭圆 11">
            <a:extLst>
              <a:ext uri="{FF2B5EF4-FFF2-40B4-BE49-F238E27FC236}">
                <a16:creationId xmlns:a16="http://schemas.microsoft.com/office/drawing/2014/main" id="{AC8ED515-8755-569A-63AF-C258A42774A6}"/>
              </a:ext>
            </a:extLst>
          </p:cNvPr>
          <p:cNvSpPr/>
          <p:nvPr/>
        </p:nvSpPr>
        <p:spPr>
          <a:xfrm>
            <a:off x="3296874" y="186946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u3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椭圆 7">
            <a:extLst>
              <a:ext uri="{FF2B5EF4-FFF2-40B4-BE49-F238E27FC236}">
                <a16:creationId xmlns:a16="http://schemas.microsoft.com/office/drawing/2014/main" id="{F3CE5645-049A-E613-707D-58328F79E2D7}"/>
              </a:ext>
            </a:extLst>
          </p:cNvPr>
          <p:cNvSpPr/>
          <p:nvPr/>
        </p:nvSpPr>
        <p:spPr>
          <a:xfrm>
            <a:off x="3991989" y="123321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u0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椭圆 8">
            <a:extLst>
              <a:ext uri="{FF2B5EF4-FFF2-40B4-BE49-F238E27FC236}">
                <a16:creationId xmlns:a16="http://schemas.microsoft.com/office/drawing/2014/main" id="{CE4F9061-5DDD-884F-3C8F-3DBF8E20DDB9}"/>
              </a:ext>
            </a:extLst>
          </p:cNvPr>
          <p:cNvSpPr/>
          <p:nvPr/>
        </p:nvSpPr>
        <p:spPr>
          <a:xfrm>
            <a:off x="4687462" y="122236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椭圆 9">
            <a:extLst>
              <a:ext uri="{FF2B5EF4-FFF2-40B4-BE49-F238E27FC236}">
                <a16:creationId xmlns:a16="http://schemas.microsoft.com/office/drawing/2014/main" id="{D3A2C82A-ADBD-86AD-C6BB-750D2F5F084E}"/>
              </a:ext>
            </a:extLst>
          </p:cNvPr>
          <p:cNvSpPr/>
          <p:nvPr/>
        </p:nvSpPr>
        <p:spPr>
          <a:xfrm>
            <a:off x="3991989" y="186946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u1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椭圆 11">
            <a:extLst>
              <a:ext uri="{FF2B5EF4-FFF2-40B4-BE49-F238E27FC236}">
                <a16:creationId xmlns:a16="http://schemas.microsoft.com/office/drawing/2014/main" id="{009A9305-5663-1C3E-C819-89E1B8585BEC}"/>
              </a:ext>
            </a:extLst>
          </p:cNvPr>
          <p:cNvSpPr/>
          <p:nvPr/>
        </p:nvSpPr>
        <p:spPr>
          <a:xfrm>
            <a:off x="4687104" y="186946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u3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椭圆 7">
            <a:extLst>
              <a:ext uri="{FF2B5EF4-FFF2-40B4-BE49-F238E27FC236}">
                <a16:creationId xmlns:a16="http://schemas.microsoft.com/office/drawing/2014/main" id="{897EC41C-0AB6-1A89-94EB-484611FB3F7B}"/>
              </a:ext>
            </a:extLst>
          </p:cNvPr>
          <p:cNvSpPr/>
          <p:nvPr/>
        </p:nvSpPr>
        <p:spPr>
          <a:xfrm>
            <a:off x="5382219" y="123321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椭圆 8">
            <a:extLst>
              <a:ext uri="{FF2B5EF4-FFF2-40B4-BE49-F238E27FC236}">
                <a16:creationId xmlns:a16="http://schemas.microsoft.com/office/drawing/2014/main" id="{D5BF75EE-26D9-17CC-677A-4162BD05F395}"/>
              </a:ext>
            </a:extLst>
          </p:cNvPr>
          <p:cNvSpPr/>
          <p:nvPr/>
        </p:nvSpPr>
        <p:spPr>
          <a:xfrm>
            <a:off x="6077692" y="122236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u1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椭圆 9">
            <a:extLst>
              <a:ext uri="{FF2B5EF4-FFF2-40B4-BE49-F238E27FC236}">
                <a16:creationId xmlns:a16="http://schemas.microsoft.com/office/drawing/2014/main" id="{4DDFED29-38A3-3C8B-49D3-E85D1BD980BC}"/>
              </a:ext>
            </a:extLst>
          </p:cNvPr>
          <p:cNvSpPr/>
          <p:nvPr/>
        </p:nvSpPr>
        <p:spPr>
          <a:xfrm>
            <a:off x="5382219" y="186946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u0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椭圆 11">
            <a:extLst>
              <a:ext uri="{FF2B5EF4-FFF2-40B4-BE49-F238E27FC236}">
                <a16:creationId xmlns:a16="http://schemas.microsoft.com/office/drawing/2014/main" id="{9AEF8719-F07D-076B-ABCB-FA9EFFCEA837}"/>
              </a:ext>
            </a:extLst>
          </p:cNvPr>
          <p:cNvSpPr/>
          <p:nvPr/>
        </p:nvSpPr>
        <p:spPr>
          <a:xfrm>
            <a:off x="6077334" y="186946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u3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椭圆 7">
            <a:extLst>
              <a:ext uri="{FF2B5EF4-FFF2-40B4-BE49-F238E27FC236}">
                <a16:creationId xmlns:a16="http://schemas.microsoft.com/office/drawing/2014/main" id="{03FE8A69-9F3A-1D87-C69B-DE3F3A66AB55}"/>
              </a:ext>
            </a:extLst>
          </p:cNvPr>
          <p:cNvSpPr/>
          <p:nvPr/>
        </p:nvSpPr>
        <p:spPr>
          <a:xfrm>
            <a:off x="6772449" y="123321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u3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椭圆 8">
            <a:extLst>
              <a:ext uri="{FF2B5EF4-FFF2-40B4-BE49-F238E27FC236}">
                <a16:creationId xmlns:a16="http://schemas.microsoft.com/office/drawing/2014/main" id="{CB593AE2-B6A8-7DAB-759B-DC5CBCE25A1D}"/>
              </a:ext>
            </a:extLst>
          </p:cNvPr>
          <p:cNvSpPr/>
          <p:nvPr/>
        </p:nvSpPr>
        <p:spPr>
          <a:xfrm>
            <a:off x="7467922" y="122236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椭圆 9">
            <a:extLst>
              <a:ext uri="{FF2B5EF4-FFF2-40B4-BE49-F238E27FC236}">
                <a16:creationId xmlns:a16="http://schemas.microsoft.com/office/drawing/2014/main" id="{27F17A14-096A-F510-1F25-8F06B521C0D0}"/>
              </a:ext>
            </a:extLst>
          </p:cNvPr>
          <p:cNvSpPr/>
          <p:nvPr/>
        </p:nvSpPr>
        <p:spPr>
          <a:xfrm>
            <a:off x="6772449" y="186946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u1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椭圆 11">
            <a:extLst>
              <a:ext uri="{FF2B5EF4-FFF2-40B4-BE49-F238E27FC236}">
                <a16:creationId xmlns:a16="http://schemas.microsoft.com/office/drawing/2014/main" id="{52D275B3-5B79-ADD0-49CC-0A8E3C6BC660}"/>
              </a:ext>
            </a:extLst>
          </p:cNvPr>
          <p:cNvSpPr/>
          <p:nvPr/>
        </p:nvSpPr>
        <p:spPr>
          <a:xfrm>
            <a:off x="7467564" y="186946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u0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椭圆 7">
            <a:extLst>
              <a:ext uri="{FF2B5EF4-FFF2-40B4-BE49-F238E27FC236}">
                <a16:creationId xmlns:a16="http://schemas.microsoft.com/office/drawing/2014/main" id="{719CF558-12A5-ED69-801F-232456B2D3A1}"/>
              </a:ext>
            </a:extLst>
          </p:cNvPr>
          <p:cNvSpPr/>
          <p:nvPr/>
        </p:nvSpPr>
        <p:spPr>
          <a:xfrm>
            <a:off x="8162679" y="123321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u3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椭圆 8">
            <a:extLst>
              <a:ext uri="{FF2B5EF4-FFF2-40B4-BE49-F238E27FC236}">
                <a16:creationId xmlns:a16="http://schemas.microsoft.com/office/drawing/2014/main" id="{F36CA95D-4717-3AD6-03CB-C7862E05CC63}"/>
              </a:ext>
            </a:extLst>
          </p:cNvPr>
          <p:cNvSpPr/>
          <p:nvPr/>
        </p:nvSpPr>
        <p:spPr>
          <a:xfrm>
            <a:off x="8858152" y="122236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u1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椭圆 9">
            <a:extLst>
              <a:ext uri="{FF2B5EF4-FFF2-40B4-BE49-F238E27FC236}">
                <a16:creationId xmlns:a16="http://schemas.microsoft.com/office/drawing/2014/main" id="{2BE3FCBF-3065-200F-5D77-B37CBD237780}"/>
              </a:ext>
            </a:extLst>
          </p:cNvPr>
          <p:cNvSpPr/>
          <p:nvPr/>
        </p:nvSpPr>
        <p:spPr>
          <a:xfrm>
            <a:off x="8162679" y="186946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椭圆 11">
            <a:extLst>
              <a:ext uri="{FF2B5EF4-FFF2-40B4-BE49-F238E27FC236}">
                <a16:creationId xmlns:a16="http://schemas.microsoft.com/office/drawing/2014/main" id="{BB199F40-1EC0-ACE4-6120-3B27B24FD0FE}"/>
              </a:ext>
            </a:extLst>
          </p:cNvPr>
          <p:cNvSpPr/>
          <p:nvPr/>
        </p:nvSpPr>
        <p:spPr>
          <a:xfrm>
            <a:off x="8857794" y="186946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u0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FD17B5FC-86B1-B7CE-9CFE-603938606A82}"/>
              </a:ext>
            </a:extLst>
          </p:cNvPr>
          <p:cNvCxnSpPr>
            <a:cxnSpLocks/>
          </p:cNvCxnSpPr>
          <p:nvPr/>
        </p:nvCxnSpPr>
        <p:spPr>
          <a:xfrm>
            <a:off x="2381348" y="1209425"/>
            <a:ext cx="0" cy="1341769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C9F86ABE-5E43-33BA-AD98-9094C35700DC}"/>
              </a:ext>
            </a:extLst>
          </p:cNvPr>
          <p:cNvSpPr txBox="1"/>
          <p:nvPr/>
        </p:nvSpPr>
        <p:spPr>
          <a:xfrm>
            <a:off x="883049" y="2240918"/>
            <a:ext cx="1537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(0)</a:t>
            </a:r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EE0FFBAD-C714-E4FD-EAB0-26C3AB3B4DD8}"/>
              </a:ext>
            </a:extLst>
          </p:cNvPr>
          <p:cNvCxnSpPr>
            <a:cxnSpLocks/>
            <a:stCxn id="115" idx="0"/>
            <a:endCxn id="113" idx="4"/>
          </p:cNvCxnSpPr>
          <p:nvPr/>
        </p:nvCxnSpPr>
        <p:spPr>
          <a:xfrm flipV="1">
            <a:off x="2782063" y="1593823"/>
            <a:ext cx="0" cy="2756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BC1014CF-8E6C-E26B-6E98-F7C32AD09A4D}"/>
              </a:ext>
            </a:extLst>
          </p:cNvPr>
          <p:cNvCxnSpPr>
            <a:cxnSpLocks/>
            <a:stCxn id="115" idx="7"/>
            <a:endCxn id="114" idx="3"/>
          </p:cNvCxnSpPr>
          <p:nvPr/>
        </p:nvCxnSpPr>
        <p:spPr>
          <a:xfrm flipV="1">
            <a:off x="2909557" y="1530163"/>
            <a:ext cx="440485" cy="3921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F054A22B-CCBA-8F71-E0DE-E6AC70903025}"/>
              </a:ext>
            </a:extLst>
          </p:cNvPr>
          <p:cNvCxnSpPr>
            <a:cxnSpLocks/>
            <a:stCxn id="116" idx="2"/>
            <a:endCxn id="115" idx="6"/>
          </p:cNvCxnSpPr>
          <p:nvPr/>
        </p:nvCxnSpPr>
        <p:spPr>
          <a:xfrm flipH="1">
            <a:off x="2962367" y="2049764"/>
            <a:ext cx="33450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47B854E7-427C-AB73-E17E-BF68FBB1C243}"/>
              </a:ext>
            </a:extLst>
          </p:cNvPr>
          <p:cNvCxnSpPr>
            <a:cxnSpLocks/>
            <a:stCxn id="116" idx="0"/>
            <a:endCxn id="114" idx="4"/>
          </p:cNvCxnSpPr>
          <p:nvPr/>
        </p:nvCxnSpPr>
        <p:spPr>
          <a:xfrm flipV="1">
            <a:off x="3477178" y="1582973"/>
            <a:ext cx="358" cy="2864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FA3171A5-7E50-C5E8-C6F2-D4926FDEC3F9}"/>
              </a:ext>
            </a:extLst>
          </p:cNvPr>
          <p:cNvCxnSpPr>
            <a:cxnSpLocks/>
            <a:stCxn id="123" idx="2"/>
            <a:endCxn id="122" idx="6"/>
          </p:cNvCxnSpPr>
          <p:nvPr/>
        </p:nvCxnSpPr>
        <p:spPr>
          <a:xfrm flipH="1">
            <a:off x="4352597" y="1402669"/>
            <a:ext cx="334865" cy="108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FBBCDDFF-368A-E6B6-F81C-766CF901AADE}"/>
              </a:ext>
            </a:extLst>
          </p:cNvPr>
          <p:cNvCxnSpPr>
            <a:cxnSpLocks/>
            <a:stCxn id="123" idx="3"/>
            <a:endCxn id="124" idx="7"/>
          </p:cNvCxnSpPr>
          <p:nvPr/>
        </p:nvCxnSpPr>
        <p:spPr>
          <a:xfrm flipH="1">
            <a:off x="4299787" y="1530163"/>
            <a:ext cx="440485" cy="3921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FA45B2F6-CEAA-B3FD-9146-AAF0C03A5D56}"/>
              </a:ext>
            </a:extLst>
          </p:cNvPr>
          <p:cNvCxnSpPr>
            <a:cxnSpLocks/>
            <a:stCxn id="125" idx="0"/>
            <a:endCxn id="123" idx="4"/>
          </p:cNvCxnSpPr>
          <p:nvPr/>
        </p:nvCxnSpPr>
        <p:spPr>
          <a:xfrm flipV="1">
            <a:off x="4867408" y="1582973"/>
            <a:ext cx="358" cy="2864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1F2BF351-6015-F97E-474B-0082A317FC13}"/>
              </a:ext>
            </a:extLst>
          </p:cNvPr>
          <p:cNvCxnSpPr>
            <a:cxnSpLocks/>
            <a:stCxn id="125" idx="2"/>
            <a:endCxn id="124" idx="6"/>
          </p:cNvCxnSpPr>
          <p:nvPr/>
        </p:nvCxnSpPr>
        <p:spPr>
          <a:xfrm flipH="1">
            <a:off x="4352597" y="2049764"/>
            <a:ext cx="33450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B7A73ED8-8D6F-032B-D41C-B96DD416A407}"/>
              </a:ext>
            </a:extLst>
          </p:cNvPr>
          <p:cNvCxnSpPr>
            <a:cxnSpLocks/>
            <a:stCxn id="140" idx="4"/>
            <a:endCxn id="142" idx="0"/>
          </p:cNvCxnSpPr>
          <p:nvPr/>
        </p:nvCxnSpPr>
        <p:spPr>
          <a:xfrm>
            <a:off x="6952753" y="1593823"/>
            <a:ext cx="0" cy="2756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0D2D01EC-7DE4-AB1B-3DE3-ED8C523FFC65}"/>
              </a:ext>
            </a:extLst>
          </p:cNvPr>
          <p:cNvCxnSpPr>
            <a:cxnSpLocks/>
            <a:stCxn id="131" idx="4"/>
            <a:endCxn id="133" idx="0"/>
          </p:cNvCxnSpPr>
          <p:nvPr/>
        </p:nvCxnSpPr>
        <p:spPr>
          <a:xfrm>
            <a:off x="5562523" y="1593823"/>
            <a:ext cx="0" cy="2756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BE3F83C2-A959-5D98-A64F-9A16DCF90FCE}"/>
              </a:ext>
            </a:extLst>
          </p:cNvPr>
          <p:cNvCxnSpPr>
            <a:cxnSpLocks/>
            <a:stCxn id="141" idx="3"/>
            <a:endCxn id="142" idx="7"/>
          </p:cNvCxnSpPr>
          <p:nvPr/>
        </p:nvCxnSpPr>
        <p:spPr>
          <a:xfrm flipH="1">
            <a:off x="7080247" y="1530163"/>
            <a:ext cx="440485" cy="3921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3E08C161-2A40-7091-3568-1F5EB8A2C595}"/>
              </a:ext>
            </a:extLst>
          </p:cNvPr>
          <p:cNvCxnSpPr>
            <a:cxnSpLocks/>
            <a:stCxn id="140" idx="6"/>
            <a:endCxn id="141" idx="2"/>
          </p:cNvCxnSpPr>
          <p:nvPr/>
        </p:nvCxnSpPr>
        <p:spPr>
          <a:xfrm flipV="1">
            <a:off x="7133057" y="1402669"/>
            <a:ext cx="334865" cy="108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BCA5818A-7083-7B85-0E54-2933A3D738ED}"/>
              </a:ext>
            </a:extLst>
          </p:cNvPr>
          <p:cNvCxnSpPr>
            <a:cxnSpLocks/>
            <a:stCxn id="131" idx="6"/>
            <a:endCxn id="132" idx="2"/>
          </p:cNvCxnSpPr>
          <p:nvPr/>
        </p:nvCxnSpPr>
        <p:spPr>
          <a:xfrm flipV="1">
            <a:off x="5742827" y="1402669"/>
            <a:ext cx="334865" cy="108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4C830B19-3B9B-95E5-8889-BBA3DDE4DC12}"/>
              </a:ext>
            </a:extLst>
          </p:cNvPr>
          <p:cNvCxnSpPr>
            <a:cxnSpLocks/>
            <a:stCxn id="134" idx="0"/>
            <a:endCxn id="132" idx="4"/>
          </p:cNvCxnSpPr>
          <p:nvPr/>
        </p:nvCxnSpPr>
        <p:spPr>
          <a:xfrm flipV="1">
            <a:off x="6257638" y="1582973"/>
            <a:ext cx="358" cy="2864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E1BD58B1-480A-D4F1-8776-04E1C618EAE6}"/>
              </a:ext>
            </a:extLst>
          </p:cNvPr>
          <p:cNvCxnSpPr>
            <a:cxnSpLocks/>
            <a:stCxn id="134" idx="2"/>
            <a:endCxn id="133" idx="6"/>
          </p:cNvCxnSpPr>
          <p:nvPr/>
        </p:nvCxnSpPr>
        <p:spPr>
          <a:xfrm flipH="1">
            <a:off x="5742827" y="2049764"/>
            <a:ext cx="33450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0" name="TextBox 239">
            <a:extLst>
              <a:ext uri="{FF2B5EF4-FFF2-40B4-BE49-F238E27FC236}">
                <a16:creationId xmlns:a16="http://schemas.microsoft.com/office/drawing/2014/main" id="{CAC1BD42-9D8C-E729-86BF-C5A08CA355BA}"/>
              </a:ext>
            </a:extLst>
          </p:cNvPr>
          <p:cNvSpPr txBox="1"/>
          <p:nvPr/>
        </p:nvSpPr>
        <p:spPr>
          <a:xfrm>
            <a:off x="3840818" y="2254280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(2)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7F850867-BDC1-8784-284E-FCC627294E07}"/>
              </a:ext>
            </a:extLst>
          </p:cNvPr>
          <p:cNvSpPr txBox="1"/>
          <p:nvPr/>
        </p:nvSpPr>
        <p:spPr>
          <a:xfrm>
            <a:off x="5260763" y="2254280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(3)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F7825495-6234-F6AA-DF3F-1EB74EB9403D}"/>
              </a:ext>
            </a:extLst>
          </p:cNvPr>
          <p:cNvSpPr txBox="1"/>
          <p:nvPr/>
        </p:nvSpPr>
        <p:spPr>
          <a:xfrm>
            <a:off x="6662390" y="2240918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(4)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58344C13-8218-8386-291D-2A28A49D4F27}"/>
              </a:ext>
            </a:extLst>
          </p:cNvPr>
          <p:cNvSpPr txBox="1"/>
          <p:nvPr/>
        </p:nvSpPr>
        <p:spPr>
          <a:xfrm>
            <a:off x="8011508" y="2230068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(5)</a:t>
            </a:r>
          </a:p>
        </p:txBody>
      </p: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54C5484B-35B0-5BDA-2C97-EA8202BFA5F1}"/>
              </a:ext>
            </a:extLst>
          </p:cNvPr>
          <p:cNvCxnSpPr>
            <a:cxnSpLocks/>
            <a:stCxn id="141" idx="4"/>
            <a:endCxn id="143" idx="0"/>
          </p:cNvCxnSpPr>
          <p:nvPr/>
        </p:nvCxnSpPr>
        <p:spPr>
          <a:xfrm flipH="1">
            <a:off x="7647868" y="1582973"/>
            <a:ext cx="358" cy="2864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4D8E5713-BFD5-B7B0-3027-A40522B7CC74}"/>
              </a:ext>
            </a:extLst>
          </p:cNvPr>
          <p:cNvCxnSpPr>
            <a:cxnSpLocks/>
            <a:stCxn id="149" idx="6"/>
            <a:endCxn id="150" idx="2"/>
          </p:cNvCxnSpPr>
          <p:nvPr/>
        </p:nvCxnSpPr>
        <p:spPr>
          <a:xfrm flipV="1">
            <a:off x="8523287" y="1402669"/>
            <a:ext cx="334865" cy="108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D9539CAB-8497-8317-E108-1D5EE29DE796}"/>
              </a:ext>
            </a:extLst>
          </p:cNvPr>
          <p:cNvCxnSpPr>
            <a:cxnSpLocks/>
            <a:stCxn id="149" idx="4"/>
            <a:endCxn id="151" idx="0"/>
          </p:cNvCxnSpPr>
          <p:nvPr/>
        </p:nvCxnSpPr>
        <p:spPr>
          <a:xfrm>
            <a:off x="8342983" y="1593823"/>
            <a:ext cx="0" cy="2756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8F2DB459-F64B-2EBB-413F-3C66AC44847A}"/>
              </a:ext>
            </a:extLst>
          </p:cNvPr>
          <p:cNvCxnSpPr>
            <a:cxnSpLocks/>
            <a:stCxn id="151" idx="7"/>
            <a:endCxn id="150" idx="3"/>
          </p:cNvCxnSpPr>
          <p:nvPr/>
        </p:nvCxnSpPr>
        <p:spPr>
          <a:xfrm flipV="1">
            <a:off x="8470477" y="1530163"/>
            <a:ext cx="440485" cy="3921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9B0B6C80-DDFE-FD54-9305-AE4F023C4F2B}"/>
              </a:ext>
            </a:extLst>
          </p:cNvPr>
          <p:cNvCxnSpPr>
            <a:cxnSpLocks/>
            <a:stCxn id="151" idx="6"/>
            <a:endCxn id="152" idx="2"/>
          </p:cNvCxnSpPr>
          <p:nvPr/>
        </p:nvCxnSpPr>
        <p:spPr>
          <a:xfrm>
            <a:off x="8523287" y="2049764"/>
            <a:ext cx="33450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C4CDD54D-9D97-55CE-191E-0A8B5DFC7C13}"/>
              </a:ext>
            </a:extLst>
          </p:cNvPr>
          <p:cNvCxnSpPr>
            <a:cxnSpLocks/>
            <a:stCxn id="113" idx="6"/>
            <a:endCxn id="114" idx="2"/>
          </p:cNvCxnSpPr>
          <p:nvPr/>
        </p:nvCxnSpPr>
        <p:spPr>
          <a:xfrm flipV="1">
            <a:off x="2962367" y="1402669"/>
            <a:ext cx="334865" cy="1085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E9F5CE52-598A-2478-433C-ECBEE0B8FDD6}"/>
              </a:ext>
            </a:extLst>
          </p:cNvPr>
          <p:cNvCxnSpPr>
            <a:cxnSpLocks/>
            <a:stCxn id="122" idx="4"/>
            <a:endCxn id="124" idx="0"/>
          </p:cNvCxnSpPr>
          <p:nvPr/>
        </p:nvCxnSpPr>
        <p:spPr>
          <a:xfrm>
            <a:off x="4172293" y="1593823"/>
            <a:ext cx="0" cy="275637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2DB46B8-5635-1795-009E-AC3341AB321F}"/>
              </a:ext>
            </a:extLst>
          </p:cNvPr>
          <p:cNvCxnSpPr>
            <a:cxnSpLocks/>
            <a:stCxn id="132" idx="3"/>
            <a:endCxn id="133" idx="7"/>
          </p:cNvCxnSpPr>
          <p:nvPr/>
        </p:nvCxnSpPr>
        <p:spPr>
          <a:xfrm flipH="1">
            <a:off x="5690017" y="1530163"/>
            <a:ext cx="440485" cy="392107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63198913-D40F-A705-5353-A13044F362EE}"/>
              </a:ext>
            </a:extLst>
          </p:cNvPr>
          <p:cNvCxnSpPr>
            <a:cxnSpLocks/>
            <a:stCxn id="143" idx="2"/>
            <a:endCxn id="142" idx="6"/>
          </p:cNvCxnSpPr>
          <p:nvPr/>
        </p:nvCxnSpPr>
        <p:spPr>
          <a:xfrm flipH="1">
            <a:off x="7133057" y="2049764"/>
            <a:ext cx="334507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4135B525-9C43-13D0-1029-0276394E733F}"/>
              </a:ext>
            </a:extLst>
          </p:cNvPr>
          <p:cNvCxnSpPr>
            <a:cxnSpLocks/>
            <a:stCxn id="152" idx="0"/>
            <a:endCxn id="150" idx="4"/>
          </p:cNvCxnSpPr>
          <p:nvPr/>
        </p:nvCxnSpPr>
        <p:spPr>
          <a:xfrm flipV="1">
            <a:off x="9038098" y="1582973"/>
            <a:ext cx="358" cy="286487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3" name="TextBox 292">
            <a:extLst>
              <a:ext uri="{FF2B5EF4-FFF2-40B4-BE49-F238E27FC236}">
                <a16:creationId xmlns:a16="http://schemas.microsoft.com/office/drawing/2014/main" id="{0A142AC1-168F-9F4F-17E5-EEA4DE7B8BC9}"/>
              </a:ext>
            </a:extLst>
          </p:cNvPr>
          <p:cNvSpPr txBox="1"/>
          <p:nvPr/>
        </p:nvSpPr>
        <p:spPr>
          <a:xfrm>
            <a:off x="2336637" y="2249864"/>
            <a:ext cx="1537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(1)</a:t>
            </a:r>
          </a:p>
        </p:txBody>
      </p:sp>
      <p:sp>
        <p:nvSpPr>
          <p:cNvPr id="294" name="椭圆 7">
            <a:extLst>
              <a:ext uri="{FF2B5EF4-FFF2-40B4-BE49-F238E27FC236}">
                <a16:creationId xmlns:a16="http://schemas.microsoft.com/office/drawing/2014/main" id="{848B1ACF-1E7F-1409-91CF-1A055F2D6D11}"/>
              </a:ext>
            </a:extLst>
          </p:cNvPr>
          <p:cNvSpPr/>
          <p:nvPr/>
        </p:nvSpPr>
        <p:spPr>
          <a:xfrm>
            <a:off x="1140105" y="125134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u0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5" name="椭圆 8">
            <a:extLst>
              <a:ext uri="{FF2B5EF4-FFF2-40B4-BE49-F238E27FC236}">
                <a16:creationId xmlns:a16="http://schemas.microsoft.com/office/drawing/2014/main" id="{1BB0896E-A6AE-020F-6EB2-71338966A4C2}"/>
              </a:ext>
            </a:extLst>
          </p:cNvPr>
          <p:cNvSpPr/>
          <p:nvPr/>
        </p:nvSpPr>
        <p:spPr>
          <a:xfrm>
            <a:off x="1835578" y="124049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u1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" name="椭圆 9">
            <a:extLst>
              <a:ext uri="{FF2B5EF4-FFF2-40B4-BE49-F238E27FC236}">
                <a16:creationId xmlns:a16="http://schemas.microsoft.com/office/drawing/2014/main" id="{8FEDBB3B-A838-5FA8-4EFE-F967E52C9BBB}"/>
              </a:ext>
            </a:extLst>
          </p:cNvPr>
          <p:cNvSpPr/>
          <p:nvPr/>
        </p:nvSpPr>
        <p:spPr>
          <a:xfrm>
            <a:off x="1140105" y="1887589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" name="椭圆 11">
            <a:extLst>
              <a:ext uri="{FF2B5EF4-FFF2-40B4-BE49-F238E27FC236}">
                <a16:creationId xmlns:a16="http://schemas.microsoft.com/office/drawing/2014/main" id="{8A6F7CB2-C3F5-E0BB-299C-D422AF8BB5DD}"/>
              </a:ext>
            </a:extLst>
          </p:cNvPr>
          <p:cNvSpPr/>
          <p:nvPr/>
        </p:nvSpPr>
        <p:spPr>
          <a:xfrm>
            <a:off x="1835220" y="1887589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u3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0FB19617-ABFD-6369-C33A-8C486D5F762E}"/>
              </a:ext>
            </a:extLst>
          </p:cNvPr>
          <p:cNvCxnSpPr>
            <a:cxnSpLocks/>
            <a:stCxn id="296" idx="0"/>
            <a:endCxn id="294" idx="4"/>
          </p:cNvCxnSpPr>
          <p:nvPr/>
        </p:nvCxnSpPr>
        <p:spPr>
          <a:xfrm flipV="1">
            <a:off x="1320409" y="1611952"/>
            <a:ext cx="0" cy="2756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5DBEF50E-C9F4-910F-93E6-791A6F59B070}"/>
              </a:ext>
            </a:extLst>
          </p:cNvPr>
          <p:cNvCxnSpPr>
            <a:cxnSpLocks/>
            <a:stCxn id="296" idx="7"/>
            <a:endCxn id="295" idx="3"/>
          </p:cNvCxnSpPr>
          <p:nvPr/>
        </p:nvCxnSpPr>
        <p:spPr>
          <a:xfrm flipV="1">
            <a:off x="1447903" y="1548292"/>
            <a:ext cx="440485" cy="3921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0" name="Straight Arrow Connector 299">
            <a:extLst>
              <a:ext uri="{FF2B5EF4-FFF2-40B4-BE49-F238E27FC236}">
                <a16:creationId xmlns:a16="http://schemas.microsoft.com/office/drawing/2014/main" id="{4854D8F6-2624-6FAD-016D-2A7DF4604736}"/>
              </a:ext>
            </a:extLst>
          </p:cNvPr>
          <p:cNvCxnSpPr>
            <a:cxnSpLocks/>
            <a:stCxn id="297" idx="2"/>
            <a:endCxn id="296" idx="6"/>
          </p:cNvCxnSpPr>
          <p:nvPr/>
        </p:nvCxnSpPr>
        <p:spPr>
          <a:xfrm flipH="1">
            <a:off x="1500713" y="2067893"/>
            <a:ext cx="33450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1" name="Straight Arrow Connector 300">
            <a:extLst>
              <a:ext uri="{FF2B5EF4-FFF2-40B4-BE49-F238E27FC236}">
                <a16:creationId xmlns:a16="http://schemas.microsoft.com/office/drawing/2014/main" id="{56B8C6C3-C7A2-0529-3F2E-6FFD8E111552}"/>
              </a:ext>
            </a:extLst>
          </p:cNvPr>
          <p:cNvCxnSpPr>
            <a:cxnSpLocks/>
            <a:stCxn id="297" idx="0"/>
            <a:endCxn id="295" idx="4"/>
          </p:cNvCxnSpPr>
          <p:nvPr/>
        </p:nvCxnSpPr>
        <p:spPr>
          <a:xfrm flipV="1">
            <a:off x="2015524" y="1601102"/>
            <a:ext cx="358" cy="2864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843B2192-693D-5C9A-A93B-3FCE5AB124C3}"/>
              </a:ext>
            </a:extLst>
          </p:cNvPr>
          <p:cNvCxnSpPr>
            <a:cxnSpLocks/>
            <a:stCxn id="294" idx="6"/>
            <a:endCxn id="295" idx="2"/>
          </p:cNvCxnSpPr>
          <p:nvPr/>
        </p:nvCxnSpPr>
        <p:spPr>
          <a:xfrm flipV="1">
            <a:off x="1500713" y="1420798"/>
            <a:ext cx="334865" cy="1085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6512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764B259-17F6-E79D-CC5D-F558898C7ADC}"/>
              </a:ext>
            </a:extLst>
          </p:cNvPr>
          <p:cNvSpPr txBox="1"/>
          <p:nvPr/>
        </p:nvSpPr>
        <p:spPr>
          <a:xfrm>
            <a:off x="3579794" y="1354397"/>
            <a:ext cx="3636552" cy="15254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 </a:t>
            </a:r>
            <a:r>
              <a:rPr lang="en-US" sz="1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v0, v1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New Edge Set ){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 v2 ∈ N(v0) ∩ N(v1) ){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for( v3 ∈ N(v1) ∩ N(v2) ) 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output (v0, v1, v2, v3) }}}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DF4080-A03E-8D6D-4344-1467DCF89A20}"/>
              </a:ext>
            </a:extLst>
          </p:cNvPr>
          <p:cNvSpPr txBox="1"/>
          <p:nvPr/>
        </p:nvSpPr>
        <p:spPr>
          <a:xfrm>
            <a:off x="196514" y="2712164"/>
            <a:ext cx="3383280" cy="18947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Order: {u0, u2, u1, u3}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 </a:t>
            </a:r>
            <a:r>
              <a:rPr lang="en-US" sz="1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v0, v1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New Edge Set ){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 v2 ∈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(v0) ∩ N(v1) ){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for( v3 ∈ N(v1) ∩ N(v2) ) 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output (v0, v1, v2, v3) }}}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4139A5-048D-B12D-1AC9-839A68B01ED6}"/>
              </a:ext>
            </a:extLst>
          </p:cNvPr>
          <p:cNvSpPr txBox="1"/>
          <p:nvPr/>
        </p:nvSpPr>
        <p:spPr>
          <a:xfrm>
            <a:off x="3579795" y="2713052"/>
            <a:ext cx="3383280" cy="18947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Order: {u2, u1, u0, u3}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 </a:t>
            </a:r>
            <a:r>
              <a:rPr lang="en-US" sz="1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v0, v1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∈ New Edge Set ){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 v2 ∈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(v0) ∩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(v1) ){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for( v3 ∈ N(v0) ∩ N(v1) ) 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output (v0, v1, v2, v3) }}}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301FF9-EE00-34F1-7FA1-817ACE37B916}"/>
              </a:ext>
            </a:extLst>
          </p:cNvPr>
          <p:cNvSpPr txBox="1"/>
          <p:nvPr/>
        </p:nvSpPr>
        <p:spPr>
          <a:xfrm>
            <a:off x="196514" y="4642001"/>
            <a:ext cx="3383280" cy="18947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Order: {u3, u2, u1, u0}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 </a:t>
            </a:r>
            <a:r>
              <a:rPr lang="en-US" sz="1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v0, v1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New Edge Set ){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 v2 ∈ N(v0) ∩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(v1) ){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for( v3 ∈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(v1) ∩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(v2) ) 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output (v0, v1, v2, v3) }}}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A6ACB3-CFE2-A57C-AA2C-3F5CA7AAF2CE}"/>
              </a:ext>
            </a:extLst>
          </p:cNvPr>
          <p:cNvSpPr txBox="1"/>
          <p:nvPr/>
        </p:nvSpPr>
        <p:spPr>
          <a:xfrm>
            <a:off x="3579794" y="4724844"/>
            <a:ext cx="3383280" cy="18947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Order: {u3, u1, u2, u0}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 </a:t>
            </a:r>
            <a:r>
              <a:rPr lang="en-US" sz="1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v0, v1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New Edge Set ){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 v2 ∈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(v0) ∩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(v1) ){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for( v3 ∈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(v1) ∩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(v2) ) 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output (v0, v1, v2, v3) }}}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9E07BC-FD98-6426-4117-4A42B1AF517E}"/>
              </a:ext>
            </a:extLst>
          </p:cNvPr>
          <p:cNvSpPr txBox="1"/>
          <p:nvPr/>
        </p:nvSpPr>
        <p:spPr>
          <a:xfrm>
            <a:off x="-263180" y="469758"/>
            <a:ext cx="3383280" cy="19202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Order: {u0, u1, u2, u3}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 v0, v1 ∈ All Edges in Graph){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 v2 ∈ N(v0) ∩ N(v1) ){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for( v3 ∈ N(v1) ∩ N(v2) ) 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output (v0, v1, v2, v3) }}}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853E9C-61E7-3767-547F-F8C380D49B13}"/>
              </a:ext>
            </a:extLst>
          </p:cNvPr>
          <p:cNvSpPr txBox="1"/>
          <p:nvPr/>
        </p:nvSpPr>
        <p:spPr>
          <a:xfrm>
            <a:off x="6791230" y="321250"/>
            <a:ext cx="425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7F9372-6BEA-162E-2257-BD682BCBCF00}"/>
              </a:ext>
            </a:extLst>
          </p:cNvPr>
          <p:cNvSpPr txBox="1"/>
          <p:nvPr/>
        </p:nvSpPr>
        <p:spPr>
          <a:xfrm>
            <a:off x="3154678" y="2722998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623639-7AFC-8554-01B3-A1DEFBD68246}"/>
              </a:ext>
            </a:extLst>
          </p:cNvPr>
          <p:cNvSpPr txBox="1"/>
          <p:nvPr/>
        </p:nvSpPr>
        <p:spPr>
          <a:xfrm>
            <a:off x="6537958" y="2699707"/>
            <a:ext cx="425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5E4D0A-BACC-E8FB-DDCF-130558BF963A}"/>
              </a:ext>
            </a:extLst>
          </p:cNvPr>
          <p:cNvSpPr txBox="1"/>
          <p:nvPr/>
        </p:nvSpPr>
        <p:spPr>
          <a:xfrm>
            <a:off x="3154678" y="4231211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2DBC3C-0070-FE21-69E9-78EC4509B006}"/>
              </a:ext>
            </a:extLst>
          </p:cNvPr>
          <p:cNvSpPr txBox="1"/>
          <p:nvPr/>
        </p:nvSpPr>
        <p:spPr>
          <a:xfrm>
            <a:off x="6537958" y="4237851"/>
            <a:ext cx="425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9C839B-91EA-3F83-C6AA-935966D220B8}"/>
              </a:ext>
            </a:extLst>
          </p:cNvPr>
          <p:cNvSpPr txBox="1"/>
          <p:nvPr/>
        </p:nvSpPr>
        <p:spPr>
          <a:xfrm>
            <a:off x="3155871" y="31283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2FB61C-EC3D-CFB6-10AE-19F417718A23}"/>
              </a:ext>
            </a:extLst>
          </p:cNvPr>
          <p:cNvSpPr txBox="1"/>
          <p:nvPr/>
        </p:nvSpPr>
        <p:spPr>
          <a:xfrm>
            <a:off x="3579793" y="508351"/>
            <a:ext cx="6098058" cy="78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Δ𝑅1 </a:t>
            </a:r>
            <a:r>
              <a:rPr lang="en-US" sz="16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⋈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𝑅2 </a:t>
            </a:r>
            <a:r>
              <a:rPr lang="en-US" sz="16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⋈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𝑅3 </a:t>
            </a:r>
            <a:r>
              <a:rPr lang="en-US" sz="16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⋈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𝑅4 </a:t>
            </a:r>
            <a:r>
              <a:rPr lang="en-US" sz="16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⋈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𝑅5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Order: {u0, u1, u2, u3}</a:t>
            </a:r>
          </a:p>
        </p:txBody>
      </p:sp>
    </p:spTree>
    <p:extLst>
      <p:ext uri="{BB962C8B-B14F-4D97-AF65-F5344CB8AC3E}">
        <p14:creationId xmlns:p14="http://schemas.microsoft.com/office/powerpoint/2010/main" val="2392935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6">
            <a:extLst>
              <a:ext uri="{FF2B5EF4-FFF2-40B4-BE49-F238E27FC236}">
                <a16:creationId xmlns:a16="http://schemas.microsoft.com/office/drawing/2014/main" id="{76B789B0-A943-B549-BD50-E9B33D2EB286}"/>
              </a:ext>
            </a:extLst>
          </p:cNvPr>
          <p:cNvSpPr/>
          <p:nvPr/>
        </p:nvSpPr>
        <p:spPr>
          <a:xfrm>
            <a:off x="1348847" y="1235098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7">
            <a:extLst>
              <a:ext uri="{FF2B5EF4-FFF2-40B4-BE49-F238E27FC236}">
                <a16:creationId xmlns:a16="http://schemas.microsoft.com/office/drawing/2014/main" id="{6DF60FFD-1838-071C-3875-EA73A1E5FC3C}"/>
              </a:ext>
            </a:extLst>
          </p:cNvPr>
          <p:cNvSpPr/>
          <p:nvPr/>
        </p:nvSpPr>
        <p:spPr>
          <a:xfrm>
            <a:off x="1972219" y="1235098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8">
            <a:extLst>
              <a:ext uri="{FF2B5EF4-FFF2-40B4-BE49-F238E27FC236}">
                <a16:creationId xmlns:a16="http://schemas.microsoft.com/office/drawing/2014/main" id="{7C9C481B-7272-869E-C5C6-A375040A7E76}"/>
              </a:ext>
            </a:extLst>
          </p:cNvPr>
          <p:cNvSpPr/>
          <p:nvPr/>
        </p:nvSpPr>
        <p:spPr>
          <a:xfrm>
            <a:off x="2514872" y="937156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椭圆 9">
            <a:extLst>
              <a:ext uri="{FF2B5EF4-FFF2-40B4-BE49-F238E27FC236}">
                <a16:creationId xmlns:a16="http://schemas.microsoft.com/office/drawing/2014/main" id="{D7972A13-57C7-A896-2D6F-80FE0D9B6FD1}"/>
              </a:ext>
            </a:extLst>
          </p:cNvPr>
          <p:cNvSpPr/>
          <p:nvPr/>
        </p:nvSpPr>
        <p:spPr>
          <a:xfrm>
            <a:off x="2514872" y="1542896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椭圆 10">
            <a:extLst>
              <a:ext uri="{FF2B5EF4-FFF2-40B4-BE49-F238E27FC236}">
                <a16:creationId xmlns:a16="http://schemas.microsoft.com/office/drawing/2014/main" id="{F484E7DB-78A9-7E0F-D68D-AD1EF143953E}"/>
              </a:ext>
            </a:extLst>
          </p:cNvPr>
          <p:cNvSpPr/>
          <p:nvPr/>
        </p:nvSpPr>
        <p:spPr>
          <a:xfrm>
            <a:off x="1348847" y="177601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椭圆 11">
            <a:extLst>
              <a:ext uri="{FF2B5EF4-FFF2-40B4-BE49-F238E27FC236}">
                <a16:creationId xmlns:a16="http://schemas.microsoft.com/office/drawing/2014/main" id="{245ABC27-C721-6FFC-D8A7-4CA61BF05105}"/>
              </a:ext>
            </a:extLst>
          </p:cNvPr>
          <p:cNvSpPr/>
          <p:nvPr/>
        </p:nvSpPr>
        <p:spPr>
          <a:xfrm>
            <a:off x="3104372" y="1542896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线连接符 24">
            <a:extLst>
              <a:ext uri="{FF2B5EF4-FFF2-40B4-BE49-F238E27FC236}">
                <a16:creationId xmlns:a16="http://schemas.microsoft.com/office/drawing/2014/main" id="{93785839-E941-4F35-7D40-B9C3A5A4F046}"/>
              </a:ext>
            </a:extLst>
          </p:cNvPr>
          <p:cNvCxnSpPr>
            <a:cxnSpLocks/>
            <a:stCxn id="7" idx="2"/>
            <a:endCxn id="6" idx="6"/>
          </p:cNvCxnSpPr>
          <p:nvPr/>
        </p:nvCxnSpPr>
        <p:spPr>
          <a:xfrm flipH="1">
            <a:off x="1709455" y="1415402"/>
            <a:ext cx="2627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28">
            <a:extLst>
              <a:ext uri="{FF2B5EF4-FFF2-40B4-BE49-F238E27FC236}">
                <a16:creationId xmlns:a16="http://schemas.microsoft.com/office/drawing/2014/main" id="{A7B14BB9-2699-D3AE-4BC6-8141E29F2F26}"/>
              </a:ext>
            </a:extLst>
          </p:cNvPr>
          <p:cNvCxnSpPr>
            <a:cxnSpLocks/>
            <a:stCxn id="8" idx="2"/>
            <a:endCxn id="7" idx="7"/>
          </p:cNvCxnSpPr>
          <p:nvPr/>
        </p:nvCxnSpPr>
        <p:spPr>
          <a:xfrm flipH="1">
            <a:off x="2280017" y="1117460"/>
            <a:ext cx="234855" cy="1704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31">
            <a:extLst>
              <a:ext uri="{FF2B5EF4-FFF2-40B4-BE49-F238E27FC236}">
                <a16:creationId xmlns:a16="http://schemas.microsoft.com/office/drawing/2014/main" id="{0592B53B-DF7F-4CD5-A941-619247D5836A}"/>
              </a:ext>
            </a:extLst>
          </p:cNvPr>
          <p:cNvCxnSpPr>
            <a:cxnSpLocks/>
            <a:stCxn id="9" idx="2"/>
            <a:endCxn id="7" idx="5"/>
          </p:cNvCxnSpPr>
          <p:nvPr/>
        </p:nvCxnSpPr>
        <p:spPr>
          <a:xfrm flipH="1" flipV="1">
            <a:off x="2280017" y="1542896"/>
            <a:ext cx="234855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34">
            <a:extLst>
              <a:ext uri="{FF2B5EF4-FFF2-40B4-BE49-F238E27FC236}">
                <a16:creationId xmlns:a16="http://schemas.microsoft.com/office/drawing/2014/main" id="{296B9F76-19A2-7298-0A50-A7F9EF336785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V="1">
            <a:off x="2695176" y="1297764"/>
            <a:ext cx="0" cy="2451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37">
            <a:extLst>
              <a:ext uri="{FF2B5EF4-FFF2-40B4-BE49-F238E27FC236}">
                <a16:creationId xmlns:a16="http://schemas.microsoft.com/office/drawing/2014/main" id="{0C0706FB-CB77-51F4-121C-5C911F56B0B8}"/>
              </a:ext>
            </a:extLst>
          </p:cNvPr>
          <p:cNvCxnSpPr>
            <a:cxnSpLocks/>
            <a:stCxn id="11" idx="1"/>
            <a:endCxn id="8" idx="5"/>
          </p:cNvCxnSpPr>
          <p:nvPr/>
        </p:nvCxnSpPr>
        <p:spPr>
          <a:xfrm flipH="1" flipV="1">
            <a:off x="2822670" y="1244954"/>
            <a:ext cx="334512" cy="350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40">
            <a:extLst>
              <a:ext uri="{FF2B5EF4-FFF2-40B4-BE49-F238E27FC236}">
                <a16:creationId xmlns:a16="http://schemas.microsoft.com/office/drawing/2014/main" id="{D4C6D527-CA36-7E4A-B3FB-B6B1E3EE37B4}"/>
              </a:ext>
            </a:extLst>
          </p:cNvPr>
          <p:cNvCxnSpPr>
            <a:cxnSpLocks/>
            <a:stCxn id="11" idx="2"/>
            <a:endCxn id="9" idx="6"/>
          </p:cNvCxnSpPr>
          <p:nvPr/>
        </p:nvCxnSpPr>
        <p:spPr>
          <a:xfrm flipH="1">
            <a:off x="2875480" y="1723200"/>
            <a:ext cx="2288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50">
            <a:extLst>
              <a:ext uri="{FF2B5EF4-FFF2-40B4-BE49-F238E27FC236}">
                <a16:creationId xmlns:a16="http://schemas.microsoft.com/office/drawing/2014/main" id="{F0EF6D4E-BD63-77E9-53F9-85F632A0F197}"/>
              </a:ext>
            </a:extLst>
          </p:cNvPr>
          <p:cNvCxnSpPr>
            <a:cxnSpLocks/>
            <a:stCxn id="10" idx="0"/>
            <a:endCxn id="6" idx="4"/>
          </p:cNvCxnSpPr>
          <p:nvPr/>
        </p:nvCxnSpPr>
        <p:spPr>
          <a:xfrm flipV="1">
            <a:off x="1529151" y="1595706"/>
            <a:ext cx="0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53">
            <a:extLst>
              <a:ext uri="{FF2B5EF4-FFF2-40B4-BE49-F238E27FC236}">
                <a16:creationId xmlns:a16="http://schemas.microsoft.com/office/drawing/2014/main" id="{B56437E8-A236-185A-6049-4238A11BE337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1656645" y="1542896"/>
            <a:ext cx="368384" cy="2859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56">
            <a:extLst>
              <a:ext uri="{FF2B5EF4-FFF2-40B4-BE49-F238E27FC236}">
                <a16:creationId xmlns:a16="http://schemas.microsoft.com/office/drawing/2014/main" id="{BB189F46-BE29-C988-442B-F82151A478A2}"/>
              </a:ext>
            </a:extLst>
          </p:cNvPr>
          <p:cNvCxnSpPr>
            <a:cxnSpLocks/>
            <a:stCxn id="24" idx="0"/>
            <a:endCxn id="7" idx="4"/>
          </p:cNvCxnSpPr>
          <p:nvPr/>
        </p:nvCxnSpPr>
        <p:spPr>
          <a:xfrm flipV="1">
            <a:off x="2152523" y="1595706"/>
            <a:ext cx="0" cy="1803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59">
            <a:extLst>
              <a:ext uri="{FF2B5EF4-FFF2-40B4-BE49-F238E27FC236}">
                <a16:creationId xmlns:a16="http://schemas.microsoft.com/office/drawing/2014/main" id="{8D93A4EC-F0D3-8F75-424F-EC62F90956AA}"/>
              </a:ext>
            </a:extLst>
          </p:cNvPr>
          <p:cNvSpPr/>
          <p:nvPr/>
        </p:nvSpPr>
        <p:spPr>
          <a:xfrm>
            <a:off x="1972219" y="1776009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85FEC2-82B9-8CD6-F4E8-3930541EBF99}"/>
              </a:ext>
            </a:extLst>
          </p:cNvPr>
          <p:cNvSpPr txBox="1"/>
          <p:nvPr/>
        </p:nvSpPr>
        <p:spPr>
          <a:xfrm>
            <a:off x="1348847" y="563462"/>
            <a:ext cx="2624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Initial: {v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8453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6">
            <a:extLst>
              <a:ext uri="{FF2B5EF4-FFF2-40B4-BE49-F238E27FC236}">
                <a16:creationId xmlns:a16="http://schemas.microsoft.com/office/drawing/2014/main" id="{9F8F8D90-460E-C233-6607-800A64E34852}"/>
              </a:ext>
            </a:extLst>
          </p:cNvPr>
          <p:cNvSpPr/>
          <p:nvPr/>
        </p:nvSpPr>
        <p:spPr>
          <a:xfrm>
            <a:off x="1871362" y="1534571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7">
            <a:extLst>
              <a:ext uri="{FF2B5EF4-FFF2-40B4-BE49-F238E27FC236}">
                <a16:creationId xmlns:a16="http://schemas.microsoft.com/office/drawing/2014/main" id="{CBDD52C6-3B49-71D4-A20D-A0CDA1130A6D}"/>
              </a:ext>
            </a:extLst>
          </p:cNvPr>
          <p:cNvSpPr/>
          <p:nvPr/>
        </p:nvSpPr>
        <p:spPr>
          <a:xfrm>
            <a:off x="2494734" y="1534571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8">
            <a:extLst>
              <a:ext uri="{FF2B5EF4-FFF2-40B4-BE49-F238E27FC236}">
                <a16:creationId xmlns:a16="http://schemas.microsoft.com/office/drawing/2014/main" id="{CC677475-D79F-963F-EBDA-E79E6184A7C3}"/>
              </a:ext>
            </a:extLst>
          </p:cNvPr>
          <p:cNvSpPr/>
          <p:nvPr/>
        </p:nvSpPr>
        <p:spPr>
          <a:xfrm>
            <a:off x="3037387" y="1236629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椭圆 9">
            <a:extLst>
              <a:ext uri="{FF2B5EF4-FFF2-40B4-BE49-F238E27FC236}">
                <a16:creationId xmlns:a16="http://schemas.microsoft.com/office/drawing/2014/main" id="{ACB84CB8-D79A-8208-A84E-689D520FBA5B}"/>
              </a:ext>
            </a:extLst>
          </p:cNvPr>
          <p:cNvSpPr/>
          <p:nvPr/>
        </p:nvSpPr>
        <p:spPr>
          <a:xfrm>
            <a:off x="3037387" y="1842369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椭圆 10">
            <a:extLst>
              <a:ext uri="{FF2B5EF4-FFF2-40B4-BE49-F238E27FC236}">
                <a16:creationId xmlns:a16="http://schemas.microsoft.com/office/drawing/2014/main" id="{8657FA92-CC86-A7C5-D60A-23F226BFA7AF}"/>
              </a:ext>
            </a:extLst>
          </p:cNvPr>
          <p:cNvSpPr/>
          <p:nvPr/>
        </p:nvSpPr>
        <p:spPr>
          <a:xfrm>
            <a:off x="1871362" y="2075483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椭圆 11">
            <a:extLst>
              <a:ext uri="{FF2B5EF4-FFF2-40B4-BE49-F238E27FC236}">
                <a16:creationId xmlns:a16="http://schemas.microsoft.com/office/drawing/2014/main" id="{E575CAF1-25A9-0830-7D16-0F6E244240F9}"/>
              </a:ext>
            </a:extLst>
          </p:cNvPr>
          <p:cNvSpPr/>
          <p:nvPr/>
        </p:nvSpPr>
        <p:spPr>
          <a:xfrm>
            <a:off x="3626887" y="1842369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线连接符 24">
            <a:extLst>
              <a:ext uri="{FF2B5EF4-FFF2-40B4-BE49-F238E27FC236}">
                <a16:creationId xmlns:a16="http://schemas.microsoft.com/office/drawing/2014/main" id="{8CFD3FEC-495B-DFD5-D599-A76ACCB20665}"/>
              </a:ext>
            </a:extLst>
          </p:cNvPr>
          <p:cNvCxnSpPr>
            <a:cxnSpLocks/>
            <a:stCxn id="7" idx="2"/>
            <a:endCxn id="6" idx="6"/>
          </p:cNvCxnSpPr>
          <p:nvPr/>
        </p:nvCxnSpPr>
        <p:spPr>
          <a:xfrm flipH="1">
            <a:off x="2231970" y="1714875"/>
            <a:ext cx="2627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28">
            <a:extLst>
              <a:ext uri="{FF2B5EF4-FFF2-40B4-BE49-F238E27FC236}">
                <a16:creationId xmlns:a16="http://schemas.microsoft.com/office/drawing/2014/main" id="{9DEB1ABD-6C9B-4F72-071A-582A3A8901AB}"/>
              </a:ext>
            </a:extLst>
          </p:cNvPr>
          <p:cNvCxnSpPr>
            <a:cxnSpLocks/>
            <a:stCxn id="8" idx="2"/>
            <a:endCxn id="7" idx="7"/>
          </p:cNvCxnSpPr>
          <p:nvPr/>
        </p:nvCxnSpPr>
        <p:spPr>
          <a:xfrm flipH="1">
            <a:off x="2802532" y="1416933"/>
            <a:ext cx="234855" cy="1704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31">
            <a:extLst>
              <a:ext uri="{FF2B5EF4-FFF2-40B4-BE49-F238E27FC236}">
                <a16:creationId xmlns:a16="http://schemas.microsoft.com/office/drawing/2014/main" id="{AFDDCB62-9D67-818A-C331-A43104D675BB}"/>
              </a:ext>
            </a:extLst>
          </p:cNvPr>
          <p:cNvCxnSpPr>
            <a:cxnSpLocks/>
            <a:stCxn id="9" idx="2"/>
            <a:endCxn id="7" idx="5"/>
          </p:cNvCxnSpPr>
          <p:nvPr/>
        </p:nvCxnSpPr>
        <p:spPr>
          <a:xfrm flipH="1" flipV="1">
            <a:off x="2802532" y="1842369"/>
            <a:ext cx="234855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34">
            <a:extLst>
              <a:ext uri="{FF2B5EF4-FFF2-40B4-BE49-F238E27FC236}">
                <a16:creationId xmlns:a16="http://schemas.microsoft.com/office/drawing/2014/main" id="{31D5C3D3-0101-3015-5828-D712F0593CE5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V="1">
            <a:off x="3217691" y="1597237"/>
            <a:ext cx="0" cy="2451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37">
            <a:extLst>
              <a:ext uri="{FF2B5EF4-FFF2-40B4-BE49-F238E27FC236}">
                <a16:creationId xmlns:a16="http://schemas.microsoft.com/office/drawing/2014/main" id="{E6A3C66E-BADF-89EC-0A29-D71625F03053}"/>
              </a:ext>
            </a:extLst>
          </p:cNvPr>
          <p:cNvCxnSpPr>
            <a:cxnSpLocks/>
            <a:stCxn id="11" idx="1"/>
            <a:endCxn id="8" idx="5"/>
          </p:cNvCxnSpPr>
          <p:nvPr/>
        </p:nvCxnSpPr>
        <p:spPr>
          <a:xfrm flipH="1" flipV="1">
            <a:off x="3345185" y="1544427"/>
            <a:ext cx="334512" cy="350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40">
            <a:extLst>
              <a:ext uri="{FF2B5EF4-FFF2-40B4-BE49-F238E27FC236}">
                <a16:creationId xmlns:a16="http://schemas.microsoft.com/office/drawing/2014/main" id="{517A2835-0102-9D25-FEBB-A28422D4597E}"/>
              </a:ext>
            </a:extLst>
          </p:cNvPr>
          <p:cNvCxnSpPr>
            <a:cxnSpLocks/>
            <a:stCxn id="11" idx="2"/>
            <a:endCxn id="9" idx="6"/>
          </p:cNvCxnSpPr>
          <p:nvPr/>
        </p:nvCxnSpPr>
        <p:spPr>
          <a:xfrm flipH="1">
            <a:off x="3397995" y="2022673"/>
            <a:ext cx="2288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50">
            <a:extLst>
              <a:ext uri="{FF2B5EF4-FFF2-40B4-BE49-F238E27FC236}">
                <a16:creationId xmlns:a16="http://schemas.microsoft.com/office/drawing/2014/main" id="{22A5840F-8FB1-81C6-6B0D-A3DA3854A72B}"/>
              </a:ext>
            </a:extLst>
          </p:cNvPr>
          <p:cNvCxnSpPr>
            <a:cxnSpLocks/>
            <a:stCxn id="10" idx="0"/>
            <a:endCxn id="6" idx="4"/>
          </p:cNvCxnSpPr>
          <p:nvPr/>
        </p:nvCxnSpPr>
        <p:spPr>
          <a:xfrm flipV="1">
            <a:off x="2051666" y="1895179"/>
            <a:ext cx="0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53">
            <a:extLst>
              <a:ext uri="{FF2B5EF4-FFF2-40B4-BE49-F238E27FC236}">
                <a16:creationId xmlns:a16="http://schemas.microsoft.com/office/drawing/2014/main" id="{A031B8CE-967D-88F1-DB3E-6377CA48A950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2179160" y="1842369"/>
            <a:ext cx="368384" cy="2859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56">
            <a:extLst>
              <a:ext uri="{FF2B5EF4-FFF2-40B4-BE49-F238E27FC236}">
                <a16:creationId xmlns:a16="http://schemas.microsoft.com/office/drawing/2014/main" id="{C106C862-9B4B-EFE0-B44F-C30AAD59975A}"/>
              </a:ext>
            </a:extLst>
          </p:cNvPr>
          <p:cNvCxnSpPr>
            <a:cxnSpLocks/>
            <a:stCxn id="24" idx="0"/>
            <a:endCxn id="7" idx="4"/>
          </p:cNvCxnSpPr>
          <p:nvPr/>
        </p:nvCxnSpPr>
        <p:spPr>
          <a:xfrm flipV="1">
            <a:off x="2675038" y="1895179"/>
            <a:ext cx="0" cy="1803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59">
            <a:extLst>
              <a:ext uri="{FF2B5EF4-FFF2-40B4-BE49-F238E27FC236}">
                <a16:creationId xmlns:a16="http://schemas.microsoft.com/office/drawing/2014/main" id="{96579266-1ACA-CD8F-65AD-55B16826A075}"/>
              </a:ext>
            </a:extLst>
          </p:cNvPr>
          <p:cNvSpPr/>
          <p:nvPr/>
        </p:nvSpPr>
        <p:spPr>
          <a:xfrm>
            <a:off x="2494734" y="2075482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线连接符 53">
            <a:extLst>
              <a:ext uri="{FF2B5EF4-FFF2-40B4-BE49-F238E27FC236}">
                <a16:creationId xmlns:a16="http://schemas.microsoft.com/office/drawing/2014/main" id="{52637E00-23EE-C7F4-F8DE-047BE8A11751}"/>
              </a:ext>
            </a:extLst>
          </p:cNvPr>
          <p:cNvCxnSpPr>
            <a:cxnSpLocks/>
            <a:stCxn id="10" idx="6"/>
            <a:endCxn id="24" idx="2"/>
          </p:cNvCxnSpPr>
          <p:nvPr/>
        </p:nvCxnSpPr>
        <p:spPr>
          <a:xfrm flipV="1">
            <a:off x="2231970" y="2255786"/>
            <a:ext cx="262764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42D7C8F-518B-A715-EB30-1FDC017FA388}"/>
              </a:ext>
            </a:extLst>
          </p:cNvPr>
          <p:cNvSpPr txBox="1"/>
          <p:nvPr/>
        </p:nvSpPr>
        <p:spPr>
          <a:xfrm>
            <a:off x="1871362" y="871659"/>
            <a:ext cx="2419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{v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7353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6">
            <a:extLst>
              <a:ext uri="{FF2B5EF4-FFF2-40B4-BE49-F238E27FC236}">
                <a16:creationId xmlns:a16="http://schemas.microsoft.com/office/drawing/2014/main" id="{4C5A107D-9249-AA46-2FB0-9215E2639162}"/>
              </a:ext>
            </a:extLst>
          </p:cNvPr>
          <p:cNvSpPr/>
          <p:nvPr/>
        </p:nvSpPr>
        <p:spPr>
          <a:xfrm>
            <a:off x="2641014" y="173141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7">
            <a:extLst>
              <a:ext uri="{FF2B5EF4-FFF2-40B4-BE49-F238E27FC236}">
                <a16:creationId xmlns:a16="http://schemas.microsoft.com/office/drawing/2014/main" id="{1A46753D-1701-ADCA-CEB1-5045DBEDD07F}"/>
              </a:ext>
            </a:extLst>
          </p:cNvPr>
          <p:cNvSpPr/>
          <p:nvPr/>
        </p:nvSpPr>
        <p:spPr>
          <a:xfrm>
            <a:off x="3264386" y="173141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8">
            <a:extLst>
              <a:ext uri="{FF2B5EF4-FFF2-40B4-BE49-F238E27FC236}">
                <a16:creationId xmlns:a16="http://schemas.microsoft.com/office/drawing/2014/main" id="{8E8139A2-78E5-5626-44F6-23C03679A2BE}"/>
              </a:ext>
            </a:extLst>
          </p:cNvPr>
          <p:cNvSpPr/>
          <p:nvPr/>
        </p:nvSpPr>
        <p:spPr>
          <a:xfrm>
            <a:off x="3807039" y="1433472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椭圆 9">
            <a:extLst>
              <a:ext uri="{FF2B5EF4-FFF2-40B4-BE49-F238E27FC236}">
                <a16:creationId xmlns:a16="http://schemas.microsoft.com/office/drawing/2014/main" id="{BEBA1ACD-1775-B76A-938E-87EB4AECD945}"/>
              </a:ext>
            </a:extLst>
          </p:cNvPr>
          <p:cNvSpPr/>
          <p:nvPr/>
        </p:nvSpPr>
        <p:spPr>
          <a:xfrm>
            <a:off x="3807039" y="2039212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椭圆 10">
            <a:extLst>
              <a:ext uri="{FF2B5EF4-FFF2-40B4-BE49-F238E27FC236}">
                <a16:creationId xmlns:a16="http://schemas.microsoft.com/office/drawing/2014/main" id="{EA87D36E-8ADD-C85E-56CD-8B1C5EC8BC8D}"/>
              </a:ext>
            </a:extLst>
          </p:cNvPr>
          <p:cNvSpPr/>
          <p:nvPr/>
        </p:nvSpPr>
        <p:spPr>
          <a:xfrm>
            <a:off x="2641014" y="2272326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椭圆 11">
            <a:extLst>
              <a:ext uri="{FF2B5EF4-FFF2-40B4-BE49-F238E27FC236}">
                <a16:creationId xmlns:a16="http://schemas.microsoft.com/office/drawing/2014/main" id="{4F7BD439-AF69-F813-EDF8-3ECFC00091E3}"/>
              </a:ext>
            </a:extLst>
          </p:cNvPr>
          <p:cNvSpPr/>
          <p:nvPr/>
        </p:nvSpPr>
        <p:spPr>
          <a:xfrm>
            <a:off x="4396539" y="2039212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线连接符 24">
            <a:extLst>
              <a:ext uri="{FF2B5EF4-FFF2-40B4-BE49-F238E27FC236}">
                <a16:creationId xmlns:a16="http://schemas.microsoft.com/office/drawing/2014/main" id="{480D12F1-1218-F6D8-1966-AC862834A658}"/>
              </a:ext>
            </a:extLst>
          </p:cNvPr>
          <p:cNvCxnSpPr>
            <a:cxnSpLocks/>
            <a:stCxn id="7" idx="2"/>
            <a:endCxn id="6" idx="6"/>
          </p:cNvCxnSpPr>
          <p:nvPr/>
        </p:nvCxnSpPr>
        <p:spPr>
          <a:xfrm flipH="1">
            <a:off x="3001622" y="1911718"/>
            <a:ext cx="2627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28">
            <a:extLst>
              <a:ext uri="{FF2B5EF4-FFF2-40B4-BE49-F238E27FC236}">
                <a16:creationId xmlns:a16="http://schemas.microsoft.com/office/drawing/2014/main" id="{E4766829-DC3B-45BF-9387-F9D51028D5D5}"/>
              </a:ext>
            </a:extLst>
          </p:cNvPr>
          <p:cNvCxnSpPr>
            <a:cxnSpLocks/>
            <a:stCxn id="8" idx="2"/>
            <a:endCxn id="7" idx="7"/>
          </p:cNvCxnSpPr>
          <p:nvPr/>
        </p:nvCxnSpPr>
        <p:spPr>
          <a:xfrm flipH="1">
            <a:off x="3572184" y="1613776"/>
            <a:ext cx="234855" cy="1704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31">
            <a:extLst>
              <a:ext uri="{FF2B5EF4-FFF2-40B4-BE49-F238E27FC236}">
                <a16:creationId xmlns:a16="http://schemas.microsoft.com/office/drawing/2014/main" id="{68B44716-EEC5-3FBA-6E77-4ED5720076BD}"/>
              </a:ext>
            </a:extLst>
          </p:cNvPr>
          <p:cNvCxnSpPr>
            <a:cxnSpLocks/>
            <a:stCxn id="9" idx="2"/>
            <a:endCxn id="7" idx="5"/>
          </p:cNvCxnSpPr>
          <p:nvPr/>
        </p:nvCxnSpPr>
        <p:spPr>
          <a:xfrm flipH="1" flipV="1">
            <a:off x="3572184" y="2039212"/>
            <a:ext cx="234855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34">
            <a:extLst>
              <a:ext uri="{FF2B5EF4-FFF2-40B4-BE49-F238E27FC236}">
                <a16:creationId xmlns:a16="http://schemas.microsoft.com/office/drawing/2014/main" id="{833F9D1D-ACAD-DCAC-4676-8B0C40C329C0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V="1">
            <a:off x="3987343" y="1794080"/>
            <a:ext cx="0" cy="2451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37">
            <a:extLst>
              <a:ext uri="{FF2B5EF4-FFF2-40B4-BE49-F238E27FC236}">
                <a16:creationId xmlns:a16="http://schemas.microsoft.com/office/drawing/2014/main" id="{B198F5FB-0F49-37C3-4625-FDA7BD805FEF}"/>
              </a:ext>
            </a:extLst>
          </p:cNvPr>
          <p:cNvCxnSpPr>
            <a:cxnSpLocks/>
            <a:stCxn id="11" idx="1"/>
            <a:endCxn id="8" idx="5"/>
          </p:cNvCxnSpPr>
          <p:nvPr/>
        </p:nvCxnSpPr>
        <p:spPr>
          <a:xfrm flipH="1" flipV="1">
            <a:off x="4114837" y="1741270"/>
            <a:ext cx="334512" cy="350752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40">
            <a:extLst>
              <a:ext uri="{FF2B5EF4-FFF2-40B4-BE49-F238E27FC236}">
                <a16:creationId xmlns:a16="http://schemas.microsoft.com/office/drawing/2014/main" id="{26A58026-B7A3-0B16-0F18-34075626030B}"/>
              </a:ext>
            </a:extLst>
          </p:cNvPr>
          <p:cNvCxnSpPr>
            <a:cxnSpLocks/>
            <a:stCxn id="11" idx="2"/>
            <a:endCxn id="9" idx="6"/>
          </p:cNvCxnSpPr>
          <p:nvPr/>
        </p:nvCxnSpPr>
        <p:spPr>
          <a:xfrm flipH="1">
            <a:off x="4167647" y="2219516"/>
            <a:ext cx="2288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50">
            <a:extLst>
              <a:ext uri="{FF2B5EF4-FFF2-40B4-BE49-F238E27FC236}">
                <a16:creationId xmlns:a16="http://schemas.microsoft.com/office/drawing/2014/main" id="{AB906CCB-6443-E565-9C32-937935A97637}"/>
              </a:ext>
            </a:extLst>
          </p:cNvPr>
          <p:cNvCxnSpPr>
            <a:cxnSpLocks/>
            <a:stCxn id="10" idx="0"/>
            <a:endCxn id="6" idx="4"/>
          </p:cNvCxnSpPr>
          <p:nvPr/>
        </p:nvCxnSpPr>
        <p:spPr>
          <a:xfrm flipV="1">
            <a:off x="2821318" y="2092022"/>
            <a:ext cx="0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连接符 53">
            <a:extLst>
              <a:ext uri="{FF2B5EF4-FFF2-40B4-BE49-F238E27FC236}">
                <a16:creationId xmlns:a16="http://schemas.microsoft.com/office/drawing/2014/main" id="{C66A03A5-F27A-F936-DBF2-23EA534F69B7}"/>
              </a:ext>
            </a:extLst>
          </p:cNvPr>
          <p:cNvCxnSpPr>
            <a:cxnSpLocks/>
            <a:stCxn id="10" idx="7"/>
            <a:endCxn id="7" idx="3"/>
          </p:cNvCxnSpPr>
          <p:nvPr/>
        </p:nvCxnSpPr>
        <p:spPr>
          <a:xfrm flipV="1">
            <a:off x="2948812" y="2039212"/>
            <a:ext cx="368384" cy="2859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56">
            <a:extLst>
              <a:ext uri="{FF2B5EF4-FFF2-40B4-BE49-F238E27FC236}">
                <a16:creationId xmlns:a16="http://schemas.microsoft.com/office/drawing/2014/main" id="{E66BC8E6-2F48-9360-0159-83F99BBE657F}"/>
              </a:ext>
            </a:extLst>
          </p:cNvPr>
          <p:cNvCxnSpPr>
            <a:cxnSpLocks/>
            <a:stCxn id="24" idx="0"/>
            <a:endCxn id="7" idx="4"/>
          </p:cNvCxnSpPr>
          <p:nvPr/>
        </p:nvCxnSpPr>
        <p:spPr>
          <a:xfrm flipV="1">
            <a:off x="3444690" y="2092022"/>
            <a:ext cx="0" cy="1803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59">
            <a:extLst>
              <a:ext uri="{FF2B5EF4-FFF2-40B4-BE49-F238E27FC236}">
                <a16:creationId xmlns:a16="http://schemas.microsoft.com/office/drawing/2014/main" id="{5D3EEAB5-9545-927D-6894-8017DB72A77B}"/>
              </a:ext>
            </a:extLst>
          </p:cNvPr>
          <p:cNvSpPr/>
          <p:nvPr/>
        </p:nvSpPr>
        <p:spPr>
          <a:xfrm>
            <a:off x="3264386" y="227232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线连接符 53">
            <a:extLst>
              <a:ext uri="{FF2B5EF4-FFF2-40B4-BE49-F238E27FC236}">
                <a16:creationId xmlns:a16="http://schemas.microsoft.com/office/drawing/2014/main" id="{BD09B87B-F570-EB85-53B3-2B2CB60B7252}"/>
              </a:ext>
            </a:extLst>
          </p:cNvPr>
          <p:cNvCxnSpPr>
            <a:cxnSpLocks/>
            <a:stCxn id="10" idx="6"/>
            <a:endCxn id="24" idx="2"/>
          </p:cNvCxnSpPr>
          <p:nvPr/>
        </p:nvCxnSpPr>
        <p:spPr>
          <a:xfrm flipV="1">
            <a:off x="3001622" y="2452629"/>
            <a:ext cx="262764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8">
            <a:extLst>
              <a:ext uri="{FF2B5EF4-FFF2-40B4-BE49-F238E27FC236}">
                <a16:creationId xmlns:a16="http://schemas.microsoft.com/office/drawing/2014/main" id="{476B5ABB-3B57-C292-647A-C54C0EF8E65D}"/>
              </a:ext>
            </a:extLst>
          </p:cNvPr>
          <p:cNvCxnSpPr>
            <a:cxnSpLocks/>
          </p:cNvCxnSpPr>
          <p:nvPr/>
        </p:nvCxnSpPr>
        <p:spPr>
          <a:xfrm flipV="1">
            <a:off x="4114837" y="1794080"/>
            <a:ext cx="185314" cy="1176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28">
            <a:extLst>
              <a:ext uri="{FF2B5EF4-FFF2-40B4-BE49-F238E27FC236}">
                <a16:creationId xmlns:a16="http://schemas.microsoft.com/office/drawing/2014/main" id="{465A71A4-DCC5-75B3-B887-A3F4F2C43088}"/>
              </a:ext>
            </a:extLst>
          </p:cNvPr>
          <p:cNvCxnSpPr>
            <a:cxnSpLocks/>
          </p:cNvCxnSpPr>
          <p:nvPr/>
        </p:nvCxnSpPr>
        <p:spPr>
          <a:xfrm flipV="1">
            <a:off x="4164379" y="1862829"/>
            <a:ext cx="185314" cy="1176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3558355-26EE-0F19-45F8-E2F8DEF8A69A}"/>
              </a:ext>
            </a:extLst>
          </p:cNvPr>
          <p:cNvSpPr txBox="1"/>
          <p:nvPr/>
        </p:nvSpPr>
        <p:spPr>
          <a:xfrm>
            <a:off x="2641014" y="1059778"/>
            <a:ext cx="2419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{v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2168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6">
            <a:extLst>
              <a:ext uri="{FF2B5EF4-FFF2-40B4-BE49-F238E27FC236}">
                <a16:creationId xmlns:a16="http://schemas.microsoft.com/office/drawing/2014/main" id="{8BEF31D6-7C46-5267-B377-8E1F96BE4D33}"/>
              </a:ext>
            </a:extLst>
          </p:cNvPr>
          <p:cNvSpPr/>
          <p:nvPr/>
        </p:nvSpPr>
        <p:spPr>
          <a:xfrm>
            <a:off x="2641014" y="173141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椭圆 7">
            <a:extLst>
              <a:ext uri="{FF2B5EF4-FFF2-40B4-BE49-F238E27FC236}">
                <a16:creationId xmlns:a16="http://schemas.microsoft.com/office/drawing/2014/main" id="{D12E3769-83DE-6ACA-E5AC-050742292E7C}"/>
              </a:ext>
            </a:extLst>
          </p:cNvPr>
          <p:cNvSpPr/>
          <p:nvPr/>
        </p:nvSpPr>
        <p:spPr>
          <a:xfrm>
            <a:off x="3264386" y="173141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椭圆 10">
            <a:extLst>
              <a:ext uri="{FF2B5EF4-FFF2-40B4-BE49-F238E27FC236}">
                <a16:creationId xmlns:a16="http://schemas.microsoft.com/office/drawing/2014/main" id="{F3F27B2E-7533-0970-FA10-5D0C378771F7}"/>
              </a:ext>
            </a:extLst>
          </p:cNvPr>
          <p:cNvSpPr/>
          <p:nvPr/>
        </p:nvSpPr>
        <p:spPr>
          <a:xfrm>
            <a:off x="2641014" y="2272326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线连接符 24">
            <a:extLst>
              <a:ext uri="{FF2B5EF4-FFF2-40B4-BE49-F238E27FC236}">
                <a16:creationId xmlns:a16="http://schemas.microsoft.com/office/drawing/2014/main" id="{1499AD87-D906-D4A3-B5D5-B82E5AC51699}"/>
              </a:ext>
            </a:extLst>
          </p:cNvPr>
          <p:cNvCxnSpPr>
            <a:cxnSpLocks/>
            <a:stCxn id="3" idx="2"/>
            <a:endCxn id="2" idx="6"/>
          </p:cNvCxnSpPr>
          <p:nvPr/>
        </p:nvCxnSpPr>
        <p:spPr>
          <a:xfrm flipH="1">
            <a:off x="3001622" y="1911718"/>
            <a:ext cx="2627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50">
            <a:extLst>
              <a:ext uri="{FF2B5EF4-FFF2-40B4-BE49-F238E27FC236}">
                <a16:creationId xmlns:a16="http://schemas.microsoft.com/office/drawing/2014/main" id="{E16DB720-6CA6-5E89-B134-3921AB54596D}"/>
              </a:ext>
            </a:extLst>
          </p:cNvPr>
          <p:cNvCxnSpPr>
            <a:cxnSpLocks/>
            <a:stCxn id="4" idx="0"/>
            <a:endCxn id="2" idx="4"/>
          </p:cNvCxnSpPr>
          <p:nvPr/>
        </p:nvCxnSpPr>
        <p:spPr>
          <a:xfrm flipV="1">
            <a:off x="2821318" y="2092022"/>
            <a:ext cx="0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53">
            <a:extLst>
              <a:ext uri="{FF2B5EF4-FFF2-40B4-BE49-F238E27FC236}">
                <a16:creationId xmlns:a16="http://schemas.microsoft.com/office/drawing/2014/main" id="{8C351FC3-2475-C4A6-F521-CBCC132EBAB2}"/>
              </a:ext>
            </a:extLst>
          </p:cNvPr>
          <p:cNvCxnSpPr>
            <a:cxnSpLocks/>
            <a:stCxn id="4" idx="7"/>
            <a:endCxn id="3" idx="3"/>
          </p:cNvCxnSpPr>
          <p:nvPr/>
        </p:nvCxnSpPr>
        <p:spPr>
          <a:xfrm flipV="1">
            <a:off x="2948812" y="2039212"/>
            <a:ext cx="368384" cy="2859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56">
            <a:extLst>
              <a:ext uri="{FF2B5EF4-FFF2-40B4-BE49-F238E27FC236}">
                <a16:creationId xmlns:a16="http://schemas.microsoft.com/office/drawing/2014/main" id="{44CECD13-7218-90EB-0790-81957F2BE366}"/>
              </a:ext>
            </a:extLst>
          </p:cNvPr>
          <p:cNvCxnSpPr>
            <a:cxnSpLocks/>
            <a:stCxn id="18" idx="0"/>
            <a:endCxn id="3" idx="4"/>
          </p:cNvCxnSpPr>
          <p:nvPr/>
        </p:nvCxnSpPr>
        <p:spPr>
          <a:xfrm flipV="1">
            <a:off x="3444690" y="2092022"/>
            <a:ext cx="0" cy="1803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59">
            <a:extLst>
              <a:ext uri="{FF2B5EF4-FFF2-40B4-BE49-F238E27FC236}">
                <a16:creationId xmlns:a16="http://schemas.microsoft.com/office/drawing/2014/main" id="{CB9D45CF-8D54-8CFA-5C6D-7DE4C9FB54C0}"/>
              </a:ext>
            </a:extLst>
          </p:cNvPr>
          <p:cNvSpPr/>
          <p:nvPr/>
        </p:nvSpPr>
        <p:spPr>
          <a:xfrm>
            <a:off x="3264386" y="227232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线连接符 53">
            <a:extLst>
              <a:ext uri="{FF2B5EF4-FFF2-40B4-BE49-F238E27FC236}">
                <a16:creationId xmlns:a16="http://schemas.microsoft.com/office/drawing/2014/main" id="{F316226E-4CC4-4281-1E6D-DC02A631F416}"/>
              </a:ext>
            </a:extLst>
          </p:cNvPr>
          <p:cNvCxnSpPr>
            <a:cxnSpLocks/>
            <a:stCxn id="4" idx="6"/>
            <a:endCxn id="18" idx="2"/>
          </p:cNvCxnSpPr>
          <p:nvPr/>
        </p:nvCxnSpPr>
        <p:spPr>
          <a:xfrm flipV="1">
            <a:off x="3001622" y="2452629"/>
            <a:ext cx="262764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31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6">
            <a:extLst>
              <a:ext uri="{FF2B5EF4-FFF2-40B4-BE49-F238E27FC236}">
                <a16:creationId xmlns:a16="http://schemas.microsoft.com/office/drawing/2014/main" id="{BAE5AA87-02E2-8464-819F-0B2D8234166B}"/>
              </a:ext>
            </a:extLst>
          </p:cNvPr>
          <p:cNvSpPr/>
          <p:nvPr/>
        </p:nvSpPr>
        <p:spPr>
          <a:xfrm>
            <a:off x="2641014" y="173141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u0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椭圆 7">
            <a:extLst>
              <a:ext uri="{FF2B5EF4-FFF2-40B4-BE49-F238E27FC236}">
                <a16:creationId xmlns:a16="http://schemas.microsoft.com/office/drawing/2014/main" id="{60AC7F7F-0F65-B5A7-FA2B-4CDD583BE013}"/>
              </a:ext>
            </a:extLst>
          </p:cNvPr>
          <p:cNvSpPr/>
          <p:nvPr/>
        </p:nvSpPr>
        <p:spPr>
          <a:xfrm>
            <a:off x="3264386" y="173141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椭圆 10">
            <a:extLst>
              <a:ext uri="{FF2B5EF4-FFF2-40B4-BE49-F238E27FC236}">
                <a16:creationId xmlns:a16="http://schemas.microsoft.com/office/drawing/2014/main" id="{0B5275B8-EB3B-67F6-FF50-1E25EFA79395}"/>
              </a:ext>
            </a:extLst>
          </p:cNvPr>
          <p:cNvSpPr/>
          <p:nvPr/>
        </p:nvSpPr>
        <p:spPr>
          <a:xfrm>
            <a:off x="2641014" y="2272326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u1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线连接符 24">
            <a:extLst>
              <a:ext uri="{FF2B5EF4-FFF2-40B4-BE49-F238E27FC236}">
                <a16:creationId xmlns:a16="http://schemas.microsoft.com/office/drawing/2014/main" id="{F806C5F2-89D4-5157-A93F-A2F418B89DB1}"/>
              </a:ext>
            </a:extLst>
          </p:cNvPr>
          <p:cNvCxnSpPr>
            <a:cxnSpLocks/>
            <a:stCxn id="5" idx="2"/>
            <a:endCxn id="4" idx="6"/>
          </p:cNvCxnSpPr>
          <p:nvPr/>
        </p:nvCxnSpPr>
        <p:spPr>
          <a:xfrm flipH="1">
            <a:off x="3001622" y="1911718"/>
            <a:ext cx="2627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50">
            <a:extLst>
              <a:ext uri="{FF2B5EF4-FFF2-40B4-BE49-F238E27FC236}">
                <a16:creationId xmlns:a16="http://schemas.microsoft.com/office/drawing/2014/main" id="{9BD81339-9814-D13F-6EFE-6BDE114F2AD5}"/>
              </a:ext>
            </a:extLst>
          </p:cNvPr>
          <p:cNvCxnSpPr>
            <a:cxnSpLocks/>
            <a:stCxn id="6" idx="0"/>
            <a:endCxn id="4" idx="4"/>
          </p:cNvCxnSpPr>
          <p:nvPr/>
        </p:nvCxnSpPr>
        <p:spPr>
          <a:xfrm flipV="1">
            <a:off x="2821318" y="2092022"/>
            <a:ext cx="0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53">
            <a:extLst>
              <a:ext uri="{FF2B5EF4-FFF2-40B4-BE49-F238E27FC236}">
                <a16:creationId xmlns:a16="http://schemas.microsoft.com/office/drawing/2014/main" id="{7D70B203-86C3-41CF-2DBB-36CB3B3B8705}"/>
              </a:ext>
            </a:extLst>
          </p:cNvPr>
          <p:cNvCxnSpPr>
            <a:cxnSpLocks/>
            <a:stCxn id="6" idx="7"/>
            <a:endCxn id="5" idx="3"/>
          </p:cNvCxnSpPr>
          <p:nvPr/>
        </p:nvCxnSpPr>
        <p:spPr>
          <a:xfrm flipV="1">
            <a:off x="2948812" y="2039212"/>
            <a:ext cx="368384" cy="2859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56">
            <a:extLst>
              <a:ext uri="{FF2B5EF4-FFF2-40B4-BE49-F238E27FC236}">
                <a16:creationId xmlns:a16="http://schemas.microsoft.com/office/drawing/2014/main" id="{537B9944-394A-CAC4-BB3A-0DF41AEDBF62}"/>
              </a:ext>
            </a:extLst>
          </p:cNvPr>
          <p:cNvCxnSpPr>
            <a:cxnSpLocks/>
            <a:stCxn id="11" idx="0"/>
            <a:endCxn id="5" idx="4"/>
          </p:cNvCxnSpPr>
          <p:nvPr/>
        </p:nvCxnSpPr>
        <p:spPr>
          <a:xfrm flipV="1">
            <a:off x="3444690" y="2092022"/>
            <a:ext cx="0" cy="1803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59">
            <a:extLst>
              <a:ext uri="{FF2B5EF4-FFF2-40B4-BE49-F238E27FC236}">
                <a16:creationId xmlns:a16="http://schemas.microsoft.com/office/drawing/2014/main" id="{C911AA6C-9EAF-06AE-ABCF-B0FD305BF7F9}"/>
              </a:ext>
            </a:extLst>
          </p:cNvPr>
          <p:cNvSpPr/>
          <p:nvPr/>
        </p:nvSpPr>
        <p:spPr>
          <a:xfrm>
            <a:off x="3264386" y="227232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u3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线连接符 53">
            <a:extLst>
              <a:ext uri="{FF2B5EF4-FFF2-40B4-BE49-F238E27FC236}">
                <a16:creationId xmlns:a16="http://schemas.microsoft.com/office/drawing/2014/main" id="{8526F203-7CA3-7392-FC5D-5792D757CEAF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 flipV="1">
            <a:off x="3001622" y="2452629"/>
            <a:ext cx="262764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5B91E69-4E35-38BB-7749-718B09B7E284}"/>
              </a:ext>
            </a:extLst>
          </p:cNvPr>
          <p:cNvSpPr txBox="1"/>
          <p:nvPr/>
        </p:nvSpPr>
        <p:spPr>
          <a:xfrm>
            <a:off x="2391733" y="1577525"/>
            <a:ext cx="307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23C3F7-EAFF-DD48-26DF-379A1FDE4FB1}"/>
              </a:ext>
            </a:extLst>
          </p:cNvPr>
          <p:cNvSpPr txBox="1"/>
          <p:nvPr/>
        </p:nvSpPr>
        <p:spPr>
          <a:xfrm>
            <a:off x="3557370" y="1577525"/>
            <a:ext cx="307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2A6164-4847-C713-6813-4E55DF58E3B3}"/>
              </a:ext>
            </a:extLst>
          </p:cNvPr>
          <p:cNvSpPr txBox="1"/>
          <p:nvPr/>
        </p:nvSpPr>
        <p:spPr>
          <a:xfrm>
            <a:off x="2408543" y="2452629"/>
            <a:ext cx="307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ECF742-BFD5-2D6F-51F0-096C45509C22}"/>
              </a:ext>
            </a:extLst>
          </p:cNvPr>
          <p:cNvSpPr txBox="1"/>
          <p:nvPr/>
        </p:nvSpPr>
        <p:spPr>
          <a:xfrm>
            <a:off x="3599061" y="2452629"/>
            <a:ext cx="307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38701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8039</TotalTime>
  <Words>896</Words>
  <Application>Microsoft Macintosh PowerPoint</Application>
  <PresentationFormat>Widescreen</PresentationFormat>
  <Paragraphs>272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Wei, Yihua</dc:creator>
  <cp:lastModifiedBy>Wei, Yihua</cp:lastModifiedBy>
  <cp:revision>1012</cp:revision>
  <dcterms:created xsi:type="dcterms:W3CDTF">2023-03-14T13:18:57Z</dcterms:created>
  <dcterms:modified xsi:type="dcterms:W3CDTF">2023-06-28T12:31:25Z</dcterms:modified>
</cp:coreProperties>
</file>