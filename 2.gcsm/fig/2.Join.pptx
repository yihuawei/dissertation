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35"/>
  </p:normalViewPr>
  <p:slideViewPr>
    <p:cSldViewPr snapToGrid="0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F023-848A-7E4F-651B-503663C84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6D914-778F-B627-B082-82DC8B13D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83B46-584D-C61E-7548-3FEA1DCC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098F-0A5A-3124-C79A-DD61A322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513B-A3BF-C7A2-49C7-748E7E82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7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7E81-1413-2ACA-6D2A-9B85B223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884B-B710-1E0F-12B1-E69C58D55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924B1-A605-81C3-1B0D-E7F70A06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5514-7B92-8CA8-8440-72BCC8CC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DDAF2-D949-8EBB-17F7-97BF9729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7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4A0D-A593-3308-ED07-67648DC0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AD5A7-D52F-0C94-96C2-40A4FF818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5F65-7E64-07C6-0685-727AF27F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F0DFC-E01E-9DCC-0F18-16AA2492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6611-209B-CDB9-BD83-AD543DBF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A09C-D0EA-A3FE-B7CC-BAEB50A3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FC483-D7B1-E83F-BD74-8F63F7493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F5B11-6ADE-1641-1FA7-B26B5D2E9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181F-502F-C575-D020-9B1E305A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9668D-C21D-A29A-D378-2D3AB03A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394CF-D9AC-BC85-B79F-CFAFCE6E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2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0861-2774-1303-C531-0A6F4E1E0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0B56D-F80E-3BAA-54F8-9858A813B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ECC8E-9770-99F4-6B99-78F95C693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9733A-F7DB-C2FB-9C5B-67B24365C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B4063-0B0E-9548-8C7E-92340E3D6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E52FA-0271-198B-FA30-34950995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ABDA3-A4B6-112D-9788-A0851BA3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F2DE4-2B52-E822-07B2-277334FD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164E-97D1-5329-B674-BFDD7EB7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F03C1-0133-640F-845E-35C6D559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B8521-9396-398C-F7B7-9B74DAEC5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2E5CD-1028-CEFD-A2A8-B4E77D7C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6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921A6-8A65-8563-235E-1C6A1328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B9395-ED4B-5E83-8A56-28FA13EC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F731-425E-63DC-BD87-D1CFFC9E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4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C2EA-3FA1-C262-4679-F945DF22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5ECBE-4F1C-8815-28F1-65E58C6B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20E9A-12A1-D4F5-4646-9F0742C7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B616B-0385-1079-D7D1-BC2119A3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1A197-71F2-7146-3DA6-71B281E9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E156E-D938-01E8-8C5E-DDCF9B8E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00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133E-567C-18DC-5FFC-D64E1D38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18AE1-0F85-5C97-AF04-54F1C4225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3AC31-04B7-7B8B-2699-791EFFC43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C61EA-3DAE-6BE1-85F5-48B0A74A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D0E8D-7858-7C86-0B63-E081218B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E0831-81A3-C011-5A1A-BB4B5B38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0639-A964-0421-23B7-F1E52524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0766E-04EE-5D97-04F6-A91FD60CD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DAE1E-0B4E-1AEC-5608-F42B82AF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1A50-D5A4-FBF8-7556-2212FD8A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9611-2F40-759F-40DA-90D1612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3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8F249-F1BC-9389-B916-36D12D424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777A1-5CD3-8695-E80B-BB506187D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E1414-E3B3-7778-4D9F-4B5ECA10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BFF7-5464-9727-F5F8-897C3659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5F885-E7F6-8DA4-E928-6312EAD3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6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04F45-7F8C-835C-D3F0-8193358A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77EB-757B-050F-9FE2-A550D3C5E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06031-3D96-8C14-5E4D-FF3365A24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5BC1-06F0-E64B-9D80-CB54679810EB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FF58-9239-413F-5261-BA043FD2C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1697-A0E8-CA0F-DBA5-93390698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C7288-29EB-1849-BA2C-6AFF4D32B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68D8F9-DE21-A50C-907E-ACC03637337E}"/>
              </a:ext>
            </a:extLst>
          </p:cNvPr>
          <p:cNvSpPr txBox="1"/>
          <p:nvPr/>
        </p:nvSpPr>
        <p:spPr>
          <a:xfrm>
            <a:off x="196513" y="356503"/>
            <a:ext cx="5020255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∈ E</a:t>
            </a:r>
            <a:r>
              <a:rPr lang="en-US" altLang="zh-CN" baseline="-25000" dirty="0"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 for(v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   for(v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      output (v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4032482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3E9486-52FC-D2B0-B2FE-8F30431269BA}"/>
              </a:ext>
            </a:extLst>
          </p:cNvPr>
          <p:cNvSpPr txBox="1"/>
          <p:nvPr/>
        </p:nvSpPr>
        <p:spPr>
          <a:xfrm>
            <a:off x="621323" y="1354397"/>
            <a:ext cx="6595023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n-US" altLang="zh-CN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N’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</a:t>
            </a:r>
            <a:r>
              <a:rPr lang="en-US" altLang="zh-CN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N’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n-US" altLang="zh-CN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N’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</a:t>
            </a:r>
            <a:r>
              <a:rPr lang="en-US" altLang="zh-CN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N’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output 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206602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00A1DD-438C-6A31-B07E-3DA35E0EF794}"/>
              </a:ext>
            </a:extLst>
          </p:cNvPr>
          <p:cNvSpPr txBox="1"/>
          <p:nvPr/>
        </p:nvSpPr>
        <p:spPr>
          <a:xfrm>
            <a:off x="196513" y="2712164"/>
            <a:ext cx="5559517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n-US" altLang="zh-CN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  output 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120930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E98661-55A2-97AA-A9C9-EA18D79A0AE9}"/>
              </a:ext>
            </a:extLst>
          </p:cNvPr>
          <p:cNvSpPr txBox="1"/>
          <p:nvPr/>
        </p:nvSpPr>
        <p:spPr>
          <a:xfrm>
            <a:off x="3579795" y="2713052"/>
            <a:ext cx="6056574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  output 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126808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595286-BFA0-82D6-5C9D-66C95967ED97}"/>
              </a:ext>
            </a:extLst>
          </p:cNvPr>
          <p:cNvSpPr txBox="1"/>
          <p:nvPr/>
        </p:nvSpPr>
        <p:spPr>
          <a:xfrm>
            <a:off x="196514" y="4642001"/>
            <a:ext cx="7528994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output 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337530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3F620-4B33-922F-FB60-5E87F7E13669}"/>
              </a:ext>
            </a:extLst>
          </p:cNvPr>
          <p:cNvSpPr txBox="1"/>
          <p:nvPr/>
        </p:nvSpPr>
        <p:spPr>
          <a:xfrm>
            <a:off x="3579793" y="4724844"/>
            <a:ext cx="5657991" cy="17185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</a:t>
            </a:r>
            <a:r>
              <a:rPr lang="en-US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v</a:t>
            </a:r>
            <a:r>
              <a:rPr lang="en-US" baseline="-2500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 {</a:t>
            </a:r>
            <a:endParaRPr lang="en-US" dirty="0">
              <a:solidFill>
                <a:schemeClr val="tx1"/>
              </a:solidFill>
              <a:latin typeface="Courier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output (v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);}}}</a:t>
            </a:r>
          </a:p>
        </p:txBody>
      </p:sp>
    </p:spTree>
    <p:extLst>
      <p:ext uri="{BB962C8B-B14F-4D97-AF65-F5344CB8AC3E}">
        <p14:creationId xmlns:p14="http://schemas.microsoft.com/office/powerpoint/2010/main" val="249727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6">
            <a:extLst>
              <a:ext uri="{FF2B5EF4-FFF2-40B4-BE49-F238E27FC236}">
                <a16:creationId xmlns:a16="http://schemas.microsoft.com/office/drawing/2014/main" id="{A28CA259-3CC1-C528-B588-96A79B899137}"/>
              </a:ext>
            </a:extLst>
          </p:cNvPr>
          <p:cNvSpPr/>
          <p:nvPr/>
        </p:nvSpPr>
        <p:spPr>
          <a:xfrm>
            <a:off x="2641014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7">
            <a:extLst>
              <a:ext uri="{FF2B5EF4-FFF2-40B4-BE49-F238E27FC236}">
                <a16:creationId xmlns:a16="http://schemas.microsoft.com/office/drawing/2014/main" id="{695E8C00-64E3-1A1A-E4FF-F4977A681C69}"/>
              </a:ext>
            </a:extLst>
          </p:cNvPr>
          <p:cNvSpPr/>
          <p:nvPr/>
        </p:nvSpPr>
        <p:spPr>
          <a:xfrm>
            <a:off x="3264386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10">
            <a:extLst>
              <a:ext uri="{FF2B5EF4-FFF2-40B4-BE49-F238E27FC236}">
                <a16:creationId xmlns:a16="http://schemas.microsoft.com/office/drawing/2014/main" id="{A928A2B9-89A9-1B8D-D369-90808CA6F39A}"/>
              </a:ext>
            </a:extLst>
          </p:cNvPr>
          <p:cNvSpPr/>
          <p:nvPr/>
        </p:nvSpPr>
        <p:spPr>
          <a:xfrm>
            <a:off x="2641014" y="227232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24">
            <a:extLst>
              <a:ext uri="{FF2B5EF4-FFF2-40B4-BE49-F238E27FC236}">
                <a16:creationId xmlns:a16="http://schemas.microsoft.com/office/drawing/2014/main" id="{2E2AF375-0588-3C3A-5C2B-141E44ADE909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001622" y="1911718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50">
            <a:extLst>
              <a:ext uri="{FF2B5EF4-FFF2-40B4-BE49-F238E27FC236}">
                <a16:creationId xmlns:a16="http://schemas.microsoft.com/office/drawing/2014/main" id="{C307F598-5187-2174-C361-3D70CF05BABB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V="1">
            <a:off x="2821318" y="2092022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53">
            <a:extLst>
              <a:ext uri="{FF2B5EF4-FFF2-40B4-BE49-F238E27FC236}">
                <a16:creationId xmlns:a16="http://schemas.microsoft.com/office/drawing/2014/main" id="{8D963429-611E-CF17-517E-428029EA903A}"/>
              </a:ext>
            </a:extLst>
          </p:cNvPr>
          <p:cNvCxnSpPr>
            <a:cxnSpLocks/>
            <a:stCxn id="6" idx="7"/>
            <a:endCxn id="5" idx="3"/>
          </p:cNvCxnSpPr>
          <p:nvPr/>
        </p:nvCxnSpPr>
        <p:spPr>
          <a:xfrm flipV="1">
            <a:off x="2948812" y="2039212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56">
            <a:extLst>
              <a:ext uri="{FF2B5EF4-FFF2-40B4-BE49-F238E27FC236}">
                <a16:creationId xmlns:a16="http://schemas.microsoft.com/office/drawing/2014/main" id="{3C7A308F-D5DC-F829-DFC5-AE1C0C4AC138}"/>
              </a:ext>
            </a:extLst>
          </p:cNvPr>
          <p:cNvCxnSpPr>
            <a:cxnSpLocks/>
            <a:stCxn id="11" idx="0"/>
            <a:endCxn id="5" idx="4"/>
          </p:cNvCxnSpPr>
          <p:nvPr/>
        </p:nvCxnSpPr>
        <p:spPr>
          <a:xfrm flipV="1">
            <a:off x="3444690" y="2092022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59">
            <a:extLst>
              <a:ext uri="{FF2B5EF4-FFF2-40B4-BE49-F238E27FC236}">
                <a16:creationId xmlns:a16="http://schemas.microsoft.com/office/drawing/2014/main" id="{C8BD2956-B72F-FAAE-61F6-810595674473}"/>
              </a:ext>
            </a:extLst>
          </p:cNvPr>
          <p:cNvSpPr/>
          <p:nvPr/>
        </p:nvSpPr>
        <p:spPr>
          <a:xfrm>
            <a:off x="3264386" y="227232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线连接符 53">
            <a:extLst>
              <a:ext uri="{FF2B5EF4-FFF2-40B4-BE49-F238E27FC236}">
                <a16:creationId xmlns:a16="http://schemas.microsoft.com/office/drawing/2014/main" id="{29381043-3E62-F310-2746-9A236D1360C7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3001622" y="2452629"/>
            <a:ext cx="26276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C14C57-7F6A-35FF-12CD-0A077093D5AB}"/>
              </a:ext>
            </a:extLst>
          </p:cNvPr>
          <p:cNvSpPr txBox="1"/>
          <p:nvPr/>
        </p:nvSpPr>
        <p:spPr>
          <a:xfrm>
            <a:off x="2948813" y="1603941"/>
            <a:ext cx="49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82DD9-DE76-6F8B-F769-78498CA45BA9}"/>
              </a:ext>
            </a:extLst>
          </p:cNvPr>
          <p:cNvSpPr txBox="1"/>
          <p:nvPr/>
        </p:nvSpPr>
        <p:spPr>
          <a:xfrm>
            <a:off x="2452934" y="2017359"/>
            <a:ext cx="49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69834C-099E-E4A5-EF8F-9CBD09219561}"/>
              </a:ext>
            </a:extLst>
          </p:cNvPr>
          <p:cNvSpPr txBox="1"/>
          <p:nvPr/>
        </p:nvSpPr>
        <p:spPr>
          <a:xfrm>
            <a:off x="2867453" y="1961286"/>
            <a:ext cx="49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8DB91A-8F24-0A41-7045-83833A8A4744}"/>
              </a:ext>
            </a:extLst>
          </p:cNvPr>
          <p:cNvSpPr txBox="1"/>
          <p:nvPr/>
        </p:nvSpPr>
        <p:spPr>
          <a:xfrm>
            <a:off x="2948813" y="2393274"/>
            <a:ext cx="49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1DB87-5427-93CE-664A-60EA558ABF79}"/>
              </a:ext>
            </a:extLst>
          </p:cNvPr>
          <p:cNvSpPr txBox="1"/>
          <p:nvPr/>
        </p:nvSpPr>
        <p:spPr>
          <a:xfrm>
            <a:off x="3398556" y="2028285"/>
            <a:ext cx="495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5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314</Words>
  <Application>Microsoft Macintosh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118</cp:revision>
  <dcterms:created xsi:type="dcterms:W3CDTF">2023-06-26T04:31:44Z</dcterms:created>
  <dcterms:modified xsi:type="dcterms:W3CDTF">2023-07-06T00:18:26Z</dcterms:modified>
</cp:coreProperties>
</file>