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1" r:id="rId2"/>
    <p:sldId id="262" r:id="rId3"/>
    <p:sldId id="260" r:id="rId4"/>
    <p:sldId id="263" r:id="rId5"/>
    <p:sldId id="259" r:id="rId6"/>
    <p:sldId id="258" r:id="rId7"/>
    <p:sldId id="257" r:id="rId8"/>
    <p:sldId id="256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29"/>
  </p:normalViewPr>
  <p:slideViewPr>
    <p:cSldViewPr snapToGrid="0">
      <p:cViewPr>
        <p:scale>
          <a:sx n="115" d="100"/>
          <a:sy n="115" d="100"/>
        </p:scale>
        <p:origin x="472" y="-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870B2-A06C-C36E-3664-ADE7A6752F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A68253-33B1-1A62-110D-5ADAE5134B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2C5D8F-688B-68B5-2056-702FD8D27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9A923-256E-7C42-BBF7-27044E8E4326}" type="datetimeFigureOut">
              <a:rPr lang="en-US" smtClean="0"/>
              <a:t>7/23/23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E6E59E-D8E8-0681-9598-B399C7CA3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31BCE3-4542-A108-9C9C-CAF3D0882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0B4F3-6854-0F41-91AD-13F43747EA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502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21DF2-0B59-7875-95FC-B1CD59203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8CACE0-7CFF-FAE5-A80D-DED9D0DF3A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D025BA-D724-648D-28CE-6D235987F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9A923-256E-7C42-BBF7-27044E8E4326}" type="datetimeFigureOut">
              <a:rPr lang="en-US" smtClean="0"/>
              <a:t>7/23/23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47F34B-ECA2-838F-3A1A-45CD8744D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41EBBD-732B-1ABA-E60F-276583CEB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0B4F3-6854-0F41-91AD-13F43747EA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693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EC209-B392-04AA-B0B9-17E480F3D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0D6AD5-6232-47E2-2186-77B2092FA4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0D04D3-E00B-2E03-46B7-9C6CB6D09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9A923-256E-7C42-BBF7-27044E8E4326}" type="datetimeFigureOut">
              <a:rPr lang="en-US" smtClean="0"/>
              <a:t>7/23/23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3F2906-4554-1EF0-5CC9-87C8D02B7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DF7731-3EF2-7FD4-3008-D8D9B29B8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0B4F3-6854-0F41-91AD-13F43747EA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768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EE6CB-DEF7-AACF-B44E-914BEAC0D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C3AF16-AA8E-DEA6-BCFA-8AB8ECA731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926720-82BC-87E4-0239-86FE011CFA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29BCDF-9D0C-BF41-69F8-B8360065B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9A923-256E-7C42-BBF7-27044E8E4326}" type="datetimeFigureOut">
              <a:rPr lang="en-US" smtClean="0"/>
              <a:t>7/23/23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DE6C59-E8D0-F954-A964-D4BB99E27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118AE1-BB7E-2FA5-AF55-E83083D5A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0B4F3-6854-0F41-91AD-13F43747EA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569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EB4C5-B3E6-4E5A-9E04-75C848F46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C08142-1C81-E851-2383-60AC9BFC67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E92EC1-AE99-A568-5FCA-A1E9732D48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816670-23F3-6DD6-1A6F-3ACF41973D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64FC40-151B-FACB-AC68-9569D900FB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525142-0801-A7A3-5B7C-73F56757B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9A923-256E-7C42-BBF7-27044E8E4326}" type="datetimeFigureOut">
              <a:rPr lang="en-US" smtClean="0"/>
              <a:t>7/23/23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F5D41D-1F5C-4E7A-02DA-3CE851FF9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621434-095E-DF20-6CBF-3A0FF5E38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0B4F3-6854-0F41-91AD-13F43747EA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458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6AADE-83ED-DBA3-792B-C7140AA14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578478-F3DA-6B4D-C173-19DC34D70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9A923-256E-7C42-BBF7-27044E8E4326}" type="datetimeFigureOut">
              <a:rPr lang="en-US" smtClean="0"/>
              <a:t>7/23/23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2CA4B4-EF47-9C10-E705-5F9878073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FE2C5C-BCA7-CFD9-686A-86CFEFBF9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0B4F3-6854-0F41-91AD-13F43747EA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528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A14F04-082E-3EEB-0241-D6495AE6D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9A923-256E-7C42-BBF7-27044E8E4326}" type="datetimeFigureOut">
              <a:rPr lang="en-US" smtClean="0"/>
              <a:t>7/23/23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F4E292-61AB-D295-890A-3FFFB250D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BF7B5E-A6FB-82A6-53EA-B903C1F89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0B4F3-6854-0F41-91AD-13F43747EA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213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6CD64-B16C-75CF-AD52-BEA83BA6F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A65B25-554A-4B0E-A029-3A0C4B38E1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6652A5-9A55-BC83-D588-F8BFCF4E18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A47E2D-F7FF-BA59-30B9-3F310BCAB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9A923-256E-7C42-BBF7-27044E8E4326}" type="datetimeFigureOut">
              <a:rPr lang="en-US" smtClean="0"/>
              <a:t>7/23/23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6C43FC-43B4-CC94-D35F-483187500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131AF3-5DE6-E54E-8F0C-563C77166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0B4F3-6854-0F41-91AD-13F43747EA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619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61955-C609-ADFA-C2ED-DE2D6F4FD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CAC18E-3111-E88D-6A9D-EECB8BD7F1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7F60C5-8E35-35C4-CCA5-896DEA85A7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CCE6F7-4CCD-5888-A4B7-69D1AEBB5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9A923-256E-7C42-BBF7-27044E8E4326}" type="datetimeFigureOut">
              <a:rPr lang="en-US" smtClean="0"/>
              <a:t>7/23/23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A978F5-B89D-444C-B037-5F2785867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837A44-E7FF-C2F1-3020-13B593EC5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0B4F3-6854-0F41-91AD-13F43747EA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114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20C96-601E-8F68-FA93-2325DF3B6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3BAA52-E6BD-B318-AFBF-A564378252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7B9059-DFB0-8F45-6A8C-44B892BBA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9A923-256E-7C42-BBF7-27044E8E4326}" type="datetimeFigureOut">
              <a:rPr lang="en-US" smtClean="0"/>
              <a:t>7/23/23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283DEA-10A1-F8BA-9749-67875AD66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2CD54-624F-E604-B4F3-305D12FA1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0B4F3-6854-0F41-91AD-13F43747EA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115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DDEA56-F5A7-69E1-4395-0C179B7C9A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387BE0-E4FE-A959-F8B0-A095ECC23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A050C9-667D-D99F-5F08-25BFE3AC7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9A923-256E-7C42-BBF7-27044E8E4326}" type="datetimeFigureOut">
              <a:rPr lang="en-US" smtClean="0"/>
              <a:t>7/23/23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1653A-E2EE-432F-57FB-B1E82D67A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0BFE0-54CA-5EB7-27BB-A4079B204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0B4F3-6854-0F41-91AD-13F43747EA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484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39CCFB-9396-C8C0-F379-110082C98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12E0D4-44A8-68FB-4355-E2FC947C0F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C27B4D-0F6B-234E-1644-A559B88509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F9A923-256E-7C42-BBF7-27044E8E4326}" type="datetimeFigureOut">
              <a:rPr lang="en-US" smtClean="0"/>
              <a:t>7/23/23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CD531A-7B0C-7779-7D6D-B6FA262626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E4A98C-DC56-F41C-2243-AE9B7FCEA8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B0B4F3-6854-0F41-91AD-13F43747EA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727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riangle 4">
            <a:extLst>
              <a:ext uri="{FF2B5EF4-FFF2-40B4-BE49-F238E27FC236}">
                <a16:creationId xmlns:a16="http://schemas.microsoft.com/office/drawing/2014/main" id="{CE567298-9D0E-983D-0506-C99D39715F44}"/>
              </a:ext>
            </a:extLst>
          </p:cNvPr>
          <p:cNvSpPr/>
          <p:nvPr/>
        </p:nvSpPr>
        <p:spPr>
          <a:xfrm rot="16200000">
            <a:off x="2466425" y="1723644"/>
            <a:ext cx="1828800" cy="1581912"/>
          </a:xfrm>
          <a:prstGeom prst="triangle">
            <a:avLst/>
          </a:prstGeom>
          <a:noFill/>
          <a:ln w="127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5A65337-794C-75A3-AD20-804B4D291C64}"/>
              </a:ext>
            </a:extLst>
          </p:cNvPr>
          <p:cNvSpPr/>
          <p:nvPr/>
        </p:nvSpPr>
        <p:spPr>
          <a:xfrm>
            <a:off x="4126061" y="3383282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41FC748-3FC2-4BD6-7A9A-F78146E0DB22}"/>
              </a:ext>
            </a:extLst>
          </p:cNvPr>
          <p:cNvSpPr/>
          <p:nvPr/>
        </p:nvSpPr>
        <p:spPr>
          <a:xfrm>
            <a:off x="2557865" y="2468879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CD1DAC0-F632-BC4D-58D0-D66615988564}"/>
              </a:ext>
            </a:extLst>
          </p:cNvPr>
          <p:cNvSpPr/>
          <p:nvPr/>
        </p:nvSpPr>
        <p:spPr>
          <a:xfrm>
            <a:off x="960504" y="3387070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4F7BDEB-EE9B-0818-921B-EDB0C73B71F3}"/>
              </a:ext>
            </a:extLst>
          </p:cNvPr>
          <p:cNvSpPr/>
          <p:nvPr/>
        </p:nvSpPr>
        <p:spPr>
          <a:xfrm>
            <a:off x="953093" y="1566510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89A393E-009B-6466-CFC6-110ABAB39203}"/>
              </a:ext>
            </a:extLst>
          </p:cNvPr>
          <p:cNvSpPr/>
          <p:nvPr/>
        </p:nvSpPr>
        <p:spPr>
          <a:xfrm>
            <a:off x="4126061" y="1554479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riangle 10">
            <a:extLst>
              <a:ext uri="{FF2B5EF4-FFF2-40B4-BE49-F238E27FC236}">
                <a16:creationId xmlns:a16="http://schemas.microsoft.com/office/drawing/2014/main" id="{01C0516B-C136-CC7B-97FD-45959ACE67FA}"/>
              </a:ext>
            </a:extLst>
          </p:cNvPr>
          <p:cNvSpPr/>
          <p:nvPr/>
        </p:nvSpPr>
        <p:spPr>
          <a:xfrm rot="5400000">
            <a:off x="875369" y="1723643"/>
            <a:ext cx="1828800" cy="1581912"/>
          </a:xfrm>
          <a:prstGeom prst="triangle">
            <a:avLst/>
          </a:prstGeom>
          <a:noFill/>
          <a:ln w="127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44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CF8C3A8-AD21-2561-67D9-FD6CBE840305}"/>
              </a:ext>
            </a:extLst>
          </p:cNvPr>
          <p:cNvSpPr/>
          <p:nvPr/>
        </p:nvSpPr>
        <p:spPr>
          <a:xfrm>
            <a:off x="2727701" y="2386739"/>
            <a:ext cx="1828800" cy="1828800"/>
          </a:xfrm>
          <a:prstGeom prst="rect">
            <a:avLst/>
          </a:prstGeom>
          <a:noFill/>
          <a:ln w="127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riangle 4">
            <a:extLst>
              <a:ext uri="{FF2B5EF4-FFF2-40B4-BE49-F238E27FC236}">
                <a16:creationId xmlns:a16="http://schemas.microsoft.com/office/drawing/2014/main" id="{34FC91F9-0340-DDC0-2112-2EF58F263ADA}"/>
              </a:ext>
            </a:extLst>
          </p:cNvPr>
          <p:cNvSpPr/>
          <p:nvPr/>
        </p:nvSpPr>
        <p:spPr>
          <a:xfrm rot="16200000">
            <a:off x="1022345" y="2510183"/>
            <a:ext cx="1828800" cy="1581912"/>
          </a:xfrm>
          <a:prstGeom prst="triangle">
            <a:avLst/>
          </a:prstGeom>
          <a:noFill/>
          <a:ln w="127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9781603-82DE-7BF1-AAE3-46C70107B41F}"/>
              </a:ext>
            </a:extLst>
          </p:cNvPr>
          <p:cNvSpPr/>
          <p:nvPr/>
        </p:nvSpPr>
        <p:spPr>
          <a:xfrm>
            <a:off x="2681980" y="2341019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C87460C-9679-36DB-A59B-879CF6610125}"/>
              </a:ext>
            </a:extLst>
          </p:cNvPr>
          <p:cNvSpPr/>
          <p:nvPr/>
        </p:nvSpPr>
        <p:spPr>
          <a:xfrm>
            <a:off x="4510781" y="2341019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D874914-B8E2-9C4D-427D-A9E1A14E134B}"/>
              </a:ext>
            </a:extLst>
          </p:cNvPr>
          <p:cNvSpPr/>
          <p:nvPr/>
        </p:nvSpPr>
        <p:spPr>
          <a:xfrm>
            <a:off x="4510781" y="4169819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53B899E-F492-DCF2-0543-6AD19D1FA4AE}"/>
              </a:ext>
            </a:extLst>
          </p:cNvPr>
          <p:cNvSpPr/>
          <p:nvPr/>
        </p:nvSpPr>
        <p:spPr>
          <a:xfrm>
            <a:off x="2681980" y="4169819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5F89C2D-7EE0-CDC2-CDFA-5B688F3623EC}"/>
              </a:ext>
            </a:extLst>
          </p:cNvPr>
          <p:cNvSpPr/>
          <p:nvPr/>
        </p:nvSpPr>
        <p:spPr>
          <a:xfrm>
            <a:off x="1100069" y="3255419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530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rapezoid 36">
            <a:extLst>
              <a:ext uri="{FF2B5EF4-FFF2-40B4-BE49-F238E27FC236}">
                <a16:creationId xmlns:a16="http://schemas.microsoft.com/office/drawing/2014/main" id="{3320ABE5-667F-0919-9163-0C6E7A53116A}"/>
              </a:ext>
            </a:extLst>
          </p:cNvPr>
          <p:cNvSpPr/>
          <p:nvPr/>
        </p:nvSpPr>
        <p:spPr>
          <a:xfrm>
            <a:off x="1185009" y="2369432"/>
            <a:ext cx="4224528" cy="1828800"/>
          </a:xfrm>
          <a:prstGeom prst="trapezoid">
            <a:avLst>
              <a:gd name="adj" fmla="val 39141"/>
            </a:avLst>
          </a:prstGeom>
          <a:noFill/>
          <a:ln w="127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940C807-63B0-17F4-1DFE-D3D0DA52BF5E}"/>
              </a:ext>
            </a:extLst>
          </p:cNvPr>
          <p:cNvCxnSpPr>
            <a:cxnSpLocks/>
            <a:stCxn id="37" idx="2"/>
          </p:cNvCxnSpPr>
          <p:nvPr/>
        </p:nvCxnSpPr>
        <p:spPr>
          <a:xfrm flipH="1" flipV="1">
            <a:off x="1899825" y="2369432"/>
            <a:ext cx="1397448" cy="18288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B50913B-1BA3-7E78-36B5-0405D56F466B}"/>
              </a:ext>
            </a:extLst>
          </p:cNvPr>
          <p:cNvCxnSpPr>
            <a:cxnSpLocks/>
            <a:stCxn id="37" idx="2"/>
          </p:cNvCxnSpPr>
          <p:nvPr/>
        </p:nvCxnSpPr>
        <p:spPr>
          <a:xfrm flipV="1">
            <a:off x="3297273" y="2369432"/>
            <a:ext cx="1395437" cy="18288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46366F14-7B41-7747-0394-A0B141799F67}"/>
              </a:ext>
            </a:extLst>
          </p:cNvPr>
          <p:cNvSpPr/>
          <p:nvPr/>
        </p:nvSpPr>
        <p:spPr>
          <a:xfrm>
            <a:off x="1854105" y="2323712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CAC01DC1-DF41-E748-20ED-F83106CE98EE}"/>
              </a:ext>
            </a:extLst>
          </p:cNvPr>
          <p:cNvSpPr/>
          <p:nvPr/>
        </p:nvSpPr>
        <p:spPr>
          <a:xfrm>
            <a:off x="1132521" y="4152512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6D0D53F6-5589-94A2-EBF5-71CF82A575E4}"/>
              </a:ext>
            </a:extLst>
          </p:cNvPr>
          <p:cNvSpPr/>
          <p:nvPr/>
        </p:nvSpPr>
        <p:spPr>
          <a:xfrm>
            <a:off x="3251553" y="4152512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4760E763-504E-E966-A1F2-E3081CCD6A7B}"/>
              </a:ext>
            </a:extLst>
          </p:cNvPr>
          <p:cNvSpPr/>
          <p:nvPr/>
        </p:nvSpPr>
        <p:spPr>
          <a:xfrm>
            <a:off x="5370585" y="4152512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D7744840-13E7-51E1-637A-3DB06546154E}"/>
              </a:ext>
            </a:extLst>
          </p:cNvPr>
          <p:cNvSpPr/>
          <p:nvPr/>
        </p:nvSpPr>
        <p:spPr>
          <a:xfrm>
            <a:off x="4653758" y="2323712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9010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>
            <a:extLst>
              <a:ext uri="{FF2B5EF4-FFF2-40B4-BE49-F238E27FC236}">
                <a16:creationId xmlns:a16="http://schemas.microsoft.com/office/drawing/2014/main" id="{B7A51CB5-483A-44BE-CC01-1E9471D561F5}"/>
              </a:ext>
            </a:extLst>
          </p:cNvPr>
          <p:cNvSpPr/>
          <p:nvPr/>
        </p:nvSpPr>
        <p:spPr>
          <a:xfrm>
            <a:off x="898901" y="2386739"/>
            <a:ext cx="1828800" cy="1828800"/>
          </a:xfrm>
          <a:custGeom>
            <a:avLst/>
            <a:gdLst>
              <a:gd name="connsiteX0" fmla="*/ 0 w 1828800"/>
              <a:gd name="connsiteY0" fmla="*/ 0 h 1828800"/>
              <a:gd name="connsiteX1" fmla="*/ 1828800 w 1828800"/>
              <a:gd name="connsiteY1" fmla="*/ 0 h 1828800"/>
              <a:gd name="connsiteX2" fmla="*/ 1828800 w 1828800"/>
              <a:gd name="connsiteY2" fmla="*/ 1828800 h 1828800"/>
              <a:gd name="connsiteX3" fmla="*/ 0 w 1828800"/>
              <a:gd name="connsiteY3" fmla="*/ 1828800 h 1828800"/>
              <a:gd name="connsiteX4" fmla="*/ 0 w 1828800"/>
              <a:gd name="connsiteY4" fmla="*/ 0 h 1828800"/>
              <a:gd name="connsiteX0" fmla="*/ 0 w 1828800"/>
              <a:gd name="connsiteY0" fmla="*/ 0 h 1828800"/>
              <a:gd name="connsiteX1" fmla="*/ 1828800 w 1828800"/>
              <a:gd name="connsiteY1" fmla="*/ 0 h 1828800"/>
              <a:gd name="connsiteX2" fmla="*/ 1828800 w 1828800"/>
              <a:gd name="connsiteY2" fmla="*/ 1828800 h 1828800"/>
              <a:gd name="connsiteX3" fmla="*/ 0 w 1828800"/>
              <a:gd name="connsiteY3" fmla="*/ 1828800 h 1828800"/>
              <a:gd name="connsiteX4" fmla="*/ 91440 w 1828800"/>
              <a:gd name="connsiteY4" fmla="*/ 91440 h 1828800"/>
              <a:gd name="connsiteX0" fmla="*/ 0 w 1828800"/>
              <a:gd name="connsiteY0" fmla="*/ 0 h 1828800"/>
              <a:gd name="connsiteX1" fmla="*/ 1828800 w 1828800"/>
              <a:gd name="connsiteY1" fmla="*/ 0 h 1828800"/>
              <a:gd name="connsiteX2" fmla="*/ 1828800 w 1828800"/>
              <a:gd name="connsiteY2" fmla="*/ 1828800 h 1828800"/>
              <a:gd name="connsiteX3" fmla="*/ 0 w 1828800"/>
              <a:gd name="connsiteY3" fmla="*/ 1828800 h 182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28800" h="1828800">
                <a:moveTo>
                  <a:pt x="0" y="0"/>
                </a:moveTo>
                <a:lnTo>
                  <a:pt x="1828800" y="0"/>
                </a:lnTo>
                <a:lnTo>
                  <a:pt x="1828800" y="1828800"/>
                </a:lnTo>
                <a:lnTo>
                  <a:pt x="0" y="1828800"/>
                </a:lnTo>
              </a:path>
            </a:pathLst>
          </a:custGeom>
          <a:noFill/>
          <a:ln w="127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D13EB9-5EE8-B262-B298-96EDA0B5EC5C}"/>
              </a:ext>
            </a:extLst>
          </p:cNvPr>
          <p:cNvSpPr/>
          <p:nvPr/>
        </p:nvSpPr>
        <p:spPr>
          <a:xfrm>
            <a:off x="2727701" y="2386739"/>
            <a:ext cx="1828800" cy="1828800"/>
          </a:xfrm>
          <a:prstGeom prst="rect">
            <a:avLst/>
          </a:prstGeom>
          <a:noFill/>
          <a:ln w="127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0178FF0-3615-8B9B-5CB4-9977B60AF643}"/>
              </a:ext>
            </a:extLst>
          </p:cNvPr>
          <p:cNvCxnSpPr>
            <a:cxnSpLocks/>
            <a:stCxn id="9" idx="5"/>
            <a:endCxn id="12" idx="1"/>
          </p:cNvCxnSpPr>
          <p:nvPr/>
        </p:nvCxnSpPr>
        <p:spPr>
          <a:xfrm>
            <a:off x="931230" y="2419068"/>
            <a:ext cx="1764142" cy="176414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3DFCB00-122B-2517-FADF-5DF49D5F27FA}"/>
              </a:ext>
            </a:extLst>
          </p:cNvPr>
          <p:cNvCxnSpPr>
            <a:cxnSpLocks/>
            <a:stCxn id="10" idx="7"/>
            <a:endCxn id="11" idx="3"/>
          </p:cNvCxnSpPr>
          <p:nvPr/>
        </p:nvCxnSpPr>
        <p:spPr>
          <a:xfrm flipV="1">
            <a:off x="931230" y="2419068"/>
            <a:ext cx="1764142" cy="176414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D371E50-EB4F-5804-0A87-4EA7442472B8}"/>
              </a:ext>
            </a:extLst>
          </p:cNvPr>
          <p:cNvCxnSpPr>
            <a:cxnSpLocks/>
          </p:cNvCxnSpPr>
          <p:nvPr/>
        </p:nvCxnSpPr>
        <p:spPr>
          <a:xfrm flipV="1">
            <a:off x="2727701" y="2386739"/>
            <a:ext cx="1828800" cy="18288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2F99BEF2-A597-12BA-0134-C336C235D5A1}"/>
              </a:ext>
            </a:extLst>
          </p:cNvPr>
          <p:cNvSpPr/>
          <p:nvPr/>
        </p:nvSpPr>
        <p:spPr>
          <a:xfrm>
            <a:off x="853181" y="2341019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62BE199-A990-8A7D-26F6-9CC51011AB8C}"/>
              </a:ext>
            </a:extLst>
          </p:cNvPr>
          <p:cNvSpPr/>
          <p:nvPr/>
        </p:nvSpPr>
        <p:spPr>
          <a:xfrm>
            <a:off x="853181" y="4169819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53B4DA4-A1C0-91A6-30D2-9B66B8C934F3}"/>
              </a:ext>
            </a:extLst>
          </p:cNvPr>
          <p:cNvSpPr/>
          <p:nvPr/>
        </p:nvSpPr>
        <p:spPr>
          <a:xfrm>
            <a:off x="2681981" y="2341019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C9D3DBB-CD38-86BE-765D-D6635A4A59CC}"/>
              </a:ext>
            </a:extLst>
          </p:cNvPr>
          <p:cNvSpPr/>
          <p:nvPr/>
        </p:nvSpPr>
        <p:spPr>
          <a:xfrm>
            <a:off x="2681981" y="4169819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C241EB4-3ABC-2DAB-11C0-F8DA42B33266}"/>
              </a:ext>
            </a:extLst>
          </p:cNvPr>
          <p:cNvSpPr/>
          <p:nvPr/>
        </p:nvSpPr>
        <p:spPr>
          <a:xfrm>
            <a:off x="4510781" y="2341019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1C362FF-8C6A-6CFC-25BF-D012C8E15164}"/>
              </a:ext>
            </a:extLst>
          </p:cNvPr>
          <p:cNvSpPr/>
          <p:nvPr/>
        </p:nvSpPr>
        <p:spPr>
          <a:xfrm>
            <a:off x="4510781" y="4169819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F41CA12-2BAB-4C17-F729-89948F7B2B0A}"/>
              </a:ext>
            </a:extLst>
          </p:cNvPr>
          <p:cNvCxnSpPr>
            <a:cxnSpLocks/>
            <a:stCxn id="11" idx="5"/>
            <a:endCxn id="14" idx="1"/>
          </p:cNvCxnSpPr>
          <p:nvPr/>
        </p:nvCxnSpPr>
        <p:spPr>
          <a:xfrm>
            <a:off x="2760030" y="2419068"/>
            <a:ext cx="1764142" cy="176414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44824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>
            <a:extLst>
              <a:ext uri="{FF2B5EF4-FFF2-40B4-BE49-F238E27FC236}">
                <a16:creationId xmlns:a16="http://schemas.microsoft.com/office/drawing/2014/main" id="{488DB985-B426-9A0B-62FB-DEAF9C44B225}"/>
              </a:ext>
            </a:extLst>
          </p:cNvPr>
          <p:cNvSpPr/>
          <p:nvPr/>
        </p:nvSpPr>
        <p:spPr>
          <a:xfrm rot="5400000">
            <a:off x="898901" y="2386739"/>
            <a:ext cx="1828800" cy="1828800"/>
          </a:xfrm>
          <a:custGeom>
            <a:avLst/>
            <a:gdLst>
              <a:gd name="connsiteX0" fmla="*/ 0 w 1828800"/>
              <a:gd name="connsiteY0" fmla="*/ 0 h 1828800"/>
              <a:gd name="connsiteX1" fmla="*/ 1828800 w 1828800"/>
              <a:gd name="connsiteY1" fmla="*/ 0 h 1828800"/>
              <a:gd name="connsiteX2" fmla="*/ 1828800 w 1828800"/>
              <a:gd name="connsiteY2" fmla="*/ 1828800 h 1828800"/>
              <a:gd name="connsiteX3" fmla="*/ 0 w 1828800"/>
              <a:gd name="connsiteY3" fmla="*/ 1828800 h 1828800"/>
              <a:gd name="connsiteX4" fmla="*/ 0 w 1828800"/>
              <a:gd name="connsiteY4" fmla="*/ 0 h 1828800"/>
              <a:gd name="connsiteX0" fmla="*/ 0 w 1828800"/>
              <a:gd name="connsiteY0" fmla="*/ 0 h 1828800"/>
              <a:gd name="connsiteX1" fmla="*/ 1828800 w 1828800"/>
              <a:gd name="connsiteY1" fmla="*/ 0 h 1828800"/>
              <a:gd name="connsiteX2" fmla="*/ 1828800 w 1828800"/>
              <a:gd name="connsiteY2" fmla="*/ 1828800 h 1828800"/>
              <a:gd name="connsiteX3" fmla="*/ 0 w 1828800"/>
              <a:gd name="connsiteY3" fmla="*/ 1828800 h 1828800"/>
              <a:gd name="connsiteX4" fmla="*/ 91440 w 1828800"/>
              <a:gd name="connsiteY4" fmla="*/ 91440 h 1828800"/>
              <a:gd name="connsiteX0" fmla="*/ 0 w 1828800"/>
              <a:gd name="connsiteY0" fmla="*/ 0 h 1828800"/>
              <a:gd name="connsiteX1" fmla="*/ 1828800 w 1828800"/>
              <a:gd name="connsiteY1" fmla="*/ 0 h 1828800"/>
              <a:gd name="connsiteX2" fmla="*/ 1828800 w 1828800"/>
              <a:gd name="connsiteY2" fmla="*/ 1828800 h 1828800"/>
              <a:gd name="connsiteX3" fmla="*/ 0 w 1828800"/>
              <a:gd name="connsiteY3" fmla="*/ 1828800 h 182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28800" h="1828800">
                <a:moveTo>
                  <a:pt x="0" y="0"/>
                </a:moveTo>
                <a:lnTo>
                  <a:pt x="1828800" y="0"/>
                </a:lnTo>
                <a:lnTo>
                  <a:pt x="1828800" y="1828800"/>
                </a:lnTo>
                <a:lnTo>
                  <a:pt x="0" y="1828800"/>
                </a:lnTo>
              </a:path>
            </a:pathLst>
          </a:custGeom>
          <a:noFill/>
          <a:ln w="127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D3A755-8DEB-1143-7724-DB9BA3E9A12F}"/>
              </a:ext>
            </a:extLst>
          </p:cNvPr>
          <p:cNvSpPr/>
          <p:nvPr/>
        </p:nvSpPr>
        <p:spPr>
          <a:xfrm>
            <a:off x="2727701" y="2386739"/>
            <a:ext cx="1828800" cy="1828800"/>
          </a:xfrm>
          <a:prstGeom prst="rect">
            <a:avLst/>
          </a:prstGeom>
          <a:noFill/>
          <a:ln w="127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6AC5267-1DE0-75DB-2488-C2FA5C47A17B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898901" y="2386739"/>
            <a:ext cx="1828800" cy="18288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5305720-A372-F165-3A5A-CDE8579B2599}"/>
              </a:ext>
            </a:extLst>
          </p:cNvPr>
          <p:cNvCxnSpPr>
            <a:cxnSpLocks/>
            <a:stCxn id="4" idx="2"/>
          </p:cNvCxnSpPr>
          <p:nvPr/>
        </p:nvCxnSpPr>
        <p:spPr>
          <a:xfrm flipV="1">
            <a:off x="898901" y="2386739"/>
            <a:ext cx="1828800" cy="18288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9799F81-A6D2-029B-EE89-F186E6F8BB77}"/>
              </a:ext>
            </a:extLst>
          </p:cNvPr>
          <p:cNvCxnSpPr>
            <a:cxnSpLocks/>
          </p:cNvCxnSpPr>
          <p:nvPr/>
        </p:nvCxnSpPr>
        <p:spPr>
          <a:xfrm flipV="1">
            <a:off x="2727701" y="2386739"/>
            <a:ext cx="1828800" cy="18288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5A645405-8701-EBBC-9287-3EF32B45BE7D}"/>
              </a:ext>
            </a:extLst>
          </p:cNvPr>
          <p:cNvSpPr/>
          <p:nvPr/>
        </p:nvSpPr>
        <p:spPr>
          <a:xfrm>
            <a:off x="853181" y="2341019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2195221-4E34-F1AE-D921-32169A11C528}"/>
              </a:ext>
            </a:extLst>
          </p:cNvPr>
          <p:cNvSpPr/>
          <p:nvPr/>
        </p:nvSpPr>
        <p:spPr>
          <a:xfrm>
            <a:off x="853181" y="4169819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85EFC96-6D25-CCCB-448C-BB209E443D50}"/>
              </a:ext>
            </a:extLst>
          </p:cNvPr>
          <p:cNvSpPr/>
          <p:nvPr/>
        </p:nvSpPr>
        <p:spPr>
          <a:xfrm>
            <a:off x="2681981" y="2341019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AB2538D-44ED-EF9F-A6D5-68240F685D4D}"/>
              </a:ext>
            </a:extLst>
          </p:cNvPr>
          <p:cNvSpPr/>
          <p:nvPr/>
        </p:nvSpPr>
        <p:spPr>
          <a:xfrm>
            <a:off x="2681981" y="4169819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8A09095-32D3-C99E-13DB-5857DB8ED4F6}"/>
              </a:ext>
            </a:extLst>
          </p:cNvPr>
          <p:cNvSpPr/>
          <p:nvPr/>
        </p:nvSpPr>
        <p:spPr>
          <a:xfrm>
            <a:off x="4510781" y="2341019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3E57C90-DB6E-0D01-11AD-0D77AC6A576A}"/>
              </a:ext>
            </a:extLst>
          </p:cNvPr>
          <p:cNvSpPr/>
          <p:nvPr/>
        </p:nvSpPr>
        <p:spPr>
          <a:xfrm>
            <a:off x="4510781" y="4169819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8195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44B9D49-B026-5819-083F-F5538070E999}"/>
              </a:ext>
            </a:extLst>
          </p:cNvPr>
          <p:cNvSpPr/>
          <p:nvPr/>
        </p:nvSpPr>
        <p:spPr>
          <a:xfrm rot="5400000">
            <a:off x="898901" y="2386739"/>
            <a:ext cx="1828800" cy="1828800"/>
          </a:xfrm>
          <a:custGeom>
            <a:avLst/>
            <a:gdLst>
              <a:gd name="connsiteX0" fmla="*/ 0 w 1828800"/>
              <a:gd name="connsiteY0" fmla="*/ 0 h 1828800"/>
              <a:gd name="connsiteX1" fmla="*/ 1828800 w 1828800"/>
              <a:gd name="connsiteY1" fmla="*/ 0 h 1828800"/>
              <a:gd name="connsiteX2" fmla="*/ 1828800 w 1828800"/>
              <a:gd name="connsiteY2" fmla="*/ 1828800 h 1828800"/>
              <a:gd name="connsiteX3" fmla="*/ 0 w 1828800"/>
              <a:gd name="connsiteY3" fmla="*/ 1828800 h 1828800"/>
              <a:gd name="connsiteX4" fmla="*/ 0 w 1828800"/>
              <a:gd name="connsiteY4" fmla="*/ 0 h 1828800"/>
              <a:gd name="connsiteX0" fmla="*/ 0 w 1828800"/>
              <a:gd name="connsiteY0" fmla="*/ 0 h 1828800"/>
              <a:gd name="connsiteX1" fmla="*/ 1828800 w 1828800"/>
              <a:gd name="connsiteY1" fmla="*/ 0 h 1828800"/>
              <a:gd name="connsiteX2" fmla="*/ 1828800 w 1828800"/>
              <a:gd name="connsiteY2" fmla="*/ 1828800 h 1828800"/>
              <a:gd name="connsiteX3" fmla="*/ 0 w 1828800"/>
              <a:gd name="connsiteY3" fmla="*/ 1828800 h 1828800"/>
              <a:gd name="connsiteX4" fmla="*/ 91440 w 1828800"/>
              <a:gd name="connsiteY4" fmla="*/ 91440 h 1828800"/>
              <a:gd name="connsiteX0" fmla="*/ 0 w 1828800"/>
              <a:gd name="connsiteY0" fmla="*/ 0 h 1828800"/>
              <a:gd name="connsiteX1" fmla="*/ 1828800 w 1828800"/>
              <a:gd name="connsiteY1" fmla="*/ 0 h 1828800"/>
              <a:gd name="connsiteX2" fmla="*/ 1828800 w 1828800"/>
              <a:gd name="connsiteY2" fmla="*/ 1828800 h 1828800"/>
              <a:gd name="connsiteX3" fmla="*/ 0 w 1828800"/>
              <a:gd name="connsiteY3" fmla="*/ 1828800 h 182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28800" h="1828800">
                <a:moveTo>
                  <a:pt x="0" y="0"/>
                </a:moveTo>
                <a:lnTo>
                  <a:pt x="1828800" y="0"/>
                </a:lnTo>
                <a:lnTo>
                  <a:pt x="1828800" y="1828800"/>
                </a:lnTo>
                <a:lnTo>
                  <a:pt x="0" y="1828800"/>
                </a:lnTo>
              </a:path>
            </a:pathLst>
          </a:custGeom>
          <a:noFill/>
          <a:ln w="127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32361CF-1908-57FD-4160-1A776A96EA2E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898901" y="2386739"/>
            <a:ext cx="1828800" cy="18288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668955D-C35E-9874-12C2-755D12C825B0}"/>
              </a:ext>
            </a:extLst>
          </p:cNvPr>
          <p:cNvCxnSpPr>
            <a:cxnSpLocks/>
            <a:stCxn id="11" idx="2"/>
          </p:cNvCxnSpPr>
          <p:nvPr/>
        </p:nvCxnSpPr>
        <p:spPr>
          <a:xfrm flipV="1">
            <a:off x="898901" y="2386739"/>
            <a:ext cx="1828800" cy="18288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989B7383-F7E7-6ABE-9095-6A29BEC075D5}"/>
              </a:ext>
            </a:extLst>
          </p:cNvPr>
          <p:cNvSpPr/>
          <p:nvPr/>
        </p:nvSpPr>
        <p:spPr>
          <a:xfrm>
            <a:off x="853181" y="2341019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6F98E77-6E3C-462E-2DEA-136C3768DB5A}"/>
              </a:ext>
            </a:extLst>
          </p:cNvPr>
          <p:cNvSpPr/>
          <p:nvPr/>
        </p:nvSpPr>
        <p:spPr>
          <a:xfrm>
            <a:off x="853181" y="4169819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F8AE162-6F23-92EE-D792-B1324137D44F}"/>
              </a:ext>
            </a:extLst>
          </p:cNvPr>
          <p:cNvSpPr/>
          <p:nvPr/>
        </p:nvSpPr>
        <p:spPr>
          <a:xfrm>
            <a:off x="2681981" y="2341019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6F44663-6804-5087-5255-1CC0B7349BA6}"/>
              </a:ext>
            </a:extLst>
          </p:cNvPr>
          <p:cNvSpPr/>
          <p:nvPr/>
        </p:nvSpPr>
        <p:spPr>
          <a:xfrm>
            <a:off x="2681981" y="4169819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4EE5BFD-9CE5-2484-BC52-574514460895}"/>
              </a:ext>
            </a:extLst>
          </p:cNvPr>
          <p:cNvCxnSpPr>
            <a:cxnSpLocks/>
            <a:stCxn id="14" idx="6"/>
            <a:endCxn id="16" idx="3"/>
          </p:cNvCxnSpPr>
          <p:nvPr/>
        </p:nvCxnSpPr>
        <p:spPr>
          <a:xfrm>
            <a:off x="944621" y="2386739"/>
            <a:ext cx="1750751" cy="3232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2477C6DB-BAF5-2960-EEC9-5DA8252A8398}"/>
              </a:ext>
            </a:extLst>
          </p:cNvPr>
          <p:cNvSpPr/>
          <p:nvPr/>
        </p:nvSpPr>
        <p:spPr>
          <a:xfrm>
            <a:off x="1767581" y="3255419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88CF571-A2E7-2CEF-7903-E347D82FEA2D}"/>
              </a:ext>
            </a:extLst>
          </p:cNvPr>
          <p:cNvCxnSpPr>
            <a:cxnSpLocks/>
            <a:stCxn id="21" idx="6"/>
          </p:cNvCxnSpPr>
          <p:nvPr/>
        </p:nvCxnSpPr>
        <p:spPr>
          <a:xfrm>
            <a:off x="1859021" y="3301139"/>
            <a:ext cx="124993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CDD990EC-394A-84B3-2FE6-4618F60CACFB}"/>
              </a:ext>
            </a:extLst>
          </p:cNvPr>
          <p:cNvSpPr/>
          <p:nvPr/>
        </p:nvSpPr>
        <p:spPr>
          <a:xfrm>
            <a:off x="3116321" y="3255419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2448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Heptagon 57">
            <a:extLst>
              <a:ext uri="{FF2B5EF4-FFF2-40B4-BE49-F238E27FC236}">
                <a16:creationId xmlns:a16="http://schemas.microsoft.com/office/drawing/2014/main" id="{E6782A30-22E5-BC01-0D56-D8DDBC61B7DB}"/>
              </a:ext>
            </a:extLst>
          </p:cNvPr>
          <p:cNvSpPr/>
          <p:nvPr/>
        </p:nvSpPr>
        <p:spPr>
          <a:xfrm>
            <a:off x="1406568" y="1740665"/>
            <a:ext cx="1321349" cy="1466592"/>
          </a:xfrm>
          <a:custGeom>
            <a:avLst/>
            <a:gdLst>
              <a:gd name="connsiteX0" fmla="*/ -5 w 1828800"/>
              <a:gd name="connsiteY0" fmla="*/ 1176113 h 1828800"/>
              <a:gd name="connsiteX1" fmla="*/ 181107 w 1828800"/>
              <a:gd name="connsiteY1" fmla="*/ 362218 h 1828800"/>
              <a:gd name="connsiteX2" fmla="*/ 914400 w 1828800"/>
              <a:gd name="connsiteY2" fmla="*/ 0 h 1828800"/>
              <a:gd name="connsiteX3" fmla="*/ 1647693 w 1828800"/>
              <a:gd name="connsiteY3" fmla="*/ 362218 h 1828800"/>
              <a:gd name="connsiteX4" fmla="*/ 1828805 w 1828800"/>
              <a:gd name="connsiteY4" fmla="*/ 1176113 h 1828800"/>
              <a:gd name="connsiteX5" fmla="*/ 1321344 w 1828800"/>
              <a:gd name="connsiteY5" fmla="*/ 1828810 h 1828800"/>
              <a:gd name="connsiteX6" fmla="*/ 507456 w 1828800"/>
              <a:gd name="connsiteY6" fmla="*/ 1828810 h 1828800"/>
              <a:gd name="connsiteX7" fmla="*/ -5 w 1828800"/>
              <a:gd name="connsiteY7" fmla="*/ 1176113 h 1828800"/>
              <a:gd name="connsiteX0" fmla="*/ 0 w 1828810"/>
              <a:gd name="connsiteY0" fmla="*/ 813895 h 1466592"/>
              <a:gd name="connsiteX1" fmla="*/ 181112 w 1828810"/>
              <a:gd name="connsiteY1" fmla="*/ 0 h 1466592"/>
              <a:gd name="connsiteX2" fmla="*/ 1647698 w 1828810"/>
              <a:gd name="connsiteY2" fmla="*/ 0 h 1466592"/>
              <a:gd name="connsiteX3" fmla="*/ 1828810 w 1828810"/>
              <a:gd name="connsiteY3" fmla="*/ 813895 h 1466592"/>
              <a:gd name="connsiteX4" fmla="*/ 1321349 w 1828810"/>
              <a:gd name="connsiteY4" fmla="*/ 1466592 h 1466592"/>
              <a:gd name="connsiteX5" fmla="*/ 507461 w 1828810"/>
              <a:gd name="connsiteY5" fmla="*/ 1466592 h 1466592"/>
              <a:gd name="connsiteX6" fmla="*/ 0 w 1828810"/>
              <a:gd name="connsiteY6" fmla="*/ 813895 h 1466592"/>
              <a:gd name="connsiteX0" fmla="*/ 326349 w 1647698"/>
              <a:gd name="connsiteY0" fmla="*/ 1466592 h 1466592"/>
              <a:gd name="connsiteX1" fmla="*/ 0 w 1647698"/>
              <a:gd name="connsiteY1" fmla="*/ 0 h 1466592"/>
              <a:gd name="connsiteX2" fmla="*/ 1466586 w 1647698"/>
              <a:gd name="connsiteY2" fmla="*/ 0 h 1466592"/>
              <a:gd name="connsiteX3" fmla="*/ 1647698 w 1647698"/>
              <a:gd name="connsiteY3" fmla="*/ 813895 h 1466592"/>
              <a:gd name="connsiteX4" fmla="*/ 1140237 w 1647698"/>
              <a:gd name="connsiteY4" fmla="*/ 1466592 h 1466592"/>
              <a:gd name="connsiteX5" fmla="*/ 326349 w 1647698"/>
              <a:gd name="connsiteY5" fmla="*/ 1466592 h 1466592"/>
              <a:gd name="connsiteX0" fmla="*/ 0 w 1321349"/>
              <a:gd name="connsiteY0" fmla="*/ 1466592 h 1466592"/>
              <a:gd name="connsiteX1" fmla="*/ 1140237 w 1321349"/>
              <a:gd name="connsiteY1" fmla="*/ 0 h 1466592"/>
              <a:gd name="connsiteX2" fmla="*/ 1321349 w 1321349"/>
              <a:gd name="connsiteY2" fmla="*/ 813895 h 1466592"/>
              <a:gd name="connsiteX3" fmla="*/ 813888 w 1321349"/>
              <a:gd name="connsiteY3" fmla="*/ 1466592 h 1466592"/>
              <a:gd name="connsiteX4" fmla="*/ 0 w 1321349"/>
              <a:gd name="connsiteY4" fmla="*/ 1466592 h 1466592"/>
              <a:gd name="connsiteX0" fmla="*/ 1140237 w 1321349"/>
              <a:gd name="connsiteY0" fmla="*/ 0 h 1466592"/>
              <a:gd name="connsiteX1" fmla="*/ 1321349 w 1321349"/>
              <a:gd name="connsiteY1" fmla="*/ 813895 h 1466592"/>
              <a:gd name="connsiteX2" fmla="*/ 813888 w 1321349"/>
              <a:gd name="connsiteY2" fmla="*/ 1466592 h 1466592"/>
              <a:gd name="connsiteX3" fmla="*/ 0 w 1321349"/>
              <a:gd name="connsiteY3" fmla="*/ 1466592 h 1466592"/>
              <a:gd name="connsiteX4" fmla="*/ 1231677 w 1321349"/>
              <a:gd name="connsiteY4" fmla="*/ 91440 h 1466592"/>
              <a:gd name="connsiteX0" fmla="*/ 1140237 w 1321349"/>
              <a:gd name="connsiteY0" fmla="*/ 0 h 1466592"/>
              <a:gd name="connsiteX1" fmla="*/ 1321349 w 1321349"/>
              <a:gd name="connsiteY1" fmla="*/ 813895 h 1466592"/>
              <a:gd name="connsiteX2" fmla="*/ 813888 w 1321349"/>
              <a:gd name="connsiteY2" fmla="*/ 1466592 h 1466592"/>
              <a:gd name="connsiteX3" fmla="*/ 0 w 1321349"/>
              <a:gd name="connsiteY3" fmla="*/ 1466592 h 1466592"/>
              <a:gd name="connsiteX4" fmla="*/ 694648 w 1321349"/>
              <a:gd name="connsiteY4" fmla="*/ 76926 h 1466592"/>
              <a:gd name="connsiteX0" fmla="*/ 1140237 w 1321349"/>
              <a:gd name="connsiteY0" fmla="*/ 0 h 1466592"/>
              <a:gd name="connsiteX1" fmla="*/ 1321349 w 1321349"/>
              <a:gd name="connsiteY1" fmla="*/ 813895 h 1466592"/>
              <a:gd name="connsiteX2" fmla="*/ 813888 w 1321349"/>
              <a:gd name="connsiteY2" fmla="*/ 1466592 h 1466592"/>
              <a:gd name="connsiteX3" fmla="*/ 0 w 1321349"/>
              <a:gd name="connsiteY3" fmla="*/ 1466592 h 1466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21349" h="1466592">
                <a:moveTo>
                  <a:pt x="1140237" y="0"/>
                </a:moveTo>
                <a:lnTo>
                  <a:pt x="1321349" y="813895"/>
                </a:lnTo>
                <a:lnTo>
                  <a:pt x="813888" y="1466592"/>
                </a:lnTo>
                <a:lnTo>
                  <a:pt x="0" y="1466592"/>
                </a:lnTo>
              </a:path>
            </a:pathLst>
          </a:custGeom>
          <a:noFill/>
          <a:ln w="127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90020C-6BE3-F9EA-C3A8-A09E68AD9E3B}"/>
              </a:ext>
            </a:extLst>
          </p:cNvPr>
          <p:cNvCxnSpPr>
            <a:cxnSpLocks/>
          </p:cNvCxnSpPr>
          <p:nvPr/>
        </p:nvCxnSpPr>
        <p:spPr>
          <a:xfrm flipV="1">
            <a:off x="856834" y="1378447"/>
            <a:ext cx="916381" cy="117611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8C4D0EB-C369-6734-BD0B-2B1B9AEE7469}"/>
              </a:ext>
            </a:extLst>
          </p:cNvPr>
          <p:cNvCxnSpPr>
            <a:cxnSpLocks/>
            <a:stCxn id="58" idx="0"/>
          </p:cNvCxnSpPr>
          <p:nvPr/>
        </p:nvCxnSpPr>
        <p:spPr>
          <a:xfrm flipH="1">
            <a:off x="1037946" y="1740665"/>
            <a:ext cx="150885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B855197-F43F-F884-7231-6658EA4DF82C}"/>
              </a:ext>
            </a:extLst>
          </p:cNvPr>
          <p:cNvCxnSpPr>
            <a:cxnSpLocks/>
            <a:stCxn id="58" idx="1"/>
            <a:endCxn id="58" idx="3"/>
          </p:cNvCxnSpPr>
          <p:nvPr/>
        </p:nvCxnSpPr>
        <p:spPr>
          <a:xfrm flipH="1">
            <a:off x="1406568" y="2554560"/>
            <a:ext cx="1321349" cy="65269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346B0F5-6D6E-B4C4-2749-C9B691DBA98E}"/>
              </a:ext>
            </a:extLst>
          </p:cNvPr>
          <p:cNvCxnSpPr>
            <a:cxnSpLocks/>
            <a:stCxn id="58" idx="2"/>
          </p:cNvCxnSpPr>
          <p:nvPr/>
        </p:nvCxnSpPr>
        <p:spPr>
          <a:xfrm flipH="1" flipV="1">
            <a:off x="1773215" y="1378447"/>
            <a:ext cx="447241" cy="182881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ECA39F6-4458-2BFB-4610-4601C6A49696}"/>
              </a:ext>
            </a:extLst>
          </p:cNvPr>
          <p:cNvCxnSpPr>
            <a:cxnSpLocks/>
            <a:stCxn id="58" idx="3"/>
            <a:endCxn id="58" idx="0"/>
          </p:cNvCxnSpPr>
          <p:nvPr/>
        </p:nvCxnSpPr>
        <p:spPr>
          <a:xfrm flipV="1">
            <a:off x="1406568" y="1740665"/>
            <a:ext cx="1140237" cy="146659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F825AF8-35F2-9FEF-E451-ABBFC76093D0}"/>
              </a:ext>
            </a:extLst>
          </p:cNvPr>
          <p:cNvCxnSpPr>
            <a:cxnSpLocks/>
          </p:cNvCxnSpPr>
          <p:nvPr/>
        </p:nvCxnSpPr>
        <p:spPr>
          <a:xfrm flipV="1">
            <a:off x="856834" y="1740665"/>
            <a:ext cx="181112" cy="81389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1C810D0-263F-DAD4-6ABB-14EAF5F9F022}"/>
              </a:ext>
            </a:extLst>
          </p:cNvPr>
          <p:cNvCxnSpPr>
            <a:cxnSpLocks/>
            <a:stCxn id="58" idx="0"/>
            <a:endCxn id="58" idx="2"/>
          </p:cNvCxnSpPr>
          <p:nvPr/>
        </p:nvCxnSpPr>
        <p:spPr>
          <a:xfrm flipH="1">
            <a:off x="2220456" y="1740665"/>
            <a:ext cx="326349" cy="146659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5A68869-D100-3BB1-EDB4-993E7B84E002}"/>
              </a:ext>
            </a:extLst>
          </p:cNvPr>
          <p:cNvCxnSpPr>
            <a:cxnSpLocks/>
            <a:endCxn id="58" idx="3"/>
          </p:cNvCxnSpPr>
          <p:nvPr/>
        </p:nvCxnSpPr>
        <p:spPr>
          <a:xfrm flipH="1">
            <a:off x="1406568" y="1378447"/>
            <a:ext cx="366647" cy="182881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E1B1038-C165-2870-3770-4E43100EA559}"/>
              </a:ext>
            </a:extLst>
          </p:cNvPr>
          <p:cNvCxnSpPr>
            <a:cxnSpLocks/>
          </p:cNvCxnSpPr>
          <p:nvPr/>
        </p:nvCxnSpPr>
        <p:spPr>
          <a:xfrm flipH="1">
            <a:off x="1039922" y="1378447"/>
            <a:ext cx="733293" cy="36221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4270CD4-FD22-6CBD-8D4B-E2C510114E98}"/>
              </a:ext>
            </a:extLst>
          </p:cNvPr>
          <p:cNvCxnSpPr>
            <a:cxnSpLocks/>
            <a:endCxn id="58" idx="1"/>
          </p:cNvCxnSpPr>
          <p:nvPr/>
        </p:nvCxnSpPr>
        <p:spPr>
          <a:xfrm>
            <a:off x="1773215" y="1378447"/>
            <a:ext cx="954702" cy="117611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1E4E459-A997-C474-24D9-638866A0E1FC}"/>
              </a:ext>
            </a:extLst>
          </p:cNvPr>
          <p:cNvCxnSpPr>
            <a:cxnSpLocks/>
            <a:endCxn id="58" idx="2"/>
          </p:cNvCxnSpPr>
          <p:nvPr/>
        </p:nvCxnSpPr>
        <p:spPr>
          <a:xfrm>
            <a:off x="1037946" y="1740665"/>
            <a:ext cx="1182510" cy="146659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ACCF899A-9658-9126-21AE-50FADB0B92FC}"/>
              </a:ext>
            </a:extLst>
          </p:cNvPr>
          <p:cNvSpPr/>
          <p:nvPr/>
        </p:nvSpPr>
        <p:spPr>
          <a:xfrm>
            <a:off x="2483976" y="1697532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753AA94-A3FD-10DE-D070-3B1E81705F3C}"/>
              </a:ext>
            </a:extLst>
          </p:cNvPr>
          <p:cNvSpPr/>
          <p:nvPr/>
        </p:nvSpPr>
        <p:spPr>
          <a:xfrm>
            <a:off x="1727495" y="1332726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1BE7AA7-2FC1-1D83-749F-9F38830AE1B8}"/>
              </a:ext>
            </a:extLst>
          </p:cNvPr>
          <p:cNvSpPr/>
          <p:nvPr/>
        </p:nvSpPr>
        <p:spPr>
          <a:xfrm>
            <a:off x="1003573" y="1694946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9E7E2BE-9B57-AAF6-44C4-6C530DC01510}"/>
              </a:ext>
            </a:extLst>
          </p:cNvPr>
          <p:cNvSpPr/>
          <p:nvPr/>
        </p:nvSpPr>
        <p:spPr>
          <a:xfrm>
            <a:off x="833699" y="2500221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C42743F-6A9D-1284-9309-E23147D37810}"/>
              </a:ext>
            </a:extLst>
          </p:cNvPr>
          <p:cNvSpPr/>
          <p:nvPr/>
        </p:nvSpPr>
        <p:spPr>
          <a:xfrm>
            <a:off x="1359860" y="3137580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9FCA0C8-2D86-516B-D79D-17F56A4850A2}"/>
              </a:ext>
            </a:extLst>
          </p:cNvPr>
          <p:cNvSpPr/>
          <p:nvPr/>
        </p:nvSpPr>
        <p:spPr>
          <a:xfrm>
            <a:off x="2159126" y="3158950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1BDBB8FA-430B-CE4A-D5BF-8E2481299072}"/>
              </a:ext>
            </a:extLst>
          </p:cNvPr>
          <p:cNvSpPr/>
          <p:nvPr/>
        </p:nvSpPr>
        <p:spPr>
          <a:xfrm>
            <a:off x="2681313" y="2500221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E1E24FC6-4046-88CC-5793-8CBFE7FA960D}"/>
              </a:ext>
            </a:extLst>
          </p:cNvPr>
          <p:cNvCxnSpPr>
            <a:cxnSpLocks/>
          </p:cNvCxnSpPr>
          <p:nvPr/>
        </p:nvCxnSpPr>
        <p:spPr>
          <a:xfrm>
            <a:off x="1037946" y="1740665"/>
            <a:ext cx="366646" cy="146659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1FB00F91-2176-D538-90A7-99E48122ECD1}"/>
              </a:ext>
            </a:extLst>
          </p:cNvPr>
          <p:cNvCxnSpPr>
            <a:cxnSpLocks/>
            <a:endCxn id="58" idx="1"/>
          </p:cNvCxnSpPr>
          <p:nvPr/>
        </p:nvCxnSpPr>
        <p:spPr>
          <a:xfrm>
            <a:off x="856834" y="2554560"/>
            <a:ext cx="187108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FE4DC4B2-E6FF-5320-09F4-933B0DB0CFB5}"/>
              </a:ext>
            </a:extLst>
          </p:cNvPr>
          <p:cNvCxnSpPr>
            <a:cxnSpLocks/>
            <a:stCxn id="58" idx="0"/>
          </p:cNvCxnSpPr>
          <p:nvPr/>
        </p:nvCxnSpPr>
        <p:spPr>
          <a:xfrm flipH="1">
            <a:off x="856834" y="1740665"/>
            <a:ext cx="1689971" cy="81389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42134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eptagon 3">
            <a:extLst>
              <a:ext uri="{FF2B5EF4-FFF2-40B4-BE49-F238E27FC236}">
                <a16:creationId xmlns:a16="http://schemas.microsoft.com/office/drawing/2014/main" id="{DD29A7AC-D0A7-654E-2614-4C72749DA402}"/>
              </a:ext>
            </a:extLst>
          </p:cNvPr>
          <p:cNvSpPr/>
          <p:nvPr/>
        </p:nvSpPr>
        <p:spPr>
          <a:xfrm>
            <a:off x="919158" y="1202221"/>
            <a:ext cx="1828810" cy="1828810"/>
          </a:xfrm>
          <a:custGeom>
            <a:avLst/>
            <a:gdLst>
              <a:gd name="connsiteX0" fmla="*/ -5 w 1828800"/>
              <a:gd name="connsiteY0" fmla="*/ 1176113 h 1828800"/>
              <a:gd name="connsiteX1" fmla="*/ 181107 w 1828800"/>
              <a:gd name="connsiteY1" fmla="*/ 362218 h 1828800"/>
              <a:gd name="connsiteX2" fmla="*/ 914400 w 1828800"/>
              <a:gd name="connsiteY2" fmla="*/ 0 h 1828800"/>
              <a:gd name="connsiteX3" fmla="*/ 1647693 w 1828800"/>
              <a:gd name="connsiteY3" fmla="*/ 362218 h 1828800"/>
              <a:gd name="connsiteX4" fmla="*/ 1828805 w 1828800"/>
              <a:gd name="connsiteY4" fmla="*/ 1176113 h 1828800"/>
              <a:gd name="connsiteX5" fmla="*/ 1321344 w 1828800"/>
              <a:gd name="connsiteY5" fmla="*/ 1828810 h 1828800"/>
              <a:gd name="connsiteX6" fmla="*/ 507456 w 1828800"/>
              <a:gd name="connsiteY6" fmla="*/ 1828810 h 1828800"/>
              <a:gd name="connsiteX7" fmla="*/ -5 w 1828800"/>
              <a:gd name="connsiteY7" fmla="*/ 1176113 h 1828800"/>
              <a:gd name="connsiteX0" fmla="*/ 181112 w 1828810"/>
              <a:gd name="connsiteY0" fmla="*/ 362218 h 1828810"/>
              <a:gd name="connsiteX1" fmla="*/ 914405 w 1828810"/>
              <a:gd name="connsiteY1" fmla="*/ 0 h 1828810"/>
              <a:gd name="connsiteX2" fmla="*/ 1647698 w 1828810"/>
              <a:gd name="connsiteY2" fmla="*/ 362218 h 1828810"/>
              <a:gd name="connsiteX3" fmla="*/ 1828810 w 1828810"/>
              <a:gd name="connsiteY3" fmla="*/ 1176113 h 1828810"/>
              <a:gd name="connsiteX4" fmla="*/ 1321349 w 1828810"/>
              <a:gd name="connsiteY4" fmla="*/ 1828810 h 1828810"/>
              <a:gd name="connsiteX5" fmla="*/ 507461 w 1828810"/>
              <a:gd name="connsiteY5" fmla="*/ 1828810 h 1828810"/>
              <a:gd name="connsiteX6" fmla="*/ 0 w 1828810"/>
              <a:gd name="connsiteY6" fmla="*/ 1176113 h 1828810"/>
              <a:gd name="connsiteX7" fmla="*/ 272552 w 1828810"/>
              <a:gd name="connsiteY7" fmla="*/ 453658 h 1828810"/>
              <a:gd name="connsiteX0" fmla="*/ 181112 w 1828810"/>
              <a:gd name="connsiteY0" fmla="*/ 362218 h 1828810"/>
              <a:gd name="connsiteX1" fmla="*/ 914405 w 1828810"/>
              <a:gd name="connsiteY1" fmla="*/ 0 h 1828810"/>
              <a:gd name="connsiteX2" fmla="*/ 1647698 w 1828810"/>
              <a:gd name="connsiteY2" fmla="*/ 362218 h 1828810"/>
              <a:gd name="connsiteX3" fmla="*/ 1828810 w 1828810"/>
              <a:gd name="connsiteY3" fmla="*/ 1176113 h 1828810"/>
              <a:gd name="connsiteX4" fmla="*/ 1321349 w 1828810"/>
              <a:gd name="connsiteY4" fmla="*/ 1828810 h 1828810"/>
              <a:gd name="connsiteX5" fmla="*/ 507461 w 1828810"/>
              <a:gd name="connsiteY5" fmla="*/ 1828810 h 1828810"/>
              <a:gd name="connsiteX6" fmla="*/ 0 w 1828810"/>
              <a:gd name="connsiteY6" fmla="*/ 1176113 h 1828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28810" h="1828810">
                <a:moveTo>
                  <a:pt x="181112" y="362218"/>
                </a:moveTo>
                <a:lnTo>
                  <a:pt x="914405" y="0"/>
                </a:lnTo>
                <a:lnTo>
                  <a:pt x="1647698" y="362218"/>
                </a:lnTo>
                <a:lnTo>
                  <a:pt x="1828810" y="1176113"/>
                </a:lnTo>
                <a:lnTo>
                  <a:pt x="1321349" y="1828810"/>
                </a:lnTo>
                <a:lnTo>
                  <a:pt x="507461" y="1828810"/>
                </a:lnTo>
                <a:lnTo>
                  <a:pt x="0" y="1176113"/>
                </a:lnTo>
              </a:path>
            </a:pathLst>
          </a:cu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62E3FA5-7844-E2EF-1EFA-A31FBBF27D54}"/>
              </a:ext>
            </a:extLst>
          </p:cNvPr>
          <p:cNvCxnSpPr>
            <a:cxnSpLocks/>
            <a:stCxn id="4" idx="6"/>
            <a:endCxn id="4" idx="3"/>
          </p:cNvCxnSpPr>
          <p:nvPr/>
        </p:nvCxnSpPr>
        <p:spPr>
          <a:xfrm>
            <a:off x="919158" y="2378334"/>
            <a:ext cx="182881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2FEF776-DA1A-375D-C996-C92A3D1FBD43}"/>
              </a:ext>
            </a:extLst>
          </p:cNvPr>
          <p:cNvCxnSpPr>
            <a:cxnSpLocks/>
            <a:stCxn id="4" idx="1"/>
            <a:endCxn id="4" idx="3"/>
          </p:cNvCxnSpPr>
          <p:nvPr/>
        </p:nvCxnSpPr>
        <p:spPr>
          <a:xfrm>
            <a:off x="1833563" y="1202221"/>
            <a:ext cx="914405" cy="117611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6BFDAF0-AB51-C2CA-1866-0D82838FF55E}"/>
              </a:ext>
            </a:extLst>
          </p:cNvPr>
          <p:cNvCxnSpPr>
            <a:cxnSpLocks/>
            <a:stCxn id="4" idx="0"/>
            <a:endCxn id="4" idx="3"/>
          </p:cNvCxnSpPr>
          <p:nvPr/>
        </p:nvCxnSpPr>
        <p:spPr>
          <a:xfrm>
            <a:off x="1100270" y="1564439"/>
            <a:ext cx="1647698" cy="81389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1403F5D-A817-F7D0-E286-D0FE1D97168E}"/>
              </a:ext>
            </a:extLst>
          </p:cNvPr>
          <p:cNvCxnSpPr>
            <a:cxnSpLocks/>
            <a:stCxn id="4" idx="5"/>
            <a:endCxn id="4" idx="3"/>
          </p:cNvCxnSpPr>
          <p:nvPr/>
        </p:nvCxnSpPr>
        <p:spPr>
          <a:xfrm flipV="1">
            <a:off x="1426619" y="2378334"/>
            <a:ext cx="1321349" cy="65269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D86505C-07FD-5C70-91BF-C890221664A0}"/>
              </a:ext>
            </a:extLst>
          </p:cNvPr>
          <p:cNvCxnSpPr>
            <a:cxnSpLocks/>
            <a:stCxn id="4" idx="0"/>
            <a:endCxn id="4" idx="2"/>
          </p:cNvCxnSpPr>
          <p:nvPr/>
        </p:nvCxnSpPr>
        <p:spPr>
          <a:xfrm>
            <a:off x="1100270" y="1564439"/>
            <a:ext cx="146658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8B6B960-A605-D399-0D3A-35D55B1C25A6}"/>
              </a:ext>
            </a:extLst>
          </p:cNvPr>
          <p:cNvCxnSpPr>
            <a:cxnSpLocks/>
            <a:stCxn id="4" idx="6"/>
            <a:endCxn id="4" idx="2"/>
          </p:cNvCxnSpPr>
          <p:nvPr/>
        </p:nvCxnSpPr>
        <p:spPr>
          <a:xfrm flipV="1">
            <a:off x="919158" y="1564439"/>
            <a:ext cx="1647698" cy="81389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A8F15D4-B731-AB16-06C1-DE64B25E71D5}"/>
              </a:ext>
            </a:extLst>
          </p:cNvPr>
          <p:cNvCxnSpPr>
            <a:cxnSpLocks/>
            <a:stCxn id="4" idx="5"/>
            <a:endCxn id="4" idx="2"/>
          </p:cNvCxnSpPr>
          <p:nvPr/>
        </p:nvCxnSpPr>
        <p:spPr>
          <a:xfrm flipV="1">
            <a:off x="1426619" y="1564439"/>
            <a:ext cx="1140237" cy="146659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BD61607-9B4B-3A94-DF2E-03A4B086B7E0}"/>
              </a:ext>
            </a:extLst>
          </p:cNvPr>
          <p:cNvCxnSpPr>
            <a:cxnSpLocks/>
            <a:stCxn id="4" idx="4"/>
            <a:endCxn id="4" idx="2"/>
          </p:cNvCxnSpPr>
          <p:nvPr/>
        </p:nvCxnSpPr>
        <p:spPr>
          <a:xfrm flipV="1">
            <a:off x="2240507" y="1564439"/>
            <a:ext cx="326349" cy="146659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4A3CCA1-1613-B9E2-C50D-F9EC3D00C123}"/>
              </a:ext>
            </a:extLst>
          </p:cNvPr>
          <p:cNvCxnSpPr>
            <a:cxnSpLocks/>
            <a:stCxn id="4" idx="1"/>
            <a:endCxn id="4" idx="6"/>
          </p:cNvCxnSpPr>
          <p:nvPr/>
        </p:nvCxnSpPr>
        <p:spPr>
          <a:xfrm flipH="1">
            <a:off x="919158" y="1202221"/>
            <a:ext cx="914405" cy="117611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C082ADE-5F8F-98BD-9432-B7AF7D0E67A5}"/>
              </a:ext>
            </a:extLst>
          </p:cNvPr>
          <p:cNvCxnSpPr>
            <a:cxnSpLocks/>
            <a:stCxn id="4" idx="1"/>
            <a:endCxn id="4" idx="5"/>
          </p:cNvCxnSpPr>
          <p:nvPr/>
        </p:nvCxnSpPr>
        <p:spPr>
          <a:xfrm flipH="1">
            <a:off x="1426619" y="1202221"/>
            <a:ext cx="406944" cy="182881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0C3548B-E84A-EBDF-646B-98815B2C9DBB}"/>
              </a:ext>
            </a:extLst>
          </p:cNvPr>
          <p:cNvCxnSpPr>
            <a:cxnSpLocks/>
            <a:stCxn id="4" idx="1"/>
            <a:endCxn id="4" idx="4"/>
          </p:cNvCxnSpPr>
          <p:nvPr/>
        </p:nvCxnSpPr>
        <p:spPr>
          <a:xfrm>
            <a:off x="1833563" y="1202221"/>
            <a:ext cx="406944" cy="182881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9A8361F6-0840-E73A-32F1-BCE5FD50439C}"/>
              </a:ext>
            </a:extLst>
          </p:cNvPr>
          <p:cNvCxnSpPr>
            <a:cxnSpLocks/>
            <a:stCxn id="4" idx="0"/>
            <a:endCxn id="4" idx="5"/>
          </p:cNvCxnSpPr>
          <p:nvPr/>
        </p:nvCxnSpPr>
        <p:spPr>
          <a:xfrm>
            <a:off x="1100270" y="1564439"/>
            <a:ext cx="326349" cy="146659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602A39E-667F-CF79-54FC-91DCC609B6BE}"/>
              </a:ext>
            </a:extLst>
          </p:cNvPr>
          <p:cNvCxnSpPr>
            <a:cxnSpLocks/>
            <a:stCxn id="4" idx="0"/>
            <a:endCxn id="4" idx="4"/>
          </p:cNvCxnSpPr>
          <p:nvPr/>
        </p:nvCxnSpPr>
        <p:spPr>
          <a:xfrm>
            <a:off x="1100270" y="1564439"/>
            <a:ext cx="1140237" cy="146659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2CB9A970-3AF0-78E2-1998-4C4353577140}"/>
              </a:ext>
            </a:extLst>
          </p:cNvPr>
          <p:cNvCxnSpPr>
            <a:cxnSpLocks/>
            <a:stCxn id="4" idx="6"/>
            <a:endCxn id="4" idx="4"/>
          </p:cNvCxnSpPr>
          <p:nvPr/>
        </p:nvCxnSpPr>
        <p:spPr>
          <a:xfrm>
            <a:off x="919158" y="2378334"/>
            <a:ext cx="1321349" cy="65269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820FCF05-75E9-449D-8120-4FB8EA96B66B}"/>
              </a:ext>
            </a:extLst>
          </p:cNvPr>
          <p:cNvSpPr/>
          <p:nvPr/>
        </p:nvSpPr>
        <p:spPr>
          <a:xfrm>
            <a:off x="1787843" y="1155920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02E64AD5-81DF-FEAE-595E-E5F0E3C4426C}"/>
              </a:ext>
            </a:extLst>
          </p:cNvPr>
          <p:cNvSpPr/>
          <p:nvPr/>
        </p:nvSpPr>
        <p:spPr>
          <a:xfrm>
            <a:off x="2514154" y="1507632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96EE0B7E-0277-4D16-1B77-DBD4F6477623}"/>
              </a:ext>
            </a:extLst>
          </p:cNvPr>
          <p:cNvSpPr/>
          <p:nvPr/>
        </p:nvSpPr>
        <p:spPr>
          <a:xfrm>
            <a:off x="2701364" y="2343701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FA58704F-9E5D-4955-319A-B08994E8AB25}"/>
              </a:ext>
            </a:extLst>
          </p:cNvPr>
          <p:cNvSpPr/>
          <p:nvPr/>
        </p:nvSpPr>
        <p:spPr>
          <a:xfrm>
            <a:off x="2181383" y="2967994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89250636-8FA7-2088-98CA-EAD0DE8136C4}"/>
              </a:ext>
            </a:extLst>
          </p:cNvPr>
          <p:cNvSpPr/>
          <p:nvPr/>
        </p:nvSpPr>
        <p:spPr>
          <a:xfrm>
            <a:off x="1373875" y="2985892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B660885E-E38C-A477-B513-B9F0BF3362AD}"/>
              </a:ext>
            </a:extLst>
          </p:cNvPr>
          <p:cNvSpPr/>
          <p:nvPr/>
        </p:nvSpPr>
        <p:spPr>
          <a:xfrm>
            <a:off x="890856" y="2323595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1C7E2D8E-9823-D84F-4CDC-AA9F62BF2C06}"/>
              </a:ext>
            </a:extLst>
          </p:cNvPr>
          <p:cNvSpPr/>
          <p:nvPr/>
        </p:nvSpPr>
        <p:spPr>
          <a:xfrm>
            <a:off x="1047454" y="1518138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6694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eptagon 3">
            <a:extLst>
              <a:ext uri="{FF2B5EF4-FFF2-40B4-BE49-F238E27FC236}">
                <a16:creationId xmlns:a16="http://schemas.microsoft.com/office/drawing/2014/main" id="{C9DB2AC7-0CBE-9760-A7F2-3DBEE6AA358C}"/>
              </a:ext>
            </a:extLst>
          </p:cNvPr>
          <p:cNvSpPr/>
          <p:nvPr/>
        </p:nvSpPr>
        <p:spPr>
          <a:xfrm>
            <a:off x="919158" y="1202221"/>
            <a:ext cx="1828810" cy="1828810"/>
          </a:xfrm>
          <a:custGeom>
            <a:avLst/>
            <a:gdLst>
              <a:gd name="connsiteX0" fmla="*/ -5 w 1828800"/>
              <a:gd name="connsiteY0" fmla="*/ 1176113 h 1828800"/>
              <a:gd name="connsiteX1" fmla="*/ 181107 w 1828800"/>
              <a:gd name="connsiteY1" fmla="*/ 362218 h 1828800"/>
              <a:gd name="connsiteX2" fmla="*/ 914400 w 1828800"/>
              <a:gd name="connsiteY2" fmla="*/ 0 h 1828800"/>
              <a:gd name="connsiteX3" fmla="*/ 1647693 w 1828800"/>
              <a:gd name="connsiteY3" fmla="*/ 362218 h 1828800"/>
              <a:gd name="connsiteX4" fmla="*/ 1828805 w 1828800"/>
              <a:gd name="connsiteY4" fmla="*/ 1176113 h 1828800"/>
              <a:gd name="connsiteX5" fmla="*/ 1321344 w 1828800"/>
              <a:gd name="connsiteY5" fmla="*/ 1828810 h 1828800"/>
              <a:gd name="connsiteX6" fmla="*/ 507456 w 1828800"/>
              <a:gd name="connsiteY6" fmla="*/ 1828810 h 1828800"/>
              <a:gd name="connsiteX7" fmla="*/ -5 w 1828800"/>
              <a:gd name="connsiteY7" fmla="*/ 1176113 h 1828800"/>
              <a:gd name="connsiteX0" fmla="*/ 181112 w 1828810"/>
              <a:gd name="connsiteY0" fmla="*/ 362218 h 1828810"/>
              <a:gd name="connsiteX1" fmla="*/ 914405 w 1828810"/>
              <a:gd name="connsiteY1" fmla="*/ 0 h 1828810"/>
              <a:gd name="connsiteX2" fmla="*/ 1647698 w 1828810"/>
              <a:gd name="connsiteY2" fmla="*/ 362218 h 1828810"/>
              <a:gd name="connsiteX3" fmla="*/ 1828810 w 1828810"/>
              <a:gd name="connsiteY3" fmla="*/ 1176113 h 1828810"/>
              <a:gd name="connsiteX4" fmla="*/ 1321349 w 1828810"/>
              <a:gd name="connsiteY4" fmla="*/ 1828810 h 1828810"/>
              <a:gd name="connsiteX5" fmla="*/ 507461 w 1828810"/>
              <a:gd name="connsiteY5" fmla="*/ 1828810 h 1828810"/>
              <a:gd name="connsiteX6" fmla="*/ 0 w 1828810"/>
              <a:gd name="connsiteY6" fmla="*/ 1176113 h 1828810"/>
              <a:gd name="connsiteX7" fmla="*/ 272552 w 1828810"/>
              <a:gd name="connsiteY7" fmla="*/ 453658 h 1828810"/>
              <a:gd name="connsiteX0" fmla="*/ 181112 w 1828810"/>
              <a:gd name="connsiteY0" fmla="*/ 362218 h 1828810"/>
              <a:gd name="connsiteX1" fmla="*/ 914405 w 1828810"/>
              <a:gd name="connsiteY1" fmla="*/ 0 h 1828810"/>
              <a:gd name="connsiteX2" fmla="*/ 1647698 w 1828810"/>
              <a:gd name="connsiteY2" fmla="*/ 362218 h 1828810"/>
              <a:gd name="connsiteX3" fmla="*/ 1828810 w 1828810"/>
              <a:gd name="connsiteY3" fmla="*/ 1176113 h 1828810"/>
              <a:gd name="connsiteX4" fmla="*/ 1321349 w 1828810"/>
              <a:gd name="connsiteY4" fmla="*/ 1828810 h 1828810"/>
              <a:gd name="connsiteX5" fmla="*/ 507461 w 1828810"/>
              <a:gd name="connsiteY5" fmla="*/ 1828810 h 1828810"/>
              <a:gd name="connsiteX6" fmla="*/ 0 w 1828810"/>
              <a:gd name="connsiteY6" fmla="*/ 1176113 h 1828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28810" h="1828810">
                <a:moveTo>
                  <a:pt x="181112" y="362218"/>
                </a:moveTo>
                <a:lnTo>
                  <a:pt x="914405" y="0"/>
                </a:lnTo>
                <a:lnTo>
                  <a:pt x="1647698" y="362218"/>
                </a:lnTo>
                <a:lnTo>
                  <a:pt x="1828810" y="1176113"/>
                </a:lnTo>
                <a:lnTo>
                  <a:pt x="1321349" y="1828810"/>
                </a:lnTo>
                <a:lnTo>
                  <a:pt x="507461" y="1828810"/>
                </a:lnTo>
                <a:lnTo>
                  <a:pt x="0" y="1176113"/>
                </a:lnTo>
              </a:path>
            </a:pathLst>
          </a:cu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1717139-D220-1B0F-386D-EC16CACA3276}"/>
              </a:ext>
            </a:extLst>
          </p:cNvPr>
          <p:cNvCxnSpPr>
            <a:cxnSpLocks/>
            <a:stCxn id="4" idx="6"/>
            <a:endCxn id="4" idx="3"/>
          </p:cNvCxnSpPr>
          <p:nvPr/>
        </p:nvCxnSpPr>
        <p:spPr>
          <a:xfrm>
            <a:off x="919158" y="2378334"/>
            <a:ext cx="182881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899C884-729B-5507-774A-B1535AEBC310}"/>
              </a:ext>
            </a:extLst>
          </p:cNvPr>
          <p:cNvCxnSpPr>
            <a:cxnSpLocks/>
            <a:stCxn id="4" idx="1"/>
            <a:endCxn id="4" idx="3"/>
          </p:cNvCxnSpPr>
          <p:nvPr/>
        </p:nvCxnSpPr>
        <p:spPr>
          <a:xfrm>
            <a:off x="1833563" y="1202221"/>
            <a:ext cx="914405" cy="117611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7F90D96-7436-CFA8-1B1B-B6555C2BB518}"/>
              </a:ext>
            </a:extLst>
          </p:cNvPr>
          <p:cNvCxnSpPr>
            <a:cxnSpLocks/>
            <a:stCxn id="4" idx="0"/>
            <a:endCxn id="4" idx="3"/>
          </p:cNvCxnSpPr>
          <p:nvPr/>
        </p:nvCxnSpPr>
        <p:spPr>
          <a:xfrm>
            <a:off x="1100270" y="1564439"/>
            <a:ext cx="1647698" cy="81389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4DF4135-B078-8DC5-BFD6-F406E292D1FF}"/>
              </a:ext>
            </a:extLst>
          </p:cNvPr>
          <p:cNvCxnSpPr>
            <a:cxnSpLocks/>
            <a:stCxn id="4" idx="5"/>
            <a:endCxn id="4" idx="3"/>
          </p:cNvCxnSpPr>
          <p:nvPr/>
        </p:nvCxnSpPr>
        <p:spPr>
          <a:xfrm flipV="1">
            <a:off x="1426619" y="2378334"/>
            <a:ext cx="1321349" cy="65269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930C36F-4FC5-85DF-B1E7-D1AD06AF089A}"/>
              </a:ext>
            </a:extLst>
          </p:cNvPr>
          <p:cNvCxnSpPr>
            <a:cxnSpLocks/>
            <a:stCxn id="4" idx="0"/>
            <a:endCxn id="4" idx="2"/>
          </p:cNvCxnSpPr>
          <p:nvPr/>
        </p:nvCxnSpPr>
        <p:spPr>
          <a:xfrm>
            <a:off x="1100270" y="1564439"/>
            <a:ext cx="146658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BBDB228-8496-6D03-A7F6-78BFCC75C70F}"/>
              </a:ext>
            </a:extLst>
          </p:cNvPr>
          <p:cNvCxnSpPr>
            <a:cxnSpLocks/>
            <a:stCxn id="4" idx="6"/>
            <a:endCxn id="4" idx="2"/>
          </p:cNvCxnSpPr>
          <p:nvPr/>
        </p:nvCxnSpPr>
        <p:spPr>
          <a:xfrm flipV="1">
            <a:off x="919158" y="1564439"/>
            <a:ext cx="1647698" cy="81389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17FB7DB-D527-0F43-FDE5-7D9065790026}"/>
              </a:ext>
            </a:extLst>
          </p:cNvPr>
          <p:cNvCxnSpPr>
            <a:cxnSpLocks/>
            <a:stCxn id="4" idx="5"/>
            <a:endCxn id="4" idx="2"/>
          </p:cNvCxnSpPr>
          <p:nvPr/>
        </p:nvCxnSpPr>
        <p:spPr>
          <a:xfrm flipV="1">
            <a:off x="1426619" y="1564439"/>
            <a:ext cx="1140237" cy="146659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109880B-0B94-5B5C-7F5C-0CF7F7351900}"/>
              </a:ext>
            </a:extLst>
          </p:cNvPr>
          <p:cNvCxnSpPr>
            <a:cxnSpLocks/>
            <a:stCxn id="4" idx="4"/>
            <a:endCxn id="4" idx="2"/>
          </p:cNvCxnSpPr>
          <p:nvPr/>
        </p:nvCxnSpPr>
        <p:spPr>
          <a:xfrm flipV="1">
            <a:off x="2240507" y="1564439"/>
            <a:ext cx="326349" cy="146659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4E851B8-1A2E-E3E6-20DC-0D95CE1A61C4}"/>
              </a:ext>
            </a:extLst>
          </p:cNvPr>
          <p:cNvCxnSpPr>
            <a:cxnSpLocks/>
            <a:stCxn id="4" idx="1"/>
            <a:endCxn id="4" idx="6"/>
          </p:cNvCxnSpPr>
          <p:nvPr/>
        </p:nvCxnSpPr>
        <p:spPr>
          <a:xfrm flipH="1">
            <a:off x="919158" y="1202221"/>
            <a:ext cx="914405" cy="117611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D592CC0-2181-BB00-26FB-13457A4ED13D}"/>
              </a:ext>
            </a:extLst>
          </p:cNvPr>
          <p:cNvCxnSpPr>
            <a:cxnSpLocks/>
            <a:stCxn id="4" idx="1"/>
            <a:endCxn id="4" idx="5"/>
          </p:cNvCxnSpPr>
          <p:nvPr/>
        </p:nvCxnSpPr>
        <p:spPr>
          <a:xfrm flipH="1">
            <a:off x="1426619" y="1202221"/>
            <a:ext cx="406944" cy="182881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9E21440-9D67-61E6-2326-BE9858CC1CE6}"/>
              </a:ext>
            </a:extLst>
          </p:cNvPr>
          <p:cNvCxnSpPr>
            <a:cxnSpLocks/>
            <a:stCxn id="4" idx="1"/>
            <a:endCxn id="4" idx="4"/>
          </p:cNvCxnSpPr>
          <p:nvPr/>
        </p:nvCxnSpPr>
        <p:spPr>
          <a:xfrm>
            <a:off x="1833563" y="1202221"/>
            <a:ext cx="406944" cy="182881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F2E5F59-5792-117C-C562-C6043C7261D4}"/>
              </a:ext>
            </a:extLst>
          </p:cNvPr>
          <p:cNvCxnSpPr>
            <a:cxnSpLocks/>
            <a:stCxn id="4" idx="0"/>
            <a:endCxn id="4" idx="5"/>
          </p:cNvCxnSpPr>
          <p:nvPr/>
        </p:nvCxnSpPr>
        <p:spPr>
          <a:xfrm>
            <a:off x="1100270" y="1564439"/>
            <a:ext cx="326349" cy="146659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7BD274D-47CC-3500-CAEA-2A8CAA9FA398}"/>
              </a:ext>
            </a:extLst>
          </p:cNvPr>
          <p:cNvCxnSpPr>
            <a:cxnSpLocks/>
            <a:stCxn id="4" idx="0"/>
            <a:endCxn id="4" idx="4"/>
          </p:cNvCxnSpPr>
          <p:nvPr/>
        </p:nvCxnSpPr>
        <p:spPr>
          <a:xfrm>
            <a:off x="1100270" y="1564439"/>
            <a:ext cx="1140237" cy="146659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7301A15-827B-9669-B145-FB9AA88DBD1D}"/>
              </a:ext>
            </a:extLst>
          </p:cNvPr>
          <p:cNvCxnSpPr>
            <a:cxnSpLocks/>
            <a:stCxn id="4" idx="6"/>
            <a:endCxn id="4" idx="4"/>
          </p:cNvCxnSpPr>
          <p:nvPr/>
        </p:nvCxnSpPr>
        <p:spPr>
          <a:xfrm>
            <a:off x="919158" y="2378334"/>
            <a:ext cx="1321349" cy="65269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DD490572-1CFD-EB15-8150-C500C6A69980}"/>
              </a:ext>
            </a:extLst>
          </p:cNvPr>
          <p:cNvSpPr/>
          <p:nvPr/>
        </p:nvSpPr>
        <p:spPr>
          <a:xfrm>
            <a:off x="1787843" y="1155920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C40A3A9-D797-9EAF-C172-75819284BAD9}"/>
              </a:ext>
            </a:extLst>
          </p:cNvPr>
          <p:cNvSpPr/>
          <p:nvPr/>
        </p:nvSpPr>
        <p:spPr>
          <a:xfrm>
            <a:off x="2514154" y="1507632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7FFCB10-9D39-25DD-12C3-2304FCB24B95}"/>
              </a:ext>
            </a:extLst>
          </p:cNvPr>
          <p:cNvSpPr/>
          <p:nvPr/>
        </p:nvSpPr>
        <p:spPr>
          <a:xfrm>
            <a:off x="2701364" y="2343701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AABAE90-3C3E-D308-C63E-25D279598D62}"/>
              </a:ext>
            </a:extLst>
          </p:cNvPr>
          <p:cNvSpPr/>
          <p:nvPr/>
        </p:nvSpPr>
        <p:spPr>
          <a:xfrm>
            <a:off x="2181383" y="2967994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A7A1611-D8BE-76AE-4103-C3704A58DC62}"/>
              </a:ext>
            </a:extLst>
          </p:cNvPr>
          <p:cNvSpPr/>
          <p:nvPr/>
        </p:nvSpPr>
        <p:spPr>
          <a:xfrm>
            <a:off x="1373875" y="2985892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3F7BF38-AA2A-5654-E506-94CE0B6F9146}"/>
              </a:ext>
            </a:extLst>
          </p:cNvPr>
          <p:cNvSpPr/>
          <p:nvPr/>
        </p:nvSpPr>
        <p:spPr>
          <a:xfrm>
            <a:off x="890856" y="2323595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0B0C34F-3DA7-8077-AC96-A0423E5D7BD6}"/>
              </a:ext>
            </a:extLst>
          </p:cNvPr>
          <p:cNvSpPr/>
          <p:nvPr/>
        </p:nvSpPr>
        <p:spPr>
          <a:xfrm>
            <a:off x="1047454" y="1518138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4638FC0-FB03-1DA1-0492-2E7F5A04DA70}"/>
              </a:ext>
            </a:extLst>
          </p:cNvPr>
          <p:cNvCxnSpPr>
            <a:cxnSpLocks/>
            <a:stCxn id="25" idx="4"/>
            <a:endCxn id="24" idx="0"/>
          </p:cNvCxnSpPr>
          <p:nvPr/>
        </p:nvCxnSpPr>
        <p:spPr>
          <a:xfrm flipH="1">
            <a:off x="936576" y="1609578"/>
            <a:ext cx="156598" cy="71401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28657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1740</TotalTime>
  <Words>0</Words>
  <Application>Microsoft Macintosh PowerPoint</Application>
  <PresentationFormat>Widescreen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Wei, Yihua</dc:creator>
  <cp:lastModifiedBy>Wei, Yihua</cp:lastModifiedBy>
  <cp:revision>119</cp:revision>
  <dcterms:created xsi:type="dcterms:W3CDTF">2023-07-23T16:36:11Z</dcterms:created>
  <dcterms:modified xsi:type="dcterms:W3CDTF">2023-07-24T21:37:09Z</dcterms:modified>
</cp:coreProperties>
</file>