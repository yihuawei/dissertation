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735"/>
  </p:normalViewPr>
  <p:slideViewPr>
    <p:cSldViewPr snapToGrid="0">
      <p:cViewPr>
        <p:scale>
          <a:sx n="137" d="100"/>
          <a:sy n="137" d="100"/>
        </p:scale>
        <p:origin x="144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071C8-B43F-FC09-B205-500004C4A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B9323-9576-7149-C5DD-B4A33B69C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C08CB-5540-353F-FF9F-FD98CB27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81AB-A9BA-874A-8467-CFF363EFE193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70E9A-3B36-BFD7-42AE-36F75AB5C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D46DE-F453-00D4-4F73-F8CE6714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A7FE4-2649-0B4C-AE68-F73F81DAC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94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E9741-4667-DD5C-4642-8479C0470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338D3-B94A-A5A3-AF54-67600BB2C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86DB7-BF4D-42A3-997D-B3FB38CE3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81AB-A9BA-874A-8467-CFF363EFE193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B340E-55DF-5C23-2FD0-94D6C4AB5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77426-C242-80FB-A8AC-8C4FE5B01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A7FE4-2649-0B4C-AE68-F73F81DAC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60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2FF8B-8900-FB01-475E-7842E7646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1685E-854E-0214-5B0A-DB6D43314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F3139-73C4-314E-B429-320C749A4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81AB-A9BA-874A-8467-CFF363EFE193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BD824-C4BF-845F-6C01-FDEB48AB9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2F34B-C0D4-D906-D287-2B56BAE11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A7FE4-2649-0B4C-AE68-F73F81DAC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7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F6F7-DE46-5FE3-924C-D17C3765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7FE3B-39CB-6FE7-F804-255A8B486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A59B-F624-E18E-3CF9-B1BFDD66A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9AC2C-94AE-EF91-42A8-8613F621C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81AB-A9BA-874A-8467-CFF363EFE193}" type="datetimeFigureOut">
              <a:rPr lang="en-US" smtClean="0"/>
              <a:t>7/3/23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ECB77-5BB8-977F-94E9-FDFF1276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767B3-286E-E46C-050E-1F2FF953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A7FE4-2649-0B4C-AE68-F73F81DAC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042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C410A-3C09-F015-F8F2-2B90A904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567AE-8191-7B34-B13B-BF123F9B9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9938F4-4CC8-6319-A3FD-BB80AC9B9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268A22-8EF4-5C3D-1E4D-B59EE8FBE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3E7D6D-9802-64B1-E7C7-B6C6D24F5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A76DF-C370-DB57-8C5F-417973BC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81AB-A9BA-874A-8467-CFF363EFE193}" type="datetimeFigureOut">
              <a:rPr lang="en-US" smtClean="0"/>
              <a:t>7/3/23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F9A89-570B-34C4-E6A9-D2F7B1778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B7D71-E02A-781B-8A85-E7B3971B8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A7FE4-2649-0B4C-AE68-F73F81DAC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94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502A7-E891-662F-8D17-78348E643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A2792-B9B5-1DF2-843D-EFE864866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81AB-A9BA-874A-8467-CFF363EFE193}" type="datetimeFigureOut">
              <a:rPr lang="en-US" smtClean="0"/>
              <a:t>7/3/23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F0839-4896-178B-BF53-452F9B21F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3E91D-F271-C5A7-D67E-6D804679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A7FE4-2649-0B4C-AE68-F73F81DAC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CBC39-BB6E-86EF-E897-113F690ED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81AB-A9BA-874A-8467-CFF363EFE193}" type="datetimeFigureOut">
              <a:rPr lang="en-US" smtClean="0"/>
              <a:t>7/3/23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2B5579-DA4B-7CC5-FE5A-7E1FA825F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AD596-7050-016D-9A8F-265C9E121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A7FE4-2649-0B4C-AE68-F73F81DAC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89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88199-62CB-BD80-9167-68ED30F8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B4B48-DF9C-6D5C-DFF3-72E3FAA4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88B795-9678-16FD-4958-C2FBF8127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6747D-EA3A-D081-4E64-E9B4A3D56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81AB-A9BA-874A-8467-CFF363EFE193}" type="datetimeFigureOut">
              <a:rPr lang="en-US" smtClean="0"/>
              <a:t>7/3/23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332AA-A849-7C62-7589-1E8FA65CB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AC89E-D9A9-F9FB-3D60-EBCF73D8A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A7FE4-2649-0B4C-AE68-F73F81DAC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22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EB1E4-7309-38B3-DCB6-FFEBB1B0F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D1822-DFF9-510B-0278-33C96D5DF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F2BAE-7111-F71E-34D8-1749A8FA9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31BCB-B0AF-2D10-C233-AB1070168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81AB-A9BA-874A-8467-CFF363EFE193}" type="datetimeFigureOut">
              <a:rPr lang="en-US" smtClean="0"/>
              <a:t>7/3/23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CD62D-FA1F-98F9-A1D6-F0777AFC0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C5C87-E8C5-8ECF-688C-B5D052DDE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A7FE4-2649-0B4C-AE68-F73F81DAC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08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3E384-F42F-C9D7-2E20-434608C19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98E3C-9358-4897-3BDB-15F8C4E1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4ADE5-03D3-FE4D-602D-6427B8426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81AB-A9BA-874A-8467-CFF363EFE193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3855A-0EA2-9B4E-91FE-6B6357092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E1DFC-805C-4D33-7A85-02A69240D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A7FE4-2649-0B4C-AE68-F73F81DAC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30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DE5A52-955B-806E-4DE0-0495CF5865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86AB95-6556-4B85-C4BA-973F8B5DE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54BE3-ED0A-C5CE-0A23-F50382CB3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81AB-A9BA-874A-8467-CFF363EFE193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30C6A-7C2C-3251-A583-DE78D145C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30F04-7636-574A-B485-013FF9EF2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A7FE4-2649-0B4C-AE68-F73F81DAC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31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B944C-BAF3-0BEA-9DD9-B6DDEB996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2C8C3-E6E5-8B3A-C094-4BDD07DF0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BC578-6797-8C08-80EE-BADED2F3CA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581AB-A9BA-874A-8467-CFF363EFE193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AD0E1-CADF-CEF0-061E-8050D732C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B168A-CBBD-1A06-CE95-02F941D3D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A7FE4-2649-0B4C-AE68-F73F81DAC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20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E109A7BD-3D06-55DB-91F8-4F976F716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293243"/>
              </p:ext>
            </p:extLst>
          </p:nvPr>
        </p:nvGraphicFramePr>
        <p:xfrm>
          <a:off x="3172759" y="3073726"/>
          <a:ext cx="574534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534">
                  <a:extLst>
                    <a:ext uri="{9D8B030D-6E8A-4147-A177-3AD203B41FA5}">
                      <a16:colId xmlns:a16="http://schemas.microsoft.com/office/drawing/2014/main" val="76399168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7804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0488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2427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557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7821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025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60056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C6310DE-1946-4A8C-1E63-02B01F32FA93}"/>
              </a:ext>
            </a:extLst>
          </p:cNvPr>
          <p:cNvSpPr/>
          <p:nvPr/>
        </p:nvSpPr>
        <p:spPr>
          <a:xfrm>
            <a:off x="4648870" y="3052411"/>
            <a:ext cx="45874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394832-D30A-D37C-4845-3FD75145E76F}"/>
              </a:ext>
            </a:extLst>
          </p:cNvPr>
          <p:cNvSpPr/>
          <p:nvPr/>
        </p:nvSpPr>
        <p:spPr>
          <a:xfrm>
            <a:off x="4645067" y="3233803"/>
            <a:ext cx="758724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AC9436-FCFF-0938-B609-37BB9696EE3F}"/>
              </a:ext>
            </a:extLst>
          </p:cNvPr>
          <p:cNvSpPr/>
          <p:nvPr/>
        </p:nvSpPr>
        <p:spPr>
          <a:xfrm>
            <a:off x="4645067" y="3416683"/>
            <a:ext cx="548659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B70184-719A-CF75-8D92-8117846926F3}"/>
              </a:ext>
            </a:extLst>
          </p:cNvPr>
          <p:cNvSpPr/>
          <p:nvPr/>
        </p:nvSpPr>
        <p:spPr>
          <a:xfrm>
            <a:off x="4645066" y="3599563"/>
            <a:ext cx="1203567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C1DE56-B704-2F67-32D4-614BDDC6FCD7}"/>
              </a:ext>
            </a:extLst>
          </p:cNvPr>
          <p:cNvSpPr/>
          <p:nvPr/>
        </p:nvSpPr>
        <p:spPr>
          <a:xfrm>
            <a:off x="4645067" y="3782443"/>
            <a:ext cx="1055286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EC58E6-19D5-8B50-E4A9-6C6B8F898D6E}"/>
              </a:ext>
            </a:extLst>
          </p:cNvPr>
          <p:cNvSpPr/>
          <p:nvPr/>
        </p:nvSpPr>
        <p:spPr>
          <a:xfrm>
            <a:off x="4645066" y="3965323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B5ADF3-C4C4-4965-48DE-1FFAA51FF8BA}"/>
              </a:ext>
            </a:extLst>
          </p:cNvPr>
          <p:cNvSpPr/>
          <p:nvPr/>
        </p:nvSpPr>
        <p:spPr>
          <a:xfrm>
            <a:off x="4645066" y="4148203"/>
            <a:ext cx="758724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53F06C-85BF-316D-355B-671EC5F588D4}"/>
              </a:ext>
            </a:extLst>
          </p:cNvPr>
          <p:cNvSpPr/>
          <p:nvPr/>
        </p:nvSpPr>
        <p:spPr>
          <a:xfrm>
            <a:off x="4645066" y="4331083"/>
            <a:ext cx="548659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8457D7-71FD-6F65-BA32-054D1AB6CFD7}"/>
              </a:ext>
            </a:extLst>
          </p:cNvPr>
          <p:cNvSpPr/>
          <p:nvPr/>
        </p:nvSpPr>
        <p:spPr>
          <a:xfrm>
            <a:off x="4645066" y="4881573"/>
            <a:ext cx="458741" cy="17559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8C60EF-43A5-E3FC-E2E1-1EA664B81196}"/>
              </a:ext>
            </a:extLst>
          </p:cNvPr>
          <p:cNvSpPr txBox="1"/>
          <p:nvPr/>
        </p:nvSpPr>
        <p:spPr>
          <a:xfrm>
            <a:off x="4243589" y="3023154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FB752B-892D-D978-8281-26A3A2E9B2FD}"/>
              </a:ext>
            </a:extLst>
          </p:cNvPr>
          <p:cNvSpPr txBox="1"/>
          <p:nvPr/>
        </p:nvSpPr>
        <p:spPr>
          <a:xfrm>
            <a:off x="4251320" y="3199858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8D5A44-6541-526C-B1AE-DB01199E6268}"/>
              </a:ext>
            </a:extLst>
          </p:cNvPr>
          <p:cNvSpPr txBox="1"/>
          <p:nvPr/>
        </p:nvSpPr>
        <p:spPr>
          <a:xfrm>
            <a:off x="4251308" y="3368836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75F4D1-FF03-34E0-BA48-8A798598726A}"/>
              </a:ext>
            </a:extLst>
          </p:cNvPr>
          <p:cNvSpPr txBox="1"/>
          <p:nvPr/>
        </p:nvSpPr>
        <p:spPr>
          <a:xfrm>
            <a:off x="4251308" y="3538417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0154C5-2661-BA33-ACAF-C5A1FFBF43C8}"/>
              </a:ext>
            </a:extLst>
          </p:cNvPr>
          <p:cNvSpPr txBox="1"/>
          <p:nvPr/>
        </p:nvSpPr>
        <p:spPr>
          <a:xfrm>
            <a:off x="4251314" y="3735626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7065E3-0909-FEC2-CBD1-2A25ACAB8FC4}"/>
              </a:ext>
            </a:extLst>
          </p:cNvPr>
          <p:cNvSpPr txBox="1"/>
          <p:nvPr/>
        </p:nvSpPr>
        <p:spPr>
          <a:xfrm>
            <a:off x="4251312" y="3922410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7812B8-0AF9-512A-3DF3-6D5A0CD3C89D}"/>
              </a:ext>
            </a:extLst>
          </p:cNvPr>
          <p:cNvSpPr txBox="1"/>
          <p:nvPr/>
        </p:nvSpPr>
        <p:spPr>
          <a:xfrm>
            <a:off x="4251308" y="4091477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6FD28A-CAAC-8DA0-E38B-78179CFC84C1}"/>
              </a:ext>
            </a:extLst>
          </p:cNvPr>
          <p:cNvSpPr txBox="1"/>
          <p:nvPr/>
        </p:nvSpPr>
        <p:spPr>
          <a:xfrm>
            <a:off x="4251308" y="4279453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316D3A-0B67-E955-1832-A5EE27D55196}"/>
              </a:ext>
            </a:extLst>
          </p:cNvPr>
          <p:cNvSpPr txBox="1"/>
          <p:nvPr/>
        </p:nvSpPr>
        <p:spPr>
          <a:xfrm>
            <a:off x="4269180" y="4832859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78D050-1029-AE3A-C6C6-75B74510BAEF}"/>
              </a:ext>
            </a:extLst>
          </p:cNvPr>
          <p:cNvSpPr txBox="1"/>
          <p:nvPr/>
        </p:nvSpPr>
        <p:spPr>
          <a:xfrm rot="16200000">
            <a:off x="4647489" y="4542310"/>
            <a:ext cx="3385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..…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12D0E8-B5B8-0D5E-1759-62DFDA93379F}"/>
              </a:ext>
            </a:extLst>
          </p:cNvPr>
          <p:cNvSpPr txBox="1"/>
          <p:nvPr/>
        </p:nvSpPr>
        <p:spPr>
          <a:xfrm>
            <a:off x="4467311" y="2721656"/>
            <a:ext cx="131383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data graph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9CA61A7-E21B-8DEB-1393-8C86CF8264BD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519210" y="3153959"/>
            <a:ext cx="724379" cy="4589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B858FD-4792-C0C7-ADE0-AA35DECD5A7B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3519210" y="3330663"/>
            <a:ext cx="732110" cy="9406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18EFC00-10F7-A643-AB93-27235BE87C6D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3550862" y="4222282"/>
            <a:ext cx="700446" cy="20810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98BDC46-30CB-70BD-3D95-5110DCD0DD3A}"/>
              </a:ext>
            </a:extLst>
          </p:cNvPr>
          <p:cNvSpPr txBox="1"/>
          <p:nvPr/>
        </p:nvSpPr>
        <p:spPr>
          <a:xfrm>
            <a:off x="3041960" y="2621180"/>
            <a:ext cx="1017804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of addresses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4308E8-8B35-FF44-C79F-4175068B76CC}"/>
              </a:ext>
            </a:extLst>
          </p:cNvPr>
          <p:cNvSpPr/>
          <p:nvPr/>
        </p:nvSpPr>
        <p:spPr>
          <a:xfrm>
            <a:off x="2965622" y="2014151"/>
            <a:ext cx="3003378" cy="334501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B54CCF-0F9C-D58C-5D73-851158A60775}"/>
              </a:ext>
            </a:extLst>
          </p:cNvPr>
          <p:cNvSpPr txBox="1"/>
          <p:nvPr/>
        </p:nvSpPr>
        <p:spPr>
          <a:xfrm>
            <a:off x="2911765" y="1975865"/>
            <a:ext cx="21010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Main Memory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3DBD1D-0D77-EDBC-7CE0-C37293B66BDF}"/>
              </a:ext>
            </a:extLst>
          </p:cNvPr>
          <p:cNvSpPr txBox="1"/>
          <p:nvPr/>
        </p:nvSpPr>
        <p:spPr>
          <a:xfrm rot="16200000">
            <a:off x="3311461" y="4800651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6A3B4A-1B6C-E996-EBA9-AFE8D2C1715C}"/>
              </a:ext>
            </a:extLst>
          </p:cNvPr>
          <p:cNvSpPr/>
          <p:nvPr/>
        </p:nvSpPr>
        <p:spPr>
          <a:xfrm>
            <a:off x="1173693" y="2022840"/>
            <a:ext cx="1749057" cy="33363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BD3C50-1EA6-3E6F-918C-2863183FDA99}"/>
              </a:ext>
            </a:extLst>
          </p:cNvPr>
          <p:cNvSpPr txBox="1"/>
          <p:nvPr/>
        </p:nvSpPr>
        <p:spPr>
          <a:xfrm>
            <a:off x="1173693" y="2005123"/>
            <a:ext cx="1652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Global Memory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09D75D-5F39-5551-CF7A-E3BFC0C07681}"/>
              </a:ext>
            </a:extLst>
          </p:cNvPr>
          <p:cNvSpPr/>
          <p:nvPr/>
        </p:nvSpPr>
        <p:spPr>
          <a:xfrm>
            <a:off x="1604306" y="2390536"/>
            <a:ext cx="898465" cy="33025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4969D28-067B-D86F-2BC2-E47DFBA3C6A0}"/>
              </a:ext>
            </a:extLst>
          </p:cNvPr>
          <p:cNvCxnSpPr>
            <a:cxnSpLocks/>
          </p:cNvCxnSpPr>
          <p:nvPr/>
        </p:nvCxnSpPr>
        <p:spPr>
          <a:xfrm>
            <a:off x="2239868" y="2517062"/>
            <a:ext cx="932891" cy="55666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6" name="Table 6">
            <a:extLst>
              <a:ext uri="{FF2B5EF4-FFF2-40B4-BE49-F238E27FC236}">
                <a16:creationId xmlns:a16="http://schemas.microsoft.com/office/drawing/2014/main" id="{4962109D-8835-BF05-FAEE-96BFFCC26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542062"/>
              </p:ext>
            </p:extLst>
          </p:nvPr>
        </p:nvGraphicFramePr>
        <p:xfrm>
          <a:off x="1320837" y="3508298"/>
          <a:ext cx="628112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8112">
                  <a:extLst>
                    <a:ext uri="{9D8B030D-6E8A-4147-A177-3AD203B41FA5}">
                      <a16:colId xmlns:a16="http://schemas.microsoft.com/office/drawing/2014/main" val="76399168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7804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0488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2427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557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v23578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7821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v23579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025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600563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D56CAE9D-7D37-69DD-8F06-404769910AAE}"/>
              </a:ext>
            </a:extLst>
          </p:cNvPr>
          <p:cNvSpPr txBox="1"/>
          <p:nvPr/>
        </p:nvSpPr>
        <p:spPr>
          <a:xfrm>
            <a:off x="1107173" y="2954044"/>
            <a:ext cx="102555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of sampled vertices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D5F944C-5E93-BBFB-6F9B-5DABF051EBA9}"/>
              </a:ext>
            </a:extLst>
          </p:cNvPr>
          <p:cNvCxnSpPr>
            <a:cxnSpLocks/>
          </p:cNvCxnSpPr>
          <p:nvPr/>
        </p:nvCxnSpPr>
        <p:spPr>
          <a:xfrm flipH="1">
            <a:off x="2000604" y="3657517"/>
            <a:ext cx="386996" cy="2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9" name="Table 6">
            <a:extLst>
              <a:ext uri="{FF2B5EF4-FFF2-40B4-BE49-F238E27FC236}">
                <a16:creationId xmlns:a16="http://schemas.microsoft.com/office/drawing/2014/main" id="{75A152B7-3DFC-BDF0-F905-D383FB8A8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510916"/>
              </p:ext>
            </p:extLst>
          </p:nvPr>
        </p:nvGraphicFramePr>
        <p:xfrm>
          <a:off x="2468386" y="3508298"/>
          <a:ext cx="357524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7524">
                  <a:extLst>
                    <a:ext uri="{9D8B030D-6E8A-4147-A177-3AD203B41FA5}">
                      <a16:colId xmlns:a16="http://schemas.microsoft.com/office/drawing/2014/main" val="76399168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7804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0488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2427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557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7821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025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600563"/>
                  </a:ext>
                </a:extLst>
              </a:tr>
            </a:tbl>
          </a:graphicData>
        </a:graphic>
      </p:graphicFrame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A7724AD-DA16-B791-6669-FF6281CB7194}"/>
              </a:ext>
            </a:extLst>
          </p:cNvPr>
          <p:cNvCxnSpPr>
            <a:cxnSpLocks/>
          </p:cNvCxnSpPr>
          <p:nvPr/>
        </p:nvCxnSpPr>
        <p:spPr>
          <a:xfrm flipH="1">
            <a:off x="1991821" y="3854726"/>
            <a:ext cx="391746" cy="189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A96BF01-5810-C74D-E6BB-C5257F746E8B}"/>
              </a:ext>
            </a:extLst>
          </p:cNvPr>
          <p:cNvCxnSpPr>
            <a:cxnSpLocks/>
            <a:endCxn id="36" idx="3"/>
          </p:cNvCxnSpPr>
          <p:nvPr/>
        </p:nvCxnSpPr>
        <p:spPr>
          <a:xfrm flipH="1">
            <a:off x="1948949" y="4172315"/>
            <a:ext cx="406042" cy="189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56F3A79-D1F0-3AB1-41CC-170EDF3CFAA8}"/>
              </a:ext>
            </a:extLst>
          </p:cNvPr>
          <p:cNvCxnSpPr>
            <a:cxnSpLocks/>
          </p:cNvCxnSpPr>
          <p:nvPr/>
        </p:nvCxnSpPr>
        <p:spPr>
          <a:xfrm flipH="1" flipV="1">
            <a:off x="2000604" y="4570541"/>
            <a:ext cx="378199" cy="160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653DBAF-FA58-D554-EEA4-A481E2708A0E}"/>
              </a:ext>
            </a:extLst>
          </p:cNvPr>
          <p:cNvSpPr txBox="1"/>
          <p:nvPr/>
        </p:nvSpPr>
        <p:spPr>
          <a:xfrm>
            <a:off x="2038532" y="2894128"/>
            <a:ext cx="787378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vertices in for-loop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166AA5-1D23-E741-4AD5-69D14AF3114E}"/>
              </a:ext>
            </a:extLst>
          </p:cNvPr>
          <p:cNvSpPr txBox="1"/>
          <p:nvPr/>
        </p:nvSpPr>
        <p:spPr>
          <a:xfrm>
            <a:off x="1837566" y="4768284"/>
            <a:ext cx="734085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A8998B-D2DE-BA4A-AF33-41D0E4990143}"/>
              </a:ext>
            </a:extLst>
          </p:cNvPr>
          <p:cNvSpPr txBox="1"/>
          <p:nvPr/>
        </p:nvSpPr>
        <p:spPr>
          <a:xfrm>
            <a:off x="1544232" y="2355606"/>
            <a:ext cx="843368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to CPU</a:t>
            </a:r>
          </a:p>
        </p:txBody>
      </p:sp>
    </p:spTree>
    <p:extLst>
      <p:ext uri="{BB962C8B-B14F-4D97-AF65-F5344CB8AC3E}">
        <p14:creationId xmlns:p14="http://schemas.microsoft.com/office/powerpoint/2010/main" val="1531682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6913E82B-34E8-B499-87E3-49BD8F087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158913"/>
              </p:ext>
            </p:extLst>
          </p:nvPr>
        </p:nvGraphicFramePr>
        <p:xfrm>
          <a:off x="2032000" y="719666"/>
          <a:ext cx="73152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3064B22B-DA04-F1D9-F9CB-5A43920F6D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023865"/>
              </p:ext>
            </p:extLst>
          </p:nvPr>
        </p:nvGraphicFramePr>
        <p:xfrm>
          <a:off x="2032000" y="1451186"/>
          <a:ext cx="18288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58965153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6572990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41695315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29" name="Table 27">
            <a:extLst>
              <a:ext uri="{FF2B5EF4-FFF2-40B4-BE49-F238E27FC236}">
                <a16:creationId xmlns:a16="http://schemas.microsoft.com/office/drawing/2014/main" id="{74C23C35-7730-1B13-E9A5-B90E97D8A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393998"/>
              </p:ext>
            </p:extLst>
          </p:nvPr>
        </p:nvGraphicFramePr>
        <p:xfrm>
          <a:off x="2032000" y="1085426"/>
          <a:ext cx="73152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33" name="Table 27">
            <a:extLst>
              <a:ext uri="{FF2B5EF4-FFF2-40B4-BE49-F238E27FC236}">
                <a16:creationId xmlns:a16="http://schemas.microsoft.com/office/drawing/2014/main" id="{93343728-DDF4-0913-35A0-A6495B1FF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239077"/>
              </p:ext>
            </p:extLst>
          </p:nvPr>
        </p:nvGraphicFramePr>
        <p:xfrm>
          <a:off x="2032000" y="1816946"/>
          <a:ext cx="14630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2519915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44934693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34" name="Table 27">
            <a:extLst>
              <a:ext uri="{FF2B5EF4-FFF2-40B4-BE49-F238E27FC236}">
                <a16:creationId xmlns:a16="http://schemas.microsoft.com/office/drawing/2014/main" id="{84507490-8954-F9D2-8059-E28999F32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341443"/>
              </p:ext>
            </p:extLst>
          </p:nvPr>
        </p:nvGraphicFramePr>
        <p:xfrm>
          <a:off x="2032000" y="2182706"/>
          <a:ext cx="219456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4575719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1628903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9030870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3330683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35" name="Table 27">
            <a:extLst>
              <a:ext uri="{FF2B5EF4-FFF2-40B4-BE49-F238E27FC236}">
                <a16:creationId xmlns:a16="http://schemas.microsoft.com/office/drawing/2014/main" id="{91FEF28A-CBDA-DE5F-5C0C-EDFA50C7F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945554"/>
              </p:ext>
            </p:extLst>
          </p:nvPr>
        </p:nvGraphicFramePr>
        <p:xfrm>
          <a:off x="2032000" y="2548466"/>
          <a:ext cx="219456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4575719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4124787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678561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0470142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36" name="Table 27">
            <a:extLst>
              <a:ext uri="{FF2B5EF4-FFF2-40B4-BE49-F238E27FC236}">
                <a16:creationId xmlns:a16="http://schemas.microsoft.com/office/drawing/2014/main" id="{7DDFC921-A02B-1905-207C-6DF332DD2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332171"/>
              </p:ext>
            </p:extLst>
          </p:nvPr>
        </p:nvGraphicFramePr>
        <p:xfrm>
          <a:off x="2032000" y="2914226"/>
          <a:ext cx="14630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23260971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987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37" name="Table 37">
            <a:extLst>
              <a:ext uri="{FF2B5EF4-FFF2-40B4-BE49-F238E27FC236}">
                <a16:creationId xmlns:a16="http://schemas.microsoft.com/office/drawing/2014/main" id="{CC6B62C5-20C3-EEFF-846D-FF7EC2D4A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377282"/>
              </p:ext>
            </p:extLst>
          </p:nvPr>
        </p:nvGraphicFramePr>
        <p:xfrm>
          <a:off x="1289491" y="732953"/>
          <a:ext cx="36576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84087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5323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053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1124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0800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5782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1369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141378"/>
                  </a:ext>
                </a:extLst>
              </a:tr>
            </a:tbl>
          </a:graphicData>
        </a:graphic>
      </p:graphicFrame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8872C6B-88A5-4F0D-E56F-D4234002ECE9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1483567" y="902546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A847396-0A20-D740-D844-72DEEAB7CB52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1483567" y="1268306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8A2B995-ABEF-43FD-AC3D-7354FF2CEFA3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483567" y="1634066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EFEA0F6-6BFB-00AF-C066-23FE336D6959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1483567" y="1999826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BBADF5A-406B-F305-7512-D21D22858009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1483567" y="2365586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CCFE0C7-C233-D6F4-2704-BDE4E79ADED1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1483567" y="2731346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66F0496-5F37-6E83-CFF2-9B2C9EC57819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1483567" y="3097106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1" name="Table 37">
            <a:extLst>
              <a:ext uri="{FF2B5EF4-FFF2-40B4-BE49-F238E27FC236}">
                <a16:creationId xmlns:a16="http://schemas.microsoft.com/office/drawing/2014/main" id="{E1D918C0-60C4-A44A-51F6-72722B2AE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014234"/>
              </p:ext>
            </p:extLst>
          </p:nvPr>
        </p:nvGraphicFramePr>
        <p:xfrm>
          <a:off x="912742" y="732953"/>
          <a:ext cx="36576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84087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05323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6053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21124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90800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55782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91369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141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77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27">
            <a:extLst>
              <a:ext uri="{FF2B5EF4-FFF2-40B4-BE49-F238E27FC236}">
                <a16:creationId xmlns:a16="http://schemas.microsoft.com/office/drawing/2014/main" id="{9FF29D63-8FEF-7947-8851-2B12B3062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25636"/>
              </p:ext>
            </p:extLst>
          </p:nvPr>
        </p:nvGraphicFramePr>
        <p:xfrm>
          <a:off x="2633793" y="783159"/>
          <a:ext cx="73152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54335D-3CFD-4ABF-95F0-1FA80CC6FD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766107"/>
              </p:ext>
            </p:extLst>
          </p:nvPr>
        </p:nvGraphicFramePr>
        <p:xfrm>
          <a:off x="2633793" y="1514679"/>
          <a:ext cx="18288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58965153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6572990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41695315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6" name="Table 27">
            <a:extLst>
              <a:ext uri="{FF2B5EF4-FFF2-40B4-BE49-F238E27FC236}">
                <a16:creationId xmlns:a16="http://schemas.microsoft.com/office/drawing/2014/main" id="{12F3ED8F-0E44-F1CB-7280-3BEF03D92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256373"/>
              </p:ext>
            </p:extLst>
          </p:nvPr>
        </p:nvGraphicFramePr>
        <p:xfrm>
          <a:off x="2633793" y="1148919"/>
          <a:ext cx="73152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7" name="Table 27">
            <a:extLst>
              <a:ext uri="{FF2B5EF4-FFF2-40B4-BE49-F238E27FC236}">
                <a16:creationId xmlns:a16="http://schemas.microsoft.com/office/drawing/2014/main" id="{BA4E7EDE-B8B3-3027-E23C-DA96BB05E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940877"/>
              </p:ext>
            </p:extLst>
          </p:nvPr>
        </p:nvGraphicFramePr>
        <p:xfrm>
          <a:off x="2633793" y="1880439"/>
          <a:ext cx="14630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2519915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44934693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8" name="Table 27">
            <a:extLst>
              <a:ext uri="{FF2B5EF4-FFF2-40B4-BE49-F238E27FC236}">
                <a16:creationId xmlns:a16="http://schemas.microsoft.com/office/drawing/2014/main" id="{C8B8039F-705E-2789-7A8B-FAEBD9AAB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725882"/>
              </p:ext>
            </p:extLst>
          </p:nvPr>
        </p:nvGraphicFramePr>
        <p:xfrm>
          <a:off x="2633793" y="2246199"/>
          <a:ext cx="219456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4575719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1628903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9030870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3330683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9" name="Table 27">
            <a:extLst>
              <a:ext uri="{FF2B5EF4-FFF2-40B4-BE49-F238E27FC236}">
                <a16:creationId xmlns:a16="http://schemas.microsoft.com/office/drawing/2014/main" id="{99139175-EAEF-D38A-7965-BB2029F5A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250181"/>
              </p:ext>
            </p:extLst>
          </p:nvPr>
        </p:nvGraphicFramePr>
        <p:xfrm>
          <a:off x="2633793" y="2611959"/>
          <a:ext cx="219456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4575719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4124787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678561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0470142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10" name="Table 27">
            <a:extLst>
              <a:ext uri="{FF2B5EF4-FFF2-40B4-BE49-F238E27FC236}">
                <a16:creationId xmlns:a16="http://schemas.microsoft.com/office/drawing/2014/main" id="{D5F3EB26-5CDF-C5A5-1471-72C10C4A2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013093"/>
              </p:ext>
            </p:extLst>
          </p:nvPr>
        </p:nvGraphicFramePr>
        <p:xfrm>
          <a:off x="2633793" y="2977719"/>
          <a:ext cx="14630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23260971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987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11" name="Table 37">
            <a:extLst>
              <a:ext uri="{FF2B5EF4-FFF2-40B4-BE49-F238E27FC236}">
                <a16:creationId xmlns:a16="http://schemas.microsoft.com/office/drawing/2014/main" id="{F7A508D3-BE98-B767-E4E8-4B24D5666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48058"/>
              </p:ext>
            </p:extLst>
          </p:nvPr>
        </p:nvGraphicFramePr>
        <p:xfrm>
          <a:off x="1891284" y="796446"/>
          <a:ext cx="36576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84087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5323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053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1124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0800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5782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1369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141378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220473-064A-13AE-AA92-2AC89261E54F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085360" y="966039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7AF0D0-22D7-83AE-640E-DE854F0A6C5D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085360" y="1697559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A9166E-7F73-6743-B7C2-2F92B012739C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085360" y="2063319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0EBF0A-9C97-276A-3A7F-7C4C7CB18384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085360" y="2429079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EC7D3A-B2BF-D5E5-B075-EDE48BAE1CE2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085360" y="2794839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8D2FEF-F7E0-CF4D-8FA4-F9F95188C1C4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085360" y="3160599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Table 37">
            <a:extLst>
              <a:ext uri="{FF2B5EF4-FFF2-40B4-BE49-F238E27FC236}">
                <a16:creationId xmlns:a16="http://schemas.microsoft.com/office/drawing/2014/main" id="{CAD322E4-3854-C3EC-E4E2-9DCAA71D3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754873"/>
              </p:ext>
            </p:extLst>
          </p:nvPr>
        </p:nvGraphicFramePr>
        <p:xfrm>
          <a:off x="1514535" y="796446"/>
          <a:ext cx="36576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84087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05323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6053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21124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90800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55782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91369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14137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F271C4D-1A22-6748-D4AD-A09418A9CDE7}"/>
              </a:ext>
            </a:extLst>
          </p:cNvPr>
          <p:cNvSpPr txBox="1"/>
          <p:nvPr/>
        </p:nvSpPr>
        <p:spPr>
          <a:xfrm rot="16200000">
            <a:off x="-83967" y="1764974"/>
            <a:ext cx="3020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Array</a:t>
            </a:r>
            <a:r>
              <a:rPr lang="zh-CN" altLang="en-US" sz="1400" dirty="0"/>
              <a:t> </a:t>
            </a:r>
            <a:r>
              <a:rPr lang="en-US" altLang="zh-CN" sz="1400" dirty="0"/>
              <a:t>of the addresses of neighbors</a:t>
            </a:r>
            <a:endParaRPr lang="en-US" sz="1400" dirty="0"/>
          </a:p>
        </p:txBody>
      </p:sp>
      <p:graphicFrame>
        <p:nvGraphicFramePr>
          <p:cNvPr id="20" name="Table 27">
            <a:extLst>
              <a:ext uri="{FF2B5EF4-FFF2-40B4-BE49-F238E27FC236}">
                <a16:creationId xmlns:a16="http://schemas.microsoft.com/office/drawing/2014/main" id="{7D585489-35C3-A911-5457-CECF2ECD4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290422"/>
              </p:ext>
            </p:extLst>
          </p:nvPr>
        </p:nvGraphicFramePr>
        <p:xfrm>
          <a:off x="3548193" y="1122387"/>
          <a:ext cx="109728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54541784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A033B1-AAF8-38FA-15C3-0A0E323FB394}"/>
              </a:ext>
            </a:extLst>
          </p:cNvPr>
          <p:cNvCxnSpPr>
            <a:cxnSpLocks/>
          </p:cNvCxnSpPr>
          <p:nvPr/>
        </p:nvCxnSpPr>
        <p:spPr>
          <a:xfrm flipV="1">
            <a:off x="2633793" y="1154493"/>
            <a:ext cx="731520" cy="3193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A32620-A397-6073-D7C3-7641BA75E5E9}"/>
              </a:ext>
            </a:extLst>
          </p:cNvPr>
          <p:cNvCxnSpPr>
            <a:cxnSpLocks/>
          </p:cNvCxnSpPr>
          <p:nvPr/>
        </p:nvCxnSpPr>
        <p:spPr>
          <a:xfrm>
            <a:off x="2633793" y="1148919"/>
            <a:ext cx="731520" cy="3182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DB26858-0448-90E3-9FA1-8016EB9E665D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365313" y="2225241"/>
            <a:ext cx="365760" cy="38671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F31C792-F22A-01F4-A95A-E135A5201140}"/>
              </a:ext>
            </a:extLst>
          </p:cNvPr>
          <p:cNvCxnSpPr>
            <a:cxnSpLocks/>
          </p:cNvCxnSpPr>
          <p:nvPr/>
        </p:nvCxnSpPr>
        <p:spPr>
          <a:xfrm>
            <a:off x="2661060" y="2983293"/>
            <a:ext cx="338493" cy="3601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187F0B-0D03-EB86-E4D1-C6DCEDAAA7D1}"/>
              </a:ext>
            </a:extLst>
          </p:cNvPr>
          <p:cNvCxnSpPr>
            <a:cxnSpLocks/>
          </p:cNvCxnSpPr>
          <p:nvPr/>
        </p:nvCxnSpPr>
        <p:spPr>
          <a:xfrm flipH="1">
            <a:off x="2661060" y="3004251"/>
            <a:ext cx="338493" cy="3392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44882A6-6134-784E-9D8F-7B4EC8D99492}"/>
              </a:ext>
            </a:extLst>
          </p:cNvPr>
          <p:cNvCxnSpPr>
            <a:cxnSpLocks/>
            <a:stCxn id="8" idx="0"/>
          </p:cNvCxnSpPr>
          <p:nvPr/>
        </p:nvCxnSpPr>
        <p:spPr>
          <a:xfrm flipH="1">
            <a:off x="3365313" y="2246199"/>
            <a:ext cx="365760" cy="38671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B58B9EB-36E7-CB01-04D3-0F7FE13BE1D3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085360" y="1331799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532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able 27">
            <a:extLst>
              <a:ext uri="{FF2B5EF4-FFF2-40B4-BE49-F238E27FC236}">
                <a16:creationId xmlns:a16="http://schemas.microsoft.com/office/drawing/2014/main" id="{D0FC60C1-B43E-64B5-7E30-CA6BDE2DC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269932"/>
              </p:ext>
            </p:extLst>
          </p:nvPr>
        </p:nvGraphicFramePr>
        <p:xfrm>
          <a:off x="2633793" y="783159"/>
          <a:ext cx="73152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B60A1CE-1976-EC24-74A4-99C305160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278056"/>
              </p:ext>
            </p:extLst>
          </p:nvPr>
        </p:nvGraphicFramePr>
        <p:xfrm>
          <a:off x="2633793" y="1514679"/>
          <a:ext cx="18288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58965153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6572990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41695315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24" name="Table 27">
            <a:extLst>
              <a:ext uri="{FF2B5EF4-FFF2-40B4-BE49-F238E27FC236}">
                <a16:creationId xmlns:a16="http://schemas.microsoft.com/office/drawing/2014/main" id="{5D383ED1-202E-9D9E-A10C-283E9814A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927417"/>
              </p:ext>
            </p:extLst>
          </p:nvPr>
        </p:nvGraphicFramePr>
        <p:xfrm>
          <a:off x="2633793" y="1880439"/>
          <a:ext cx="14630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2519915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44934693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25" name="Table 27">
            <a:extLst>
              <a:ext uri="{FF2B5EF4-FFF2-40B4-BE49-F238E27FC236}">
                <a16:creationId xmlns:a16="http://schemas.microsoft.com/office/drawing/2014/main" id="{537F64EE-8D81-EAF6-BC73-A8687977C5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829202"/>
              </p:ext>
            </p:extLst>
          </p:nvPr>
        </p:nvGraphicFramePr>
        <p:xfrm>
          <a:off x="2633793" y="2246199"/>
          <a:ext cx="219456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4575719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41628903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9030870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3330683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26" name="Table 27">
            <a:extLst>
              <a:ext uri="{FF2B5EF4-FFF2-40B4-BE49-F238E27FC236}">
                <a16:creationId xmlns:a16="http://schemas.microsoft.com/office/drawing/2014/main" id="{8DBF5593-181F-E9DB-095C-B4B7823C20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910003"/>
              </p:ext>
            </p:extLst>
          </p:nvPr>
        </p:nvGraphicFramePr>
        <p:xfrm>
          <a:off x="2633793" y="2611959"/>
          <a:ext cx="219456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4575719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4124787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678561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0470142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C0B492C8-76D3-B7CC-A20E-2CAA98A60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144546"/>
              </p:ext>
            </p:extLst>
          </p:nvPr>
        </p:nvGraphicFramePr>
        <p:xfrm>
          <a:off x="2633793" y="2977719"/>
          <a:ext cx="14630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23260971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987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28" name="Table 37">
            <a:extLst>
              <a:ext uri="{FF2B5EF4-FFF2-40B4-BE49-F238E27FC236}">
                <a16:creationId xmlns:a16="http://schemas.microsoft.com/office/drawing/2014/main" id="{102E73F8-9967-B317-6255-18CC59292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0970"/>
              </p:ext>
            </p:extLst>
          </p:nvPr>
        </p:nvGraphicFramePr>
        <p:xfrm>
          <a:off x="1891284" y="796446"/>
          <a:ext cx="36576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84087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5323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053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1124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0800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5782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1369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141378"/>
                  </a:ext>
                </a:extLst>
              </a:tr>
            </a:tbl>
          </a:graphicData>
        </a:graphic>
      </p:graphicFrame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2017A42-077D-5EAA-515E-5995D31308AB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2085360" y="966039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B65EED2-D61D-E707-968C-8C65FF779A1B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085360" y="1697559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2C45FAB-9098-818C-28BE-4443D6D80E46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2085360" y="2063319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E76CCE4-0D2B-BA6C-BAB4-4C7CA44F5BB7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2085360" y="2429079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6859DAC-6FB8-ADD9-6914-E9F55AABA287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2085360" y="2794839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E7066E0-5DD2-BA7E-49CB-750577EAFEB1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2085360" y="3160599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7">
            <a:extLst>
              <a:ext uri="{FF2B5EF4-FFF2-40B4-BE49-F238E27FC236}">
                <a16:creationId xmlns:a16="http://schemas.microsoft.com/office/drawing/2014/main" id="{2FB421DB-0187-C2B1-1EF0-C2B891C95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687076"/>
              </p:ext>
            </p:extLst>
          </p:nvPr>
        </p:nvGraphicFramePr>
        <p:xfrm>
          <a:off x="1514535" y="796446"/>
          <a:ext cx="36576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84087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05323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6053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21124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90800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55782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91369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141378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37FE5BCF-1BD6-4D7B-2690-1C589BDC436A}"/>
              </a:ext>
            </a:extLst>
          </p:cNvPr>
          <p:cNvSpPr txBox="1"/>
          <p:nvPr/>
        </p:nvSpPr>
        <p:spPr>
          <a:xfrm rot="16200000">
            <a:off x="-83967" y="1764974"/>
            <a:ext cx="3020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Array</a:t>
            </a:r>
            <a:r>
              <a:rPr lang="zh-CN" altLang="en-US" sz="1400" dirty="0"/>
              <a:t> </a:t>
            </a:r>
            <a:r>
              <a:rPr lang="en-US" altLang="zh-CN" sz="1400" dirty="0"/>
              <a:t>of the addresses of neighbors</a:t>
            </a:r>
            <a:endParaRPr lang="en-US" sz="1400" dirty="0"/>
          </a:p>
        </p:txBody>
      </p:sp>
      <p:graphicFrame>
        <p:nvGraphicFramePr>
          <p:cNvPr id="37" name="Table 27">
            <a:extLst>
              <a:ext uri="{FF2B5EF4-FFF2-40B4-BE49-F238E27FC236}">
                <a16:creationId xmlns:a16="http://schemas.microsoft.com/office/drawing/2014/main" id="{447531B7-EDC0-3851-4695-9323AB316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905719"/>
              </p:ext>
            </p:extLst>
          </p:nvPr>
        </p:nvGraphicFramePr>
        <p:xfrm>
          <a:off x="2633793" y="1151707"/>
          <a:ext cx="109728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54541784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D74D17E-7E86-119C-216B-C33CDAA75EFE}"/>
              </a:ext>
            </a:extLst>
          </p:cNvPr>
          <p:cNvCxnSpPr>
            <a:cxnSpLocks/>
          </p:cNvCxnSpPr>
          <p:nvPr/>
        </p:nvCxnSpPr>
        <p:spPr>
          <a:xfrm>
            <a:off x="2085360" y="1331799"/>
            <a:ext cx="54843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417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27">
            <a:extLst>
              <a:ext uri="{FF2B5EF4-FFF2-40B4-BE49-F238E27FC236}">
                <a16:creationId xmlns:a16="http://schemas.microsoft.com/office/drawing/2014/main" id="{B0D2AC12-911C-DD88-167B-E0F66D9C4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25505"/>
              </p:ext>
            </p:extLst>
          </p:nvPr>
        </p:nvGraphicFramePr>
        <p:xfrm>
          <a:off x="2475172" y="2257100"/>
          <a:ext cx="14630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23260971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987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5" name="Table 27">
            <a:extLst>
              <a:ext uri="{FF2B5EF4-FFF2-40B4-BE49-F238E27FC236}">
                <a16:creationId xmlns:a16="http://schemas.microsoft.com/office/drawing/2014/main" id="{E838120D-76DA-CB6F-901F-76C235402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042603"/>
              </p:ext>
            </p:extLst>
          </p:nvPr>
        </p:nvGraphicFramePr>
        <p:xfrm>
          <a:off x="2475172" y="2733267"/>
          <a:ext cx="18288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23260971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987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0629643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en-US" sz="14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en-US" sz="14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en-US" sz="14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en-US" sz="14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en-US" sz="14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6" name="Table 27">
            <a:extLst>
              <a:ext uri="{FF2B5EF4-FFF2-40B4-BE49-F238E27FC236}">
                <a16:creationId xmlns:a16="http://schemas.microsoft.com/office/drawing/2014/main" id="{BD33E21F-8B1B-AEBF-073A-AF76037E6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292600"/>
              </p:ext>
            </p:extLst>
          </p:nvPr>
        </p:nvGraphicFramePr>
        <p:xfrm>
          <a:off x="2475172" y="3319842"/>
          <a:ext cx="14630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23260971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987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altLang="zh-CN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altLang="zh-CN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altLang="zh-CN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altLang="zh-CN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86A4D9-B67C-D3B8-6825-B9E255C805DD}"/>
              </a:ext>
            </a:extLst>
          </p:cNvPr>
          <p:cNvCxnSpPr>
            <a:cxnSpLocks/>
          </p:cNvCxnSpPr>
          <p:nvPr/>
        </p:nvCxnSpPr>
        <p:spPr>
          <a:xfrm>
            <a:off x="2633793" y="3099027"/>
            <a:ext cx="0" cy="2208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BA1260-4F7A-4C8B-51DF-23C3B7A98618}"/>
              </a:ext>
            </a:extLst>
          </p:cNvPr>
          <p:cNvCxnSpPr>
            <a:cxnSpLocks/>
          </p:cNvCxnSpPr>
          <p:nvPr/>
        </p:nvCxnSpPr>
        <p:spPr>
          <a:xfrm>
            <a:off x="2995127" y="3099027"/>
            <a:ext cx="0" cy="2208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B700F2-A68B-E3B0-C816-946B33A18C2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389572" y="3099027"/>
            <a:ext cx="0" cy="2208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0FAB76-C183-3C07-913B-D728F7A7C3C6}"/>
              </a:ext>
            </a:extLst>
          </p:cNvPr>
          <p:cNvCxnSpPr>
            <a:cxnSpLocks/>
          </p:cNvCxnSpPr>
          <p:nvPr/>
        </p:nvCxnSpPr>
        <p:spPr>
          <a:xfrm>
            <a:off x="3769567" y="3099027"/>
            <a:ext cx="0" cy="2208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D616267-29E7-374D-9CE9-6459DEACD603}"/>
              </a:ext>
            </a:extLst>
          </p:cNvPr>
          <p:cNvSpPr txBox="1"/>
          <p:nvPr/>
        </p:nvSpPr>
        <p:spPr>
          <a:xfrm>
            <a:off x="1238423" y="2286091"/>
            <a:ext cx="988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Row Index: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7E18CD-99C1-BE30-E37D-F32DD4795E29}"/>
              </a:ext>
            </a:extLst>
          </p:cNvPr>
          <p:cNvSpPr txBox="1"/>
          <p:nvPr/>
        </p:nvSpPr>
        <p:spPr>
          <a:xfrm>
            <a:off x="1238423" y="2762258"/>
            <a:ext cx="1118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Row Pointer: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99F15C-CAB5-02EE-0C39-79BDE0E98F88}"/>
              </a:ext>
            </a:extLst>
          </p:cNvPr>
          <p:cNvSpPr txBox="1"/>
          <p:nvPr/>
        </p:nvSpPr>
        <p:spPr>
          <a:xfrm>
            <a:off x="1238423" y="3377825"/>
            <a:ext cx="1236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Column Index:</a:t>
            </a:r>
          </a:p>
        </p:txBody>
      </p:sp>
    </p:spTree>
    <p:extLst>
      <p:ext uri="{BB962C8B-B14F-4D97-AF65-F5344CB8AC3E}">
        <p14:creationId xmlns:p14="http://schemas.microsoft.com/office/powerpoint/2010/main" val="3061058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27">
            <a:extLst>
              <a:ext uri="{FF2B5EF4-FFF2-40B4-BE49-F238E27FC236}">
                <a16:creationId xmlns:a16="http://schemas.microsoft.com/office/drawing/2014/main" id="{914A8396-03B0-2C66-9E9C-3F71B9F08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846934"/>
              </p:ext>
            </p:extLst>
          </p:nvPr>
        </p:nvGraphicFramePr>
        <p:xfrm>
          <a:off x="2475172" y="2176495"/>
          <a:ext cx="219456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93257107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23260971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987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67201878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A7240EAA-2508-C568-D5C2-EFC59FB78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808785"/>
              </p:ext>
            </p:extLst>
          </p:nvPr>
        </p:nvGraphicFramePr>
        <p:xfrm>
          <a:off x="2475172" y="2763070"/>
          <a:ext cx="36576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300332362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720175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91831239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8763635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683569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275392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98917031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0477382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284542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01963718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altLang="zh-CN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altLang="zh-CN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altLang="zh-CN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altLang="zh-CN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altLang="zh-CN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altLang="zh-CN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altLang="zh-CN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altLang="zh-CN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altLang="zh-CN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542252"/>
                  </a:ext>
                </a:extLst>
              </a:tr>
            </a:tbl>
          </a:graphicData>
        </a:graphic>
      </p:graphicFrame>
      <p:graphicFrame>
        <p:nvGraphicFramePr>
          <p:cNvPr id="13" name="Table 27">
            <a:extLst>
              <a:ext uri="{FF2B5EF4-FFF2-40B4-BE49-F238E27FC236}">
                <a16:creationId xmlns:a16="http://schemas.microsoft.com/office/drawing/2014/main" id="{577FE88C-06AE-68DE-BB86-290D6C729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627628"/>
              </p:ext>
            </p:extLst>
          </p:nvPr>
        </p:nvGraphicFramePr>
        <p:xfrm>
          <a:off x="2475172" y="1700328"/>
          <a:ext cx="18288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93257107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453824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246258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23260971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987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altLang="zh-CN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en-US" sz="1400" baseline="-25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60694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3282E06-3B3E-C4B5-4DEB-5425D06D4F27}"/>
              </a:ext>
            </a:extLst>
          </p:cNvPr>
          <p:cNvCxnSpPr>
            <a:cxnSpLocks/>
          </p:cNvCxnSpPr>
          <p:nvPr/>
        </p:nvCxnSpPr>
        <p:spPr>
          <a:xfrm>
            <a:off x="2643124" y="2542255"/>
            <a:ext cx="0" cy="2208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4C7B604-09FD-D693-91C2-2380E68FCE4B}"/>
              </a:ext>
            </a:extLst>
          </p:cNvPr>
          <p:cNvCxnSpPr>
            <a:cxnSpLocks/>
          </p:cNvCxnSpPr>
          <p:nvPr/>
        </p:nvCxnSpPr>
        <p:spPr>
          <a:xfrm>
            <a:off x="3032451" y="2542255"/>
            <a:ext cx="354561" cy="2208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073D15F-8B03-41BB-9319-0C0BDA586FC9}"/>
              </a:ext>
            </a:extLst>
          </p:cNvPr>
          <p:cNvCxnSpPr>
            <a:cxnSpLocks/>
          </p:cNvCxnSpPr>
          <p:nvPr/>
        </p:nvCxnSpPr>
        <p:spPr>
          <a:xfrm>
            <a:off x="3387012" y="2542255"/>
            <a:ext cx="746447" cy="2208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694EC4-D69E-0678-168A-7945CC2F1EEE}"/>
              </a:ext>
            </a:extLst>
          </p:cNvPr>
          <p:cNvCxnSpPr>
            <a:cxnSpLocks/>
          </p:cNvCxnSpPr>
          <p:nvPr/>
        </p:nvCxnSpPr>
        <p:spPr>
          <a:xfrm>
            <a:off x="3845492" y="2542255"/>
            <a:ext cx="661194" cy="2208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1F39C76-61B9-DA9E-FC86-02F9A8FE5A97}"/>
              </a:ext>
            </a:extLst>
          </p:cNvPr>
          <p:cNvCxnSpPr>
            <a:cxnSpLocks/>
          </p:cNvCxnSpPr>
          <p:nvPr/>
        </p:nvCxnSpPr>
        <p:spPr>
          <a:xfrm>
            <a:off x="4133459" y="2542255"/>
            <a:ext cx="1436917" cy="2208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6AAE06B-D868-3BB7-27E0-3FF6D2DC3477}"/>
              </a:ext>
            </a:extLst>
          </p:cNvPr>
          <p:cNvSpPr txBox="1"/>
          <p:nvPr/>
        </p:nvSpPr>
        <p:spPr>
          <a:xfrm>
            <a:off x="1259802" y="1723145"/>
            <a:ext cx="988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Row Index: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0CFC3D-5F92-9DF1-7288-F0DF5894A645}"/>
              </a:ext>
            </a:extLst>
          </p:cNvPr>
          <p:cNvSpPr txBox="1"/>
          <p:nvPr/>
        </p:nvSpPr>
        <p:spPr>
          <a:xfrm>
            <a:off x="1259802" y="2205486"/>
            <a:ext cx="1118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Row Pointer: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95439E-4121-DC8C-826B-6241A4D6C776}"/>
              </a:ext>
            </a:extLst>
          </p:cNvPr>
          <p:cNvSpPr txBox="1"/>
          <p:nvPr/>
        </p:nvSpPr>
        <p:spPr>
          <a:xfrm>
            <a:off x="1259802" y="2794270"/>
            <a:ext cx="1236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Column Index:</a:t>
            </a:r>
          </a:p>
        </p:txBody>
      </p:sp>
    </p:spTree>
    <p:extLst>
      <p:ext uri="{BB962C8B-B14F-4D97-AF65-F5344CB8AC3E}">
        <p14:creationId xmlns:p14="http://schemas.microsoft.com/office/powerpoint/2010/main" val="817599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2856</TotalTime>
  <Words>194</Words>
  <Application>Microsoft Macintosh PowerPoint</Application>
  <PresentationFormat>Widescreen</PresentationFormat>
  <Paragraphs>155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Wei, Yihua</dc:creator>
  <cp:lastModifiedBy>Wei, Yihua</cp:lastModifiedBy>
  <cp:revision>171</cp:revision>
  <dcterms:created xsi:type="dcterms:W3CDTF">2023-07-03T12:15:22Z</dcterms:created>
  <dcterms:modified xsi:type="dcterms:W3CDTF">2023-07-05T11:51:56Z</dcterms:modified>
</cp:coreProperties>
</file>