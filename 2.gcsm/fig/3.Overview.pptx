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5" r:id="rId2"/>
    <p:sldId id="261" r:id="rId3"/>
    <p:sldId id="264" r:id="rId4"/>
    <p:sldId id="267" r:id="rId5"/>
    <p:sldId id="266" r:id="rId6"/>
    <p:sldId id="256" r:id="rId7"/>
    <p:sldId id="257" r:id="rId8"/>
    <p:sldId id="258" r:id="rId9"/>
    <p:sldId id="259" r:id="rId10"/>
    <p:sldId id="260" r:id="rId11"/>
    <p:sldId id="263" r:id="rId12"/>
    <p:sldId id="262" r:id="rId13"/>
    <p:sldId id="270" r:id="rId14"/>
    <p:sldId id="269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0"/>
  </p:normalViewPr>
  <p:slideViewPr>
    <p:cSldViewPr snapToGrid="0">
      <p:cViewPr>
        <p:scale>
          <a:sx n="92" d="100"/>
          <a:sy n="92" d="100"/>
        </p:scale>
        <p:origin x="132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BDD4-7F6E-6844-8B42-3BCBE8F5CB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34CB7-8E35-EB4F-8204-411084B35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4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4CB7-8E35-EB4F-8204-411084B35E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4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3DA8-72D7-C0DA-67B4-7218F42B6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5D67C-596E-9F3C-9109-D8B2D90DC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0F775-8C44-C134-44B3-C2081A2F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F48E7-47C0-4CA5-4FB6-44948716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AA52A-D7B5-4444-8750-F7AFECE2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8A38-882F-7720-714B-D9F5DB07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122C-80FE-848C-17A3-56713662D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0DBA4-40E3-DD9F-25F4-C4CDAE5D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A917B-8703-E15B-2E61-1812ADE8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1F012-9B84-C67D-4E7F-2A3424ECF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AF6E-FD57-0E70-E61F-9FFBB066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2BB55-34DF-868F-AF73-D6CE3E68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43AA0-AE28-D5A0-D5A0-96453DD0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BB23D-0A80-8830-1AB8-0134444C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71722-77B6-CC49-F3EA-7C9A3C9D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28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2B63-9ED7-EAF2-855F-59146956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4031-47D3-1BD1-5E43-6CD169358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4A83F-63CC-EBC5-DFB1-D392C872D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28481-0ECE-389B-5318-4D04DAD3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B7314-EA5C-B95F-BA23-6497CF8C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C9AD9-BD4D-3418-64A0-DB43C0C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3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4059-8320-6B77-9989-9D30805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2EEF3-047C-3572-B88A-12B392D9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9EE8-D658-662D-0B6C-7A650C16A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7100D-DC73-8F9A-BC80-BFCD146272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C7A02-A9B1-99F9-DDB1-C560E7BB4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B3B5A-0E3A-7F5C-853E-84B308E0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A573A0-B869-4CB2-E91A-D6ACFA3F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E08AF-10D4-92FB-992C-97AB02D5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9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6C6B-6D7E-D3E3-19C0-04F03094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0A3371-1F59-07B0-CE8C-A046BAE9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6F8AC-4DDF-8DA0-8766-086D9A91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52E67-718F-4B10-7D75-873514B1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64EB2-1CBB-4180-52D4-61CB3BCEE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4AA36-32F7-785A-6142-261D6984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7A723-18E6-0F1A-761C-37449506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8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13CE-097A-57B8-5035-FBA4E371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6EB54-04CE-EC81-E35A-547D1010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8D4C-FA78-5B5C-0769-32082FDF8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4B4D9-3F40-0561-37F0-28B7D9D8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FA77F-1573-053A-2639-F5239EF6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496CF-920A-9A18-7F2C-9B38EE67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0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D563-5203-2172-2B4E-7C9B9462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72CC4-5516-73C5-8AA5-1CDA0F963B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BF7D4-7C09-974B-2120-409CF6C56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1ADDF-85BD-004B-3BF9-2D0DBBCC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4D530-ABC9-991A-8BF2-E3AD3596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9281A-F0CF-680F-A5CB-78241149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1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D1A1-7922-8FF7-C381-0FC86E19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E6A38-8F2A-A495-C2D6-A39D1F9C3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CBDFF-42B2-9659-A22A-E1AD3B4F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059E4-B59B-652D-AA8A-2662404D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9A4F-474C-25A6-A41E-C80616A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1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982F0-547E-05CA-F7F4-2824D22AF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ED9D9-423F-6388-7FDA-FC86DF629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2A388-8C2F-A2D3-E9DE-8BBD5E4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A331-09EF-99D4-E3D8-789B9E7D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A1BE3-54C1-B801-DF72-C790F85F7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2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D14AA-2EE3-F9B6-F0A0-69CCC971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A06AB-287B-D606-10F7-0140E60BE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04A18-B163-8312-703A-6579C3031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F43C0-F352-1644-853E-EBE0356B266B}" type="datetimeFigureOut">
              <a:rPr lang="en-US" smtClean="0"/>
              <a:t>7/10/23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C93A-D971-D5C7-553F-3C4465F1B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55686-52B5-A4A0-6A1F-BBB8080E2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8F660-981A-DA4F-95A8-30A825E17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0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E3668A-A410-7078-695B-273A74713268}"/>
              </a:ext>
            </a:extLst>
          </p:cNvPr>
          <p:cNvSpPr txBox="1"/>
          <p:nvPr/>
        </p:nvSpPr>
        <p:spPr>
          <a:xfrm rot="16200000">
            <a:off x="1685849" y="2684796"/>
            <a:ext cx="1169464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Edge 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0BD993-2755-A4EF-B93F-54B789E58404}"/>
              </a:ext>
            </a:extLst>
          </p:cNvPr>
          <p:cNvSpPr/>
          <p:nvPr/>
        </p:nvSpPr>
        <p:spPr>
          <a:xfrm>
            <a:off x="3206889" y="390107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288FD-8CCA-7DA0-2C4A-12C95347EA1A}"/>
              </a:ext>
            </a:extLst>
          </p:cNvPr>
          <p:cNvSpPr txBox="1"/>
          <p:nvPr/>
        </p:nvSpPr>
        <p:spPr>
          <a:xfrm rot="16200000">
            <a:off x="1720693" y="4162932"/>
            <a:ext cx="108095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73FD13-14F2-8E14-3D38-121A66F1E509}"/>
              </a:ext>
            </a:extLst>
          </p:cNvPr>
          <p:cNvSpPr/>
          <p:nvPr/>
        </p:nvSpPr>
        <p:spPr>
          <a:xfrm>
            <a:off x="3621926" y="371819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B4691C-22D2-85B6-7D44-D64D6AB9AE89}"/>
              </a:ext>
            </a:extLst>
          </p:cNvPr>
          <p:cNvSpPr/>
          <p:nvPr/>
        </p:nvSpPr>
        <p:spPr>
          <a:xfrm>
            <a:off x="3992493" y="387732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5A94CE-48B3-D65F-735E-AD800E5031FC}"/>
              </a:ext>
            </a:extLst>
          </p:cNvPr>
          <p:cNvSpPr/>
          <p:nvPr/>
        </p:nvSpPr>
        <p:spPr>
          <a:xfrm>
            <a:off x="3060858" y="432614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347FE75-AD4C-3790-3374-3B273858F450}"/>
              </a:ext>
            </a:extLst>
          </p:cNvPr>
          <p:cNvSpPr/>
          <p:nvPr/>
        </p:nvSpPr>
        <p:spPr>
          <a:xfrm>
            <a:off x="3278981" y="473349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CD199F-C08C-6BCA-C87B-BEA50FC81E9F}"/>
              </a:ext>
            </a:extLst>
          </p:cNvPr>
          <p:cNvSpPr/>
          <p:nvPr/>
        </p:nvSpPr>
        <p:spPr>
          <a:xfrm>
            <a:off x="3934028" y="464205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36D4BD-873F-8A55-6F1A-6210E6BABB2A}"/>
              </a:ext>
            </a:extLst>
          </p:cNvPr>
          <p:cNvSpPr/>
          <p:nvPr/>
        </p:nvSpPr>
        <p:spPr>
          <a:xfrm>
            <a:off x="3380494" y="432614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B4494E-FFF4-CAC8-6CFD-59E96539A0ED}"/>
              </a:ext>
            </a:extLst>
          </p:cNvPr>
          <p:cNvSpPr/>
          <p:nvPr/>
        </p:nvSpPr>
        <p:spPr>
          <a:xfrm>
            <a:off x="4083933" y="428261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BE570C-3AF1-2E54-85EE-258E355761F9}"/>
              </a:ext>
            </a:extLst>
          </p:cNvPr>
          <p:cNvSpPr/>
          <p:nvPr/>
        </p:nvSpPr>
        <p:spPr>
          <a:xfrm>
            <a:off x="3621926" y="482538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03AAF3-F51E-AF3F-018C-C85075BF6E0D}"/>
              </a:ext>
            </a:extLst>
          </p:cNvPr>
          <p:cNvSpPr/>
          <p:nvPr/>
        </p:nvSpPr>
        <p:spPr>
          <a:xfrm>
            <a:off x="3577456" y="406020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6FC153-F005-B98C-6E66-694CA7BEBF69}"/>
              </a:ext>
            </a:extLst>
          </p:cNvPr>
          <p:cNvSpPr/>
          <p:nvPr/>
        </p:nvSpPr>
        <p:spPr>
          <a:xfrm>
            <a:off x="3640773" y="449944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546FEC-1809-3C19-FB69-9142E29E8E7A}"/>
              </a:ext>
            </a:extLst>
          </p:cNvPr>
          <p:cNvSpPr/>
          <p:nvPr/>
        </p:nvSpPr>
        <p:spPr>
          <a:xfrm>
            <a:off x="3841916" y="421095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BAA33C-73D5-EB9B-646E-0ADE83B19DF9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3152298" y="4083952"/>
            <a:ext cx="146031" cy="2421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E06E0D-A113-C101-25DD-2F1AAF0584BF}"/>
              </a:ext>
            </a:extLst>
          </p:cNvPr>
          <p:cNvCxnSpPr>
            <a:cxnSpLocks/>
            <a:stCxn id="5" idx="7"/>
            <a:endCxn id="7" idx="2"/>
          </p:cNvCxnSpPr>
          <p:nvPr/>
        </p:nvCxnSpPr>
        <p:spPr>
          <a:xfrm flipV="1">
            <a:off x="3362987" y="3809632"/>
            <a:ext cx="258939" cy="11822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1B4F01-B63B-A942-E808-8E5A7E9A29E1}"/>
              </a:ext>
            </a:extLst>
          </p:cNvPr>
          <p:cNvCxnSpPr>
            <a:cxnSpLocks/>
            <a:stCxn id="9" idx="4"/>
            <a:endCxn id="10" idx="1"/>
          </p:cNvCxnSpPr>
          <p:nvPr/>
        </p:nvCxnSpPr>
        <p:spPr>
          <a:xfrm>
            <a:off x="3152298" y="4509023"/>
            <a:ext cx="153465" cy="2512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8D243A-F95E-FE29-BC48-692CC528BFD5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3243738" y="4417583"/>
            <a:ext cx="13675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668A0E2-CF2D-3989-7026-12BD5D685721}"/>
              </a:ext>
            </a:extLst>
          </p:cNvPr>
          <p:cNvCxnSpPr>
            <a:cxnSpLocks/>
            <a:stCxn id="10" idx="7"/>
            <a:endCxn id="16" idx="3"/>
          </p:cNvCxnSpPr>
          <p:nvPr/>
        </p:nvCxnSpPr>
        <p:spPr>
          <a:xfrm flipV="1">
            <a:off x="3435079" y="4655546"/>
            <a:ext cx="232476" cy="1047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B99A96-43F8-E0A1-853B-62B6D911B122}"/>
              </a:ext>
            </a:extLst>
          </p:cNvPr>
          <p:cNvCxnSpPr>
            <a:cxnSpLocks/>
            <a:stCxn id="12" idx="7"/>
            <a:endCxn id="15" idx="3"/>
          </p:cNvCxnSpPr>
          <p:nvPr/>
        </p:nvCxnSpPr>
        <p:spPr>
          <a:xfrm flipV="1">
            <a:off x="3536592" y="4216298"/>
            <a:ext cx="67646" cy="1366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02784E-835F-A89F-FBB1-5B0D198C76AE}"/>
              </a:ext>
            </a:extLst>
          </p:cNvPr>
          <p:cNvCxnSpPr>
            <a:cxnSpLocks/>
            <a:stCxn id="15" idx="7"/>
            <a:endCxn id="8" idx="3"/>
          </p:cNvCxnSpPr>
          <p:nvPr/>
        </p:nvCxnSpPr>
        <p:spPr>
          <a:xfrm flipV="1">
            <a:off x="3733554" y="4033418"/>
            <a:ext cx="285721" cy="535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2C0CD6-11B4-80DA-0172-8824CA78C1E7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3804806" y="3809632"/>
            <a:ext cx="214469" cy="944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052C84-A7FF-695F-C8BA-263CA4AD8AF2}"/>
              </a:ext>
            </a:extLst>
          </p:cNvPr>
          <p:cNvCxnSpPr>
            <a:cxnSpLocks/>
            <a:stCxn id="10" idx="5"/>
            <a:endCxn id="14" idx="2"/>
          </p:cNvCxnSpPr>
          <p:nvPr/>
        </p:nvCxnSpPr>
        <p:spPr>
          <a:xfrm>
            <a:off x="3435079" y="4889594"/>
            <a:ext cx="186847" cy="2723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FF3293-21F5-F72E-D82B-57E82385056B}"/>
              </a:ext>
            </a:extLst>
          </p:cNvPr>
          <p:cNvCxnSpPr>
            <a:cxnSpLocks/>
            <a:stCxn id="14" idx="6"/>
            <a:endCxn id="11" idx="3"/>
          </p:cNvCxnSpPr>
          <p:nvPr/>
        </p:nvCxnSpPr>
        <p:spPr>
          <a:xfrm flipV="1">
            <a:off x="3804806" y="4798154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49B44B-9E29-AB06-BE70-7BE3F56F1C8C}"/>
              </a:ext>
            </a:extLst>
          </p:cNvPr>
          <p:cNvCxnSpPr>
            <a:cxnSpLocks/>
            <a:stCxn id="14" idx="0"/>
            <a:endCxn id="16" idx="4"/>
          </p:cNvCxnSpPr>
          <p:nvPr/>
        </p:nvCxnSpPr>
        <p:spPr>
          <a:xfrm flipV="1">
            <a:off x="3713366" y="4682328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29053B-CA2C-979F-5E29-323AEF04D658}"/>
              </a:ext>
            </a:extLst>
          </p:cNvPr>
          <p:cNvCxnSpPr>
            <a:cxnSpLocks/>
            <a:stCxn id="17" idx="6"/>
            <a:endCxn id="13" idx="1"/>
          </p:cNvCxnSpPr>
          <p:nvPr/>
        </p:nvCxnSpPr>
        <p:spPr>
          <a:xfrm>
            <a:off x="4024796" y="4302391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D7C46C-19B5-7BD3-D3AA-FD5F332D184B}"/>
              </a:ext>
            </a:extLst>
          </p:cNvPr>
          <p:cNvCxnSpPr>
            <a:cxnSpLocks/>
            <a:stCxn id="15" idx="1"/>
            <a:endCxn id="5" idx="5"/>
          </p:cNvCxnSpPr>
          <p:nvPr/>
        </p:nvCxnSpPr>
        <p:spPr>
          <a:xfrm flipH="1" flipV="1">
            <a:off x="3362987" y="4057170"/>
            <a:ext cx="241251" cy="298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447B69-67C4-BA63-0CA9-F3990CEBFB95}"/>
              </a:ext>
            </a:extLst>
          </p:cNvPr>
          <p:cNvCxnSpPr>
            <a:cxnSpLocks/>
            <a:stCxn id="16" idx="1"/>
            <a:endCxn id="12" idx="5"/>
          </p:cNvCxnSpPr>
          <p:nvPr/>
        </p:nvCxnSpPr>
        <p:spPr>
          <a:xfrm flipH="1" flipV="1">
            <a:off x="3536592" y="4482241"/>
            <a:ext cx="130963" cy="439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E3ACEE-881A-12AB-D45B-91C16461B1BA}"/>
              </a:ext>
            </a:extLst>
          </p:cNvPr>
          <p:cNvCxnSpPr>
            <a:cxnSpLocks/>
            <a:stCxn id="17" idx="2"/>
            <a:endCxn id="15" idx="5"/>
          </p:cNvCxnSpPr>
          <p:nvPr/>
        </p:nvCxnSpPr>
        <p:spPr>
          <a:xfrm flipH="1" flipV="1">
            <a:off x="3733554" y="4216298"/>
            <a:ext cx="108362" cy="860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665E2FD8-EB5F-C4CF-64FB-B73D81FB792D}"/>
              </a:ext>
            </a:extLst>
          </p:cNvPr>
          <p:cNvSpPr/>
          <p:nvPr/>
        </p:nvSpPr>
        <p:spPr>
          <a:xfrm>
            <a:off x="3251577" y="259157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19E620A-A696-7C8F-4816-718386CBE466}"/>
              </a:ext>
            </a:extLst>
          </p:cNvPr>
          <p:cNvSpPr/>
          <p:nvPr/>
        </p:nvSpPr>
        <p:spPr>
          <a:xfrm>
            <a:off x="3244890" y="30376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9739B0-2420-D07A-3F3B-6CC7962F69F7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 flipH="1">
            <a:off x="3336330" y="2774454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658636A0-8126-DBA3-0262-1BA744ADC735}"/>
              </a:ext>
            </a:extLst>
          </p:cNvPr>
          <p:cNvSpPr/>
          <p:nvPr/>
        </p:nvSpPr>
        <p:spPr>
          <a:xfrm>
            <a:off x="3581812" y="259157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5694125-9EAB-4435-1EDC-97BF260FE728}"/>
              </a:ext>
            </a:extLst>
          </p:cNvPr>
          <p:cNvSpPr/>
          <p:nvPr/>
        </p:nvSpPr>
        <p:spPr>
          <a:xfrm>
            <a:off x="3575125" y="30376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587DF54-C5D8-7051-8FE6-29DA8AB3BA09}"/>
              </a:ext>
            </a:extLst>
          </p:cNvPr>
          <p:cNvCxnSpPr>
            <a:cxnSpLocks/>
            <a:stCxn id="36" idx="4"/>
            <a:endCxn id="37" idx="0"/>
          </p:cNvCxnSpPr>
          <p:nvPr/>
        </p:nvCxnSpPr>
        <p:spPr>
          <a:xfrm flipH="1">
            <a:off x="3666565" y="2774454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7B35055D-A0C7-AE2E-0BBF-18CB14EFD023}"/>
              </a:ext>
            </a:extLst>
          </p:cNvPr>
          <p:cNvSpPr/>
          <p:nvPr/>
        </p:nvSpPr>
        <p:spPr>
          <a:xfrm>
            <a:off x="3907444" y="259157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BE96986-3F62-2B3D-6104-B633799F5CA5}"/>
              </a:ext>
            </a:extLst>
          </p:cNvPr>
          <p:cNvSpPr/>
          <p:nvPr/>
        </p:nvSpPr>
        <p:spPr>
          <a:xfrm>
            <a:off x="3900757" y="30376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B1E34D-1D0E-B048-58BC-7A18EF65BE87}"/>
              </a:ext>
            </a:extLst>
          </p:cNvPr>
          <p:cNvCxnSpPr>
            <a:cxnSpLocks/>
            <a:stCxn id="39" idx="4"/>
            <a:endCxn id="40" idx="0"/>
          </p:cNvCxnSpPr>
          <p:nvPr/>
        </p:nvCxnSpPr>
        <p:spPr>
          <a:xfrm flipH="1">
            <a:off x="3992197" y="2774454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CF91DBB-CC3B-6BF3-CF87-B1183B5029E0}"/>
              </a:ext>
            </a:extLst>
          </p:cNvPr>
          <p:cNvSpPr txBox="1"/>
          <p:nvPr/>
        </p:nvSpPr>
        <p:spPr>
          <a:xfrm>
            <a:off x="3285835" y="3221068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720C98-E391-81C0-E073-E3FECCDEF47C}"/>
              </a:ext>
            </a:extLst>
          </p:cNvPr>
          <p:cNvSpPr txBox="1"/>
          <p:nvPr/>
        </p:nvSpPr>
        <p:spPr>
          <a:xfrm>
            <a:off x="3941702" y="3204250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352CBD-D63F-189E-6033-7D3ED768F5FF}"/>
              </a:ext>
            </a:extLst>
          </p:cNvPr>
          <p:cNvSpPr txBox="1"/>
          <p:nvPr/>
        </p:nvSpPr>
        <p:spPr>
          <a:xfrm>
            <a:off x="3599597" y="3108245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254D68A-4797-F6D8-CCFD-75F3A150B7F0}"/>
              </a:ext>
            </a:extLst>
          </p:cNvPr>
          <p:cNvCxnSpPr>
            <a:cxnSpLocks/>
          </p:cNvCxnSpPr>
          <p:nvPr/>
        </p:nvCxnSpPr>
        <p:spPr>
          <a:xfrm>
            <a:off x="4250628" y="3238336"/>
            <a:ext cx="182600" cy="174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3D1B60D-01D2-6BAC-C6ED-2BDD7D5401CE}"/>
              </a:ext>
            </a:extLst>
          </p:cNvPr>
          <p:cNvSpPr/>
          <p:nvPr/>
        </p:nvSpPr>
        <p:spPr>
          <a:xfrm>
            <a:off x="4518082" y="3423923"/>
            <a:ext cx="796162" cy="3110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F9A9DB-BBE5-10E0-C1B8-BB3AED319E27}"/>
              </a:ext>
            </a:extLst>
          </p:cNvPr>
          <p:cNvSpPr txBox="1"/>
          <p:nvPr/>
        </p:nvSpPr>
        <p:spPr>
          <a:xfrm>
            <a:off x="2729762" y="2086081"/>
            <a:ext cx="2101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D4724C3-926B-02C4-393C-FCE6DB8A45F2}"/>
              </a:ext>
            </a:extLst>
          </p:cNvPr>
          <p:cNvCxnSpPr>
            <a:cxnSpLocks/>
          </p:cNvCxnSpPr>
          <p:nvPr/>
        </p:nvCxnSpPr>
        <p:spPr>
          <a:xfrm>
            <a:off x="2552700" y="2968457"/>
            <a:ext cx="4150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2AF92031-D064-DA57-FB53-3F439629D1BC}"/>
              </a:ext>
            </a:extLst>
          </p:cNvPr>
          <p:cNvSpPr/>
          <p:nvPr/>
        </p:nvSpPr>
        <p:spPr>
          <a:xfrm>
            <a:off x="4954409" y="4120403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on CPU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86DE982-1DDD-54FB-7291-0043F170E987}"/>
              </a:ext>
            </a:extLst>
          </p:cNvPr>
          <p:cNvSpPr/>
          <p:nvPr/>
        </p:nvSpPr>
        <p:spPr>
          <a:xfrm>
            <a:off x="5562244" y="25660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5B86C80F-68B6-ECF4-47F2-0694E8AA5EF2}"/>
              </a:ext>
            </a:extLst>
          </p:cNvPr>
          <p:cNvSpPr/>
          <p:nvPr/>
        </p:nvSpPr>
        <p:spPr>
          <a:xfrm>
            <a:off x="5555557" y="301215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7BE7169-7836-7E23-8683-53206E6FD454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 flipH="1">
            <a:off x="5646997" y="2748959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B4B6C679-A23B-67D9-782B-025945D32407}"/>
              </a:ext>
            </a:extLst>
          </p:cNvPr>
          <p:cNvSpPr/>
          <p:nvPr/>
        </p:nvSpPr>
        <p:spPr>
          <a:xfrm>
            <a:off x="5892479" y="25660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616C49A-F6AB-375F-A6E7-A56744EDEE27}"/>
              </a:ext>
            </a:extLst>
          </p:cNvPr>
          <p:cNvSpPr/>
          <p:nvPr/>
        </p:nvSpPr>
        <p:spPr>
          <a:xfrm>
            <a:off x="6158208" y="29242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DF6820B-A659-240D-D9BF-D10E79CF241D}"/>
              </a:ext>
            </a:extLst>
          </p:cNvPr>
          <p:cNvCxnSpPr>
            <a:cxnSpLocks/>
            <a:stCxn id="113" idx="5"/>
            <a:endCxn id="114" idx="0"/>
          </p:cNvCxnSpPr>
          <p:nvPr/>
        </p:nvCxnSpPr>
        <p:spPr>
          <a:xfrm>
            <a:off x="6048577" y="2722177"/>
            <a:ext cx="201071" cy="20205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DBAC11D3-A0FF-CCE7-7BEC-400C2D68F147}"/>
              </a:ext>
            </a:extLst>
          </p:cNvPr>
          <p:cNvSpPr/>
          <p:nvPr/>
        </p:nvSpPr>
        <p:spPr>
          <a:xfrm>
            <a:off x="6441028" y="31415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0EB3093-2ADD-4A62-C957-9EFB85394B54}"/>
              </a:ext>
            </a:extLst>
          </p:cNvPr>
          <p:cNvSpPr/>
          <p:nvPr/>
        </p:nvSpPr>
        <p:spPr>
          <a:xfrm>
            <a:off x="5826431" y="31415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5B1ED07-EF07-7C5C-2099-0FE8FEC1AF76}"/>
              </a:ext>
            </a:extLst>
          </p:cNvPr>
          <p:cNvCxnSpPr>
            <a:cxnSpLocks/>
            <a:stCxn id="116" idx="2"/>
            <a:endCxn id="117" idx="6"/>
          </p:cNvCxnSpPr>
          <p:nvPr/>
        </p:nvCxnSpPr>
        <p:spPr>
          <a:xfrm flipH="1">
            <a:off x="6009311" y="3233038"/>
            <a:ext cx="43171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513C8E4-D732-6F5B-75EE-E5BF5E9C0ACF}"/>
              </a:ext>
            </a:extLst>
          </p:cNvPr>
          <p:cNvCxnSpPr>
            <a:cxnSpLocks/>
            <a:stCxn id="113" idx="2"/>
            <a:endCxn id="110" idx="6"/>
          </p:cNvCxnSpPr>
          <p:nvPr/>
        </p:nvCxnSpPr>
        <p:spPr>
          <a:xfrm flipH="1">
            <a:off x="5745124" y="2657519"/>
            <a:ext cx="14735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CB79F5D-F9E0-613A-34B8-C572F7A95F64}"/>
              </a:ext>
            </a:extLst>
          </p:cNvPr>
          <p:cNvCxnSpPr>
            <a:cxnSpLocks/>
          </p:cNvCxnSpPr>
          <p:nvPr/>
        </p:nvCxnSpPr>
        <p:spPr>
          <a:xfrm>
            <a:off x="4400336" y="4417583"/>
            <a:ext cx="4304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6356DFF2-7AE4-4E81-0784-604023CB2CD9}"/>
              </a:ext>
            </a:extLst>
          </p:cNvPr>
          <p:cNvSpPr txBox="1"/>
          <p:nvPr/>
        </p:nvSpPr>
        <p:spPr>
          <a:xfrm>
            <a:off x="5513908" y="3370307"/>
            <a:ext cx="1162550" cy="3180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Graph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74FDCBD-EFF2-FE9C-7976-D05B05169D8C}"/>
              </a:ext>
            </a:extLst>
          </p:cNvPr>
          <p:cNvCxnSpPr>
            <a:cxnSpLocks/>
          </p:cNvCxnSpPr>
          <p:nvPr/>
        </p:nvCxnSpPr>
        <p:spPr>
          <a:xfrm>
            <a:off x="4380408" y="2911723"/>
            <a:ext cx="913999" cy="125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922042A6-F053-4E39-1C68-FF22487A1134}"/>
              </a:ext>
            </a:extLst>
          </p:cNvPr>
          <p:cNvSpPr/>
          <p:nvPr/>
        </p:nvSpPr>
        <p:spPr>
          <a:xfrm>
            <a:off x="7174084" y="263049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B3D6146-CAB7-1B6D-858A-7D1C45596CA6}"/>
              </a:ext>
            </a:extLst>
          </p:cNvPr>
          <p:cNvSpPr/>
          <p:nvPr/>
        </p:nvSpPr>
        <p:spPr>
          <a:xfrm>
            <a:off x="7392207" y="303784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FBFEA00-8E7C-BE89-FC1A-E11FDC59D196}"/>
              </a:ext>
            </a:extLst>
          </p:cNvPr>
          <p:cNvSpPr/>
          <p:nvPr/>
        </p:nvSpPr>
        <p:spPr>
          <a:xfrm>
            <a:off x="8047254" y="294640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250E1849-B0F3-6E8C-2AC4-CDEB31DB1C5C}"/>
              </a:ext>
            </a:extLst>
          </p:cNvPr>
          <p:cNvSpPr/>
          <p:nvPr/>
        </p:nvSpPr>
        <p:spPr>
          <a:xfrm>
            <a:off x="8197159" y="258696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A30A51B-1669-FE7A-0231-38F7FCED5B21}"/>
              </a:ext>
            </a:extLst>
          </p:cNvPr>
          <p:cNvSpPr/>
          <p:nvPr/>
        </p:nvSpPr>
        <p:spPr>
          <a:xfrm>
            <a:off x="7735152" y="312973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773D48A6-7736-1B1E-B4D1-B04ACC4FDE5B}"/>
              </a:ext>
            </a:extLst>
          </p:cNvPr>
          <p:cNvSpPr/>
          <p:nvPr/>
        </p:nvSpPr>
        <p:spPr>
          <a:xfrm>
            <a:off x="7568979" y="257651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3BE196ED-942A-91BD-6309-FD7CD0D8A9A1}"/>
              </a:ext>
            </a:extLst>
          </p:cNvPr>
          <p:cNvSpPr/>
          <p:nvPr/>
        </p:nvSpPr>
        <p:spPr>
          <a:xfrm>
            <a:off x="7753999" y="28037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14F1390-85DD-950E-DC0C-F3F5A9AB634B}"/>
              </a:ext>
            </a:extLst>
          </p:cNvPr>
          <p:cNvSpPr/>
          <p:nvPr/>
        </p:nvSpPr>
        <p:spPr>
          <a:xfrm>
            <a:off x="7955142" y="251530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E2F8AB42-9732-D06B-B4D4-1F47A835BC52}"/>
              </a:ext>
            </a:extLst>
          </p:cNvPr>
          <p:cNvCxnSpPr>
            <a:cxnSpLocks/>
            <a:stCxn id="134" idx="4"/>
            <a:endCxn id="135" idx="1"/>
          </p:cNvCxnSpPr>
          <p:nvPr/>
        </p:nvCxnSpPr>
        <p:spPr>
          <a:xfrm>
            <a:off x="7265524" y="2813373"/>
            <a:ext cx="153465" cy="2512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1B64155-672E-483D-4E51-C9FBC9EE9479}"/>
              </a:ext>
            </a:extLst>
          </p:cNvPr>
          <p:cNvCxnSpPr>
            <a:cxnSpLocks/>
            <a:stCxn id="138" idx="6"/>
            <a:endCxn id="136" idx="3"/>
          </p:cNvCxnSpPr>
          <p:nvPr/>
        </p:nvCxnSpPr>
        <p:spPr>
          <a:xfrm flipV="1">
            <a:off x="7918032" y="3102504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1446B64-B2AF-0554-2FEA-CA1FF30B9BC3}"/>
              </a:ext>
            </a:extLst>
          </p:cNvPr>
          <p:cNvCxnSpPr>
            <a:cxnSpLocks/>
            <a:stCxn id="138" idx="0"/>
            <a:endCxn id="140" idx="4"/>
          </p:cNvCxnSpPr>
          <p:nvPr/>
        </p:nvCxnSpPr>
        <p:spPr>
          <a:xfrm flipV="1">
            <a:off x="7826592" y="2986678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534F7B5-F187-6D34-4FC0-D03D8385C80B}"/>
              </a:ext>
            </a:extLst>
          </p:cNvPr>
          <p:cNvCxnSpPr>
            <a:cxnSpLocks/>
            <a:stCxn id="141" idx="6"/>
            <a:endCxn id="137" idx="1"/>
          </p:cNvCxnSpPr>
          <p:nvPr/>
        </p:nvCxnSpPr>
        <p:spPr>
          <a:xfrm>
            <a:off x="8138022" y="2606741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9369183-BB6F-6276-2A88-96EF0C4677EB}"/>
              </a:ext>
            </a:extLst>
          </p:cNvPr>
          <p:cNvCxnSpPr>
            <a:cxnSpLocks/>
            <a:stCxn id="141" idx="2"/>
            <a:endCxn id="139" idx="6"/>
          </p:cNvCxnSpPr>
          <p:nvPr/>
        </p:nvCxnSpPr>
        <p:spPr>
          <a:xfrm flipH="1">
            <a:off x="7751859" y="2606741"/>
            <a:ext cx="203283" cy="612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94C0FE5E-97DE-19FE-9DC0-3F0DD505CDC7}"/>
              </a:ext>
            </a:extLst>
          </p:cNvPr>
          <p:cNvSpPr/>
          <p:nvPr/>
        </p:nvSpPr>
        <p:spPr>
          <a:xfrm>
            <a:off x="7340642" y="403747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AE783ACF-60B2-3D72-8BD8-AA41587F6216}"/>
              </a:ext>
            </a:extLst>
          </p:cNvPr>
          <p:cNvSpPr/>
          <p:nvPr/>
        </p:nvSpPr>
        <p:spPr>
          <a:xfrm>
            <a:off x="7670877" y="403747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F38A351-E146-CAD5-7BAD-0FB9C0C80136}"/>
              </a:ext>
            </a:extLst>
          </p:cNvPr>
          <p:cNvSpPr/>
          <p:nvPr/>
        </p:nvSpPr>
        <p:spPr>
          <a:xfrm>
            <a:off x="7996509" y="403747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D0E9199-27AF-D8A7-2EBB-4D0BC186749E}"/>
              </a:ext>
            </a:extLst>
          </p:cNvPr>
          <p:cNvSpPr/>
          <p:nvPr/>
        </p:nvSpPr>
        <p:spPr>
          <a:xfrm>
            <a:off x="8300329" y="403747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EAAE0BC-4027-0D31-D46C-5419000979DD}"/>
              </a:ext>
            </a:extLst>
          </p:cNvPr>
          <p:cNvSpPr/>
          <p:nvPr/>
        </p:nvSpPr>
        <p:spPr>
          <a:xfrm>
            <a:off x="7347500" y="435039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BBCAAAC0-2E7C-DE99-B55D-3C622C403B1A}"/>
              </a:ext>
            </a:extLst>
          </p:cNvPr>
          <p:cNvSpPr/>
          <p:nvPr/>
        </p:nvSpPr>
        <p:spPr>
          <a:xfrm>
            <a:off x="7677735" y="435039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DC83004-2607-F2BF-938F-D666B6F43032}"/>
              </a:ext>
            </a:extLst>
          </p:cNvPr>
          <p:cNvSpPr/>
          <p:nvPr/>
        </p:nvSpPr>
        <p:spPr>
          <a:xfrm>
            <a:off x="8003367" y="435039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86951BED-0D49-7CDF-ADCE-0FE665A08031}"/>
              </a:ext>
            </a:extLst>
          </p:cNvPr>
          <p:cNvSpPr/>
          <p:nvPr/>
        </p:nvSpPr>
        <p:spPr>
          <a:xfrm>
            <a:off x="8307187" y="435039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3428FDC-B7B3-4044-0E30-C4C0DEADBF71}"/>
              </a:ext>
            </a:extLst>
          </p:cNvPr>
          <p:cNvSpPr txBox="1"/>
          <p:nvPr/>
        </p:nvSpPr>
        <p:spPr>
          <a:xfrm>
            <a:off x="7159236" y="3393285"/>
            <a:ext cx="154653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Subgraph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AD11A46-C73F-0676-3190-38F9C371749B}"/>
              </a:ext>
            </a:extLst>
          </p:cNvPr>
          <p:cNvSpPr txBox="1"/>
          <p:nvPr/>
        </p:nvSpPr>
        <p:spPr>
          <a:xfrm>
            <a:off x="7210844" y="4657243"/>
            <a:ext cx="144594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5C57544B-9520-E331-020D-E86255C2F048}"/>
              </a:ext>
            </a:extLst>
          </p:cNvPr>
          <p:cNvCxnSpPr>
            <a:cxnSpLocks/>
          </p:cNvCxnSpPr>
          <p:nvPr/>
        </p:nvCxnSpPr>
        <p:spPr>
          <a:xfrm>
            <a:off x="6858000" y="4432448"/>
            <a:ext cx="33381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F5F5DFA-01EC-4F9C-522C-ECC7E0B55344}"/>
              </a:ext>
            </a:extLst>
          </p:cNvPr>
          <p:cNvCxnSpPr>
            <a:cxnSpLocks/>
          </p:cNvCxnSpPr>
          <p:nvPr/>
        </p:nvCxnSpPr>
        <p:spPr>
          <a:xfrm flipV="1">
            <a:off x="7865087" y="3688309"/>
            <a:ext cx="0" cy="235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B842C9E-0B3E-9337-E9F6-1C88E4F85D90}"/>
              </a:ext>
            </a:extLst>
          </p:cNvPr>
          <p:cNvSpPr/>
          <p:nvPr/>
        </p:nvSpPr>
        <p:spPr>
          <a:xfrm>
            <a:off x="2729763" y="2400323"/>
            <a:ext cx="6052674" cy="2699851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C8FC6CE-BC58-516B-9BA9-66542319CED1}"/>
              </a:ext>
            </a:extLst>
          </p:cNvPr>
          <p:cNvCxnSpPr>
            <a:cxnSpLocks/>
          </p:cNvCxnSpPr>
          <p:nvPr/>
        </p:nvCxnSpPr>
        <p:spPr>
          <a:xfrm>
            <a:off x="2552700" y="4432448"/>
            <a:ext cx="418299" cy="9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38405F9-A2C0-B398-7B1A-849FA7E384CF}"/>
              </a:ext>
            </a:extLst>
          </p:cNvPr>
          <p:cNvSpPr/>
          <p:nvPr/>
        </p:nvSpPr>
        <p:spPr>
          <a:xfrm>
            <a:off x="8868025" y="2401503"/>
            <a:ext cx="851600" cy="1807207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0DD025EF-1975-F3D3-BAA0-DF7E0DDFB368}"/>
              </a:ext>
            </a:extLst>
          </p:cNvPr>
          <p:cNvSpPr/>
          <p:nvPr/>
        </p:nvSpPr>
        <p:spPr>
          <a:xfrm rot="5400000">
            <a:off x="8492634" y="2979637"/>
            <a:ext cx="1593330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2F7B88F-8E90-D1F3-6CAB-2DDE397EAA84}"/>
              </a:ext>
            </a:extLst>
          </p:cNvPr>
          <p:cNvSpPr txBox="1"/>
          <p:nvPr/>
        </p:nvSpPr>
        <p:spPr>
          <a:xfrm rot="5400000">
            <a:off x="8990457" y="3085016"/>
            <a:ext cx="1747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cxnSp>
        <p:nvCxnSpPr>
          <p:cNvPr id="174" name="Elbow Connector 173">
            <a:extLst>
              <a:ext uri="{FF2B5EF4-FFF2-40B4-BE49-F238E27FC236}">
                <a16:creationId xmlns:a16="http://schemas.microsoft.com/office/drawing/2014/main" id="{F72DFBAB-B148-F665-2AF2-2302CE9EC6B3}"/>
              </a:ext>
            </a:extLst>
          </p:cNvPr>
          <p:cNvCxnSpPr>
            <a:cxnSpLocks/>
            <a:endCxn id="171" idx="0"/>
          </p:cNvCxnSpPr>
          <p:nvPr/>
        </p:nvCxnSpPr>
        <p:spPr>
          <a:xfrm flipV="1">
            <a:off x="5931416" y="2401503"/>
            <a:ext cx="3362409" cy="110081"/>
          </a:xfrm>
          <a:prstGeom prst="bentConnector4">
            <a:avLst>
              <a:gd name="adj1" fmla="val -146"/>
              <a:gd name="adj2" fmla="val 35381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5E81482-C6D1-C57E-056A-35919A240780}"/>
              </a:ext>
            </a:extLst>
          </p:cNvPr>
          <p:cNvCxnSpPr>
            <a:cxnSpLocks/>
          </p:cNvCxnSpPr>
          <p:nvPr/>
        </p:nvCxnSpPr>
        <p:spPr>
          <a:xfrm>
            <a:off x="7438704" y="2126396"/>
            <a:ext cx="0" cy="3357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TextBox 193">
            <a:extLst>
              <a:ext uri="{FF2B5EF4-FFF2-40B4-BE49-F238E27FC236}">
                <a16:creationId xmlns:a16="http://schemas.microsoft.com/office/drawing/2014/main" id="{212CC3F7-CCBA-66DD-7861-41733786FE21}"/>
              </a:ext>
            </a:extLst>
          </p:cNvPr>
          <p:cNvSpPr txBox="1"/>
          <p:nvPr/>
        </p:nvSpPr>
        <p:spPr>
          <a:xfrm>
            <a:off x="5921470" y="2089313"/>
            <a:ext cx="1252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36861AE-1926-93E7-21F3-3A2D61E43C5B}"/>
              </a:ext>
            </a:extLst>
          </p:cNvPr>
          <p:cNvSpPr/>
          <p:nvPr/>
        </p:nvSpPr>
        <p:spPr>
          <a:xfrm rot="10800000">
            <a:off x="8874728" y="4268825"/>
            <a:ext cx="851599" cy="823837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8" name="Graphic 217" descr="Repeat with solid fill">
            <a:extLst>
              <a:ext uri="{FF2B5EF4-FFF2-40B4-BE49-F238E27FC236}">
                <a16:creationId xmlns:a16="http://schemas.microsoft.com/office/drawing/2014/main" id="{1E8907C4-70E3-DC39-7CCA-2638E53B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697421">
            <a:off x="8974654" y="4350483"/>
            <a:ext cx="648667" cy="648667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DDAD0E37-866C-B551-19A9-CA241F546540}"/>
              </a:ext>
            </a:extLst>
          </p:cNvPr>
          <p:cNvSpPr txBox="1"/>
          <p:nvPr/>
        </p:nvSpPr>
        <p:spPr>
          <a:xfrm rot="5400000">
            <a:off x="9350002" y="4551370"/>
            <a:ext cx="1028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Copy</a:t>
            </a:r>
          </a:p>
        </p:txBody>
      </p:sp>
      <p:sp>
        <p:nvSpPr>
          <p:cNvPr id="220" name="Up-Down Arrow 219">
            <a:extLst>
              <a:ext uri="{FF2B5EF4-FFF2-40B4-BE49-F238E27FC236}">
                <a16:creationId xmlns:a16="http://schemas.microsoft.com/office/drawing/2014/main" id="{3B74B7B1-2644-9528-EB1E-FEE870AB2670}"/>
              </a:ext>
            </a:extLst>
          </p:cNvPr>
          <p:cNvSpPr/>
          <p:nvPr/>
        </p:nvSpPr>
        <p:spPr>
          <a:xfrm>
            <a:off x="8935011" y="4150149"/>
            <a:ext cx="228129" cy="34178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8" name="Graphic 237" descr="Arrow circle with solid fill">
            <a:extLst>
              <a:ext uri="{FF2B5EF4-FFF2-40B4-BE49-F238E27FC236}">
                <a16:creationId xmlns:a16="http://schemas.microsoft.com/office/drawing/2014/main" id="{C239312A-1869-62FD-5244-E14C3C312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2080" y="3713330"/>
            <a:ext cx="429048" cy="429048"/>
          </a:xfrm>
          <a:prstGeom prst="rect">
            <a:avLst/>
          </a:prstGeom>
        </p:spPr>
      </p:pic>
      <p:sp>
        <p:nvSpPr>
          <p:cNvPr id="239" name="Up-Down Arrow 238">
            <a:extLst>
              <a:ext uri="{FF2B5EF4-FFF2-40B4-BE49-F238E27FC236}">
                <a16:creationId xmlns:a16="http://schemas.microsoft.com/office/drawing/2014/main" id="{9D7655AA-B703-C9CC-C630-76C677798316}"/>
              </a:ext>
            </a:extLst>
          </p:cNvPr>
          <p:cNvSpPr/>
          <p:nvPr/>
        </p:nvSpPr>
        <p:spPr>
          <a:xfrm rot="16200000">
            <a:off x="8705138" y="4493376"/>
            <a:ext cx="228129" cy="34178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9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45F67D-020C-62E7-E1FD-EE7B22A133D0}"/>
              </a:ext>
            </a:extLst>
          </p:cNvPr>
          <p:cNvSpPr/>
          <p:nvPr/>
        </p:nvSpPr>
        <p:spPr>
          <a:xfrm>
            <a:off x="2684146" y="2554760"/>
            <a:ext cx="4587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BAEF2-0844-19C8-BB23-87156D58557A}"/>
              </a:ext>
            </a:extLst>
          </p:cNvPr>
          <p:cNvSpPr/>
          <p:nvPr/>
        </p:nvSpPr>
        <p:spPr>
          <a:xfrm>
            <a:off x="2680343" y="2736152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AC97A4-5D90-99C5-1099-78CAC6F821E3}"/>
              </a:ext>
            </a:extLst>
          </p:cNvPr>
          <p:cNvSpPr/>
          <p:nvPr/>
        </p:nvSpPr>
        <p:spPr>
          <a:xfrm>
            <a:off x="2680343" y="2919032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C7A6F-8B3C-BC25-1A65-997C71582550}"/>
              </a:ext>
            </a:extLst>
          </p:cNvPr>
          <p:cNvSpPr/>
          <p:nvPr/>
        </p:nvSpPr>
        <p:spPr>
          <a:xfrm>
            <a:off x="2680342" y="3101912"/>
            <a:ext cx="1203567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9A418D-2F4C-4130-8350-75CA9A95E045}"/>
              </a:ext>
            </a:extLst>
          </p:cNvPr>
          <p:cNvSpPr/>
          <p:nvPr/>
        </p:nvSpPr>
        <p:spPr>
          <a:xfrm>
            <a:off x="2680343" y="3284792"/>
            <a:ext cx="1055286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97A66-3D6D-858C-0A0F-093D40267663}"/>
              </a:ext>
            </a:extLst>
          </p:cNvPr>
          <p:cNvSpPr/>
          <p:nvPr/>
        </p:nvSpPr>
        <p:spPr>
          <a:xfrm>
            <a:off x="2680342" y="3467672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533AFA-A878-7471-5D76-B435B6449B71}"/>
              </a:ext>
            </a:extLst>
          </p:cNvPr>
          <p:cNvSpPr/>
          <p:nvPr/>
        </p:nvSpPr>
        <p:spPr>
          <a:xfrm>
            <a:off x="2680342" y="3650552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41C8D-4451-F69E-1F05-1CC642516C02}"/>
              </a:ext>
            </a:extLst>
          </p:cNvPr>
          <p:cNvSpPr/>
          <p:nvPr/>
        </p:nvSpPr>
        <p:spPr>
          <a:xfrm>
            <a:off x="2680342" y="3833432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7EA1A6-5CD2-DE65-F6D0-F1978FFBD351}"/>
              </a:ext>
            </a:extLst>
          </p:cNvPr>
          <p:cNvSpPr/>
          <p:nvPr/>
        </p:nvSpPr>
        <p:spPr>
          <a:xfrm>
            <a:off x="2680342" y="4383922"/>
            <a:ext cx="458741" cy="17559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14E07-4829-B9A2-CDA3-D6955824FA45}"/>
              </a:ext>
            </a:extLst>
          </p:cNvPr>
          <p:cNvSpPr txBox="1"/>
          <p:nvPr/>
        </p:nvSpPr>
        <p:spPr>
          <a:xfrm>
            <a:off x="2393200" y="2513798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03009-FCD2-C056-BB7C-2FF007312AFE}"/>
              </a:ext>
            </a:extLst>
          </p:cNvPr>
          <p:cNvSpPr txBox="1"/>
          <p:nvPr/>
        </p:nvSpPr>
        <p:spPr>
          <a:xfrm>
            <a:off x="2400931" y="2690502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A7F096-1DB3-1941-9544-22A776F26CD0}"/>
              </a:ext>
            </a:extLst>
          </p:cNvPr>
          <p:cNvSpPr txBox="1"/>
          <p:nvPr/>
        </p:nvSpPr>
        <p:spPr>
          <a:xfrm>
            <a:off x="2400919" y="2859480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BAE0A-EF81-6467-1CE6-99EE16AA91AD}"/>
              </a:ext>
            </a:extLst>
          </p:cNvPr>
          <p:cNvSpPr txBox="1"/>
          <p:nvPr/>
        </p:nvSpPr>
        <p:spPr>
          <a:xfrm>
            <a:off x="2400919" y="302906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227AD-7504-67A0-4AFD-7A2AF86D874E}"/>
              </a:ext>
            </a:extLst>
          </p:cNvPr>
          <p:cNvSpPr txBox="1"/>
          <p:nvPr/>
        </p:nvSpPr>
        <p:spPr>
          <a:xfrm>
            <a:off x="2400925" y="3226270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38462A-826B-A3BD-6393-3890D7284B77}"/>
              </a:ext>
            </a:extLst>
          </p:cNvPr>
          <p:cNvSpPr txBox="1"/>
          <p:nvPr/>
        </p:nvSpPr>
        <p:spPr>
          <a:xfrm>
            <a:off x="2400923" y="3413054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456499-284D-4F3C-36CE-C0F9EC1C35B6}"/>
              </a:ext>
            </a:extLst>
          </p:cNvPr>
          <p:cNvSpPr txBox="1"/>
          <p:nvPr/>
        </p:nvSpPr>
        <p:spPr>
          <a:xfrm>
            <a:off x="2400919" y="358212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9CC34-D991-00D2-E9C8-C142EB1B6495}"/>
              </a:ext>
            </a:extLst>
          </p:cNvPr>
          <p:cNvSpPr txBox="1"/>
          <p:nvPr/>
        </p:nvSpPr>
        <p:spPr>
          <a:xfrm>
            <a:off x="2400919" y="3770097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707CB-7955-0C58-D270-5A09F3832908}"/>
              </a:ext>
            </a:extLst>
          </p:cNvPr>
          <p:cNvSpPr txBox="1"/>
          <p:nvPr/>
        </p:nvSpPr>
        <p:spPr>
          <a:xfrm>
            <a:off x="2400919" y="4321658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57C88F-66B2-01FC-131D-01B30E6B8ADA}"/>
              </a:ext>
            </a:extLst>
          </p:cNvPr>
          <p:cNvSpPr txBox="1"/>
          <p:nvPr/>
        </p:nvSpPr>
        <p:spPr>
          <a:xfrm rot="16200000">
            <a:off x="2682765" y="4044659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77E3F-964A-2BD6-5FE0-8B72ADE99BA1}"/>
              </a:ext>
            </a:extLst>
          </p:cNvPr>
          <p:cNvSpPr txBox="1"/>
          <p:nvPr/>
        </p:nvSpPr>
        <p:spPr>
          <a:xfrm>
            <a:off x="2209532" y="2192596"/>
            <a:ext cx="1017804" cy="3180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Graph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06064-72FC-E41B-2A65-A31FEAFA5DC2}"/>
              </a:ext>
            </a:extLst>
          </p:cNvPr>
          <p:cNvSpPr txBox="1"/>
          <p:nvPr/>
        </p:nvSpPr>
        <p:spPr>
          <a:xfrm>
            <a:off x="4397400" y="2192377"/>
            <a:ext cx="1065040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Graph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75AC8A-1532-A49C-1E5B-E1631C848829}"/>
              </a:ext>
            </a:extLst>
          </p:cNvPr>
          <p:cNvSpPr txBox="1"/>
          <p:nvPr/>
        </p:nvSpPr>
        <p:spPr>
          <a:xfrm>
            <a:off x="4415670" y="3511920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vn+1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E3AB76-CD10-5FDC-2224-2DDF7CAE8BB1}"/>
              </a:ext>
            </a:extLst>
          </p:cNvPr>
          <p:cNvSpPr txBox="1"/>
          <p:nvPr/>
        </p:nvSpPr>
        <p:spPr>
          <a:xfrm>
            <a:off x="4525444" y="3327021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02999C-1E67-03B8-DDA3-6B2507387281}"/>
              </a:ext>
            </a:extLst>
          </p:cNvPr>
          <p:cNvSpPr txBox="1"/>
          <p:nvPr/>
        </p:nvSpPr>
        <p:spPr>
          <a:xfrm>
            <a:off x="4525444" y="3136252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6072BD-32B3-1924-35E7-1BF9A5973F5D}"/>
              </a:ext>
            </a:extLst>
          </p:cNvPr>
          <p:cNvSpPr/>
          <p:nvPr/>
        </p:nvSpPr>
        <p:spPr>
          <a:xfrm>
            <a:off x="4846700" y="3184632"/>
            <a:ext cx="4572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82B821-F1C7-C827-B703-BB2FA561C84E}"/>
              </a:ext>
            </a:extLst>
          </p:cNvPr>
          <p:cNvSpPr/>
          <p:nvPr/>
        </p:nvSpPr>
        <p:spPr>
          <a:xfrm>
            <a:off x="4846700" y="3371390"/>
            <a:ext cx="27432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E4BCF6-3AC6-A478-ABE6-CE4014CA3A4B}"/>
              </a:ext>
            </a:extLst>
          </p:cNvPr>
          <p:cNvSpPr/>
          <p:nvPr/>
        </p:nvSpPr>
        <p:spPr>
          <a:xfrm>
            <a:off x="4846700" y="3555423"/>
            <a:ext cx="5486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85117C-A94D-B0A8-73D1-A4919014756A}"/>
              </a:ext>
            </a:extLst>
          </p:cNvPr>
          <p:cNvSpPr txBox="1"/>
          <p:nvPr/>
        </p:nvSpPr>
        <p:spPr>
          <a:xfrm>
            <a:off x="4258497" y="4093495"/>
            <a:ext cx="14475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Step1: Sort Edge Graph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98B1F7-91D6-7B85-67DD-F248208C3733}"/>
              </a:ext>
            </a:extLst>
          </p:cNvPr>
          <p:cNvSpPr txBox="1"/>
          <p:nvPr/>
        </p:nvSpPr>
        <p:spPr>
          <a:xfrm>
            <a:off x="4037107" y="2549320"/>
            <a:ext cx="1447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Step2: Insert Edge Graph to Data Graph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E2D878-EE20-A376-72EE-A8F12DD8B1A5}"/>
              </a:ext>
            </a:extLst>
          </p:cNvPr>
          <p:cNvSpPr txBox="1"/>
          <p:nvPr/>
        </p:nvSpPr>
        <p:spPr>
          <a:xfrm>
            <a:off x="4258497" y="4480402"/>
            <a:ext cx="1447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Step3: Update Unified Virtual Address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EA6E901-0EA6-C4EC-F5B3-499B398F347A}"/>
              </a:ext>
            </a:extLst>
          </p:cNvPr>
          <p:cNvCxnSpPr>
            <a:cxnSpLocks/>
            <a:stCxn id="31" idx="1"/>
            <a:endCxn id="66" idx="3"/>
          </p:cNvCxnSpPr>
          <p:nvPr/>
        </p:nvCxnSpPr>
        <p:spPr>
          <a:xfrm flipH="1" flipV="1">
            <a:off x="3599695" y="2647652"/>
            <a:ext cx="925749" cy="619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AD3D8F9-3326-FD51-4FDC-3DA88AF467DC}"/>
              </a:ext>
            </a:extLst>
          </p:cNvPr>
          <p:cNvCxnSpPr>
            <a:cxnSpLocks/>
            <a:stCxn id="29" idx="1"/>
            <a:endCxn id="57" idx="3"/>
          </p:cNvCxnSpPr>
          <p:nvPr/>
        </p:nvCxnSpPr>
        <p:spPr>
          <a:xfrm flipH="1">
            <a:off x="3229001" y="3642725"/>
            <a:ext cx="1186669" cy="1012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E5E4316-6F2A-D643-8F7A-310B7B99AE5C}"/>
              </a:ext>
            </a:extLst>
          </p:cNvPr>
          <p:cNvCxnSpPr>
            <a:cxnSpLocks/>
            <a:stCxn id="30" idx="1"/>
            <a:endCxn id="67" idx="3"/>
          </p:cNvCxnSpPr>
          <p:nvPr/>
        </p:nvCxnSpPr>
        <p:spPr>
          <a:xfrm flipH="1">
            <a:off x="3735629" y="3457826"/>
            <a:ext cx="789815" cy="2859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2561A6-4816-E8CA-05FC-60FE30CDD091}"/>
              </a:ext>
            </a:extLst>
          </p:cNvPr>
          <p:cNvSpPr txBox="1"/>
          <p:nvPr/>
        </p:nvSpPr>
        <p:spPr>
          <a:xfrm>
            <a:off x="2267908" y="4501562"/>
            <a:ext cx="476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vn+1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2F121C4-5A5C-E358-205B-3A6C056B3BF3}"/>
              </a:ext>
            </a:extLst>
          </p:cNvPr>
          <p:cNvSpPr/>
          <p:nvPr/>
        </p:nvSpPr>
        <p:spPr>
          <a:xfrm>
            <a:off x="2680361" y="4563826"/>
            <a:ext cx="548640" cy="1828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E6C9252-EA27-D688-357F-3334496FDD28}"/>
              </a:ext>
            </a:extLst>
          </p:cNvPr>
          <p:cNvSpPr/>
          <p:nvPr/>
        </p:nvSpPr>
        <p:spPr>
          <a:xfrm>
            <a:off x="3142495" y="2556212"/>
            <a:ext cx="457200" cy="1828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45FC565-B64C-5C88-B6E8-FAB4DE643B27}"/>
              </a:ext>
            </a:extLst>
          </p:cNvPr>
          <p:cNvSpPr/>
          <p:nvPr/>
        </p:nvSpPr>
        <p:spPr>
          <a:xfrm>
            <a:off x="3443119" y="3654130"/>
            <a:ext cx="292510" cy="1793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84E460D-10A6-48D5-A9D0-DE65E1A5B688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4982273" y="3811516"/>
            <a:ext cx="79288" cy="28197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AE78AE9-8FCE-B706-5A2A-5C13D8CBE47D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3940100" y="4567513"/>
            <a:ext cx="318397" cy="11294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6377F874-B07E-34DB-4516-D51A7AFD7E8A}"/>
              </a:ext>
            </a:extLst>
          </p:cNvPr>
          <p:cNvSpPr/>
          <p:nvPr/>
        </p:nvSpPr>
        <p:spPr>
          <a:xfrm>
            <a:off x="2282401" y="2468972"/>
            <a:ext cx="1681837" cy="2363160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7AFC71D-002A-1AAA-30DD-EE3CEF2A0E17}"/>
              </a:ext>
            </a:extLst>
          </p:cNvPr>
          <p:cNvSpPr/>
          <p:nvPr/>
        </p:nvSpPr>
        <p:spPr>
          <a:xfrm>
            <a:off x="4368590" y="3076821"/>
            <a:ext cx="1122660" cy="734696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3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722B1E7-0BE1-6824-E46F-AC599C7C0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30682"/>
              </p:ext>
            </p:extLst>
          </p:nvPr>
        </p:nvGraphicFramePr>
        <p:xfrm>
          <a:off x="3172759" y="3073726"/>
          <a:ext cx="57453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534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62FFBC-FAE6-F6C4-160D-8D333CBD116B}"/>
              </a:ext>
            </a:extLst>
          </p:cNvPr>
          <p:cNvSpPr/>
          <p:nvPr/>
        </p:nvSpPr>
        <p:spPr>
          <a:xfrm>
            <a:off x="4648870" y="3052411"/>
            <a:ext cx="4587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77125-6786-7026-33C7-EDFE6907E6AE}"/>
              </a:ext>
            </a:extLst>
          </p:cNvPr>
          <p:cNvSpPr/>
          <p:nvPr/>
        </p:nvSpPr>
        <p:spPr>
          <a:xfrm>
            <a:off x="4645067" y="3233803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FFCFB3-DDA5-3901-A2CC-164CD4D793DC}"/>
              </a:ext>
            </a:extLst>
          </p:cNvPr>
          <p:cNvSpPr/>
          <p:nvPr/>
        </p:nvSpPr>
        <p:spPr>
          <a:xfrm>
            <a:off x="4645067" y="3416683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A8C8A-D6DE-7280-1B00-487B52887D47}"/>
              </a:ext>
            </a:extLst>
          </p:cNvPr>
          <p:cNvSpPr/>
          <p:nvPr/>
        </p:nvSpPr>
        <p:spPr>
          <a:xfrm>
            <a:off x="4645066" y="3599563"/>
            <a:ext cx="1203567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75C92F-26BE-1326-65AB-E949B320B5F6}"/>
              </a:ext>
            </a:extLst>
          </p:cNvPr>
          <p:cNvSpPr/>
          <p:nvPr/>
        </p:nvSpPr>
        <p:spPr>
          <a:xfrm>
            <a:off x="4645067" y="3782443"/>
            <a:ext cx="1055286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08717-4FDF-ED08-21F9-5212596DDB37}"/>
              </a:ext>
            </a:extLst>
          </p:cNvPr>
          <p:cNvSpPr/>
          <p:nvPr/>
        </p:nvSpPr>
        <p:spPr>
          <a:xfrm>
            <a:off x="4645066" y="396532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73B5B2-4DCE-C69C-F805-5BDA57210D44}"/>
              </a:ext>
            </a:extLst>
          </p:cNvPr>
          <p:cNvSpPr/>
          <p:nvPr/>
        </p:nvSpPr>
        <p:spPr>
          <a:xfrm>
            <a:off x="4645066" y="4148203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FE4D25-EE05-75A9-6953-522B1EB537A9}"/>
              </a:ext>
            </a:extLst>
          </p:cNvPr>
          <p:cNvSpPr/>
          <p:nvPr/>
        </p:nvSpPr>
        <p:spPr>
          <a:xfrm>
            <a:off x="4645066" y="4331083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F9B145-79F8-2A61-13AC-1C1BA8049745}"/>
              </a:ext>
            </a:extLst>
          </p:cNvPr>
          <p:cNvSpPr/>
          <p:nvPr/>
        </p:nvSpPr>
        <p:spPr>
          <a:xfrm>
            <a:off x="4645066" y="4881573"/>
            <a:ext cx="458741" cy="17559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EAF689-A269-0992-970F-6EF53719E5C5}"/>
              </a:ext>
            </a:extLst>
          </p:cNvPr>
          <p:cNvSpPr txBox="1"/>
          <p:nvPr/>
        </p:nvSpPr>
        <p:spPr>
          <a:xfrm>
            <a:off x="4243589" y="3023154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1BB057-0882-E984-934D-910478F0243F}"/>
              </a:ext>
            </a:extLst>
          </p:cNvPr>
          <p:cNvSpPr txBox="1"/>
          <p:nvPr/>
        </p:nvSpPr>
        <p:spPr>
          <a:xfrm>
            <a:off x="4251320" y="3199858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4D7038-2762-513E-9C83-C08B82568530}"/>
              </a:ext>
            </a:extLst>
          </p:cNvPr>
          <p:cNvSpPr txBox="1"/>
          <p:nvPr/>
        </p:nvSpPr>
        <p:spPr>
          <a:xfrm>
            <a:off x="4251308" y="3368836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A792DE-46AE-F627-883A-68DAE009158A}"/>
              </a:ext>
            </a:extLst>
          </p:cNvPr>
          <p:cNvSpPr txBox="1"/>
          <p:nvPr/>
        </p:nvSpPr>
        <p:spPr>
          <a:xfrm>
            <a:off x="4251308" y="3538417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B17C69-48F4-128E-BC50-E3A9C1FC9BED}"/>
              </a:ext>
            </a:extLst>
          </p:cNvPr>
          <p:cNvSpPr txBox="1"/>
          <p:nvPr/>
        </p:nvSpPr>
        <p:spPr>
          <a:xfrm>
            <a:off x="4251314" y="3735626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FB0D69-BFAD-4A6B-531D-CE60A1A0B87A}"/>
              </a:ext>
            </a:extLst>
          </p:cNvPr>
          <p:cNvSpPr txBox="1"/>
          <p:nvPr/>
        </p:nvSpPr>
        <p:spPr>
          <a:xfrm>
            <a:off x="4251312" y="3922410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274FA-D0E4-B6E1-1EB8-393E06584BB9}"/>
              </a:ext>
            </a:extLst>
          </p:cNvPr>
          <p:cNvSpPr txBox="1"/>
          <p:nvPr/>
        </p:nvSpPr>
        <p:spPr>
          <a:xfrm>
            <a:off x="4251308" y="4091477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5030CC-85A0-D47F-0953-94EC9D1564B4}"/>
              </a:ext>
            </a:extLst>
          </p:cNvPr>
          <p:cNvSpPr txBox="1"/>
          <p:nvPr/>
        </p:nvSpPr>
        <p:spPr>
          <a:xfrm>
            <a:off x="4251308" y="4279453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6587ED-E79B-B55B-5A0E-306822856980}"/>
              </a:ext>
            </a:extLst>
          </p:cNvPr>
          <p:cNvSpPr txBox="1"/>
          <p:nvPr/>
        </p:nvSpPr>
        <p:spPr>
          <a:xfrm>
            <a:off x="4269180" y="483285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D9B267-7778-EC41-1CAA-D4C5A63410C2}"/>
              </a:ext>
            </a:extLst>
          </p:cNvPr>
          <p:cNvSpPr txBox="1"/>
          <p:nvPr/>
        </p:nvSpPr>
        <p:spPr>
          <a:xfrm rot="16200000">
            <a:off x="4647489" y="4542310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A4B2F7-6F45-8037-7B06-456D4798E71C}"/>
              </a:ext>
            </a:extLst>
          </p:cNvPr>
          <p:cNvSpPr txBox="1"/>
          <p:nvPr/>
        </p:nvSpPr>
        <p:spPr>
          <a:xfrm>
            <a:off x="4467311" y="2721656"/>
            <a:ext cx="1313835" cy="2462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graph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1057D1A-3642-0E43-162F-DE0F78A2D8C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519210" y="3153959"/>
            <a:ext cx="724379" cy="458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AF0A786-0355-CC8C-02C7-51555F5E84AE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3519210" y="3330663"/>
            <a:ext cx="732110" cy="940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D637040-DA24-FF20-DD32-DA2EC1B21F12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550862" y="4222282"/>
            <a:ext cx="700446" cy="2081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DBB3B4C-BE30-1617-A485-02CCFDF0D4BD}"/>
              </a:ext>
            </a:extLst>
          </p:cNvPr>
          <p:cNvSpPr txBox="1"/>
          <p:nvPr/>
        </p:nvSpPr>
        <p:spPr>
          <a:xfrm>
            <a:off x="3041960" y="2621180"/>
            <a:ext cx="1017804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addresses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2892A2-71C0-7A38-B653-6C4CC02FE6AE}"/>
              </a:ext>
            </a:extLst>
          </p:cNvPr>
          <p:cNvSpPr/>
          <p:nvPr/>
        </p:nvSpPr>
        <p:spPr>
          <a:xfrm>
            <a:off x="2965622" y="2014151"/>
            <a:ext cx="3003378" cy="334501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39CB47-8486-679D-91BF-E72EA96EBBB2}"/>
              </a:ext>
            </a:extLst>
          </p:cNvPr>
          <p:cNvSpPr txBox="1"/>
          <p:nvPr/>
        </p:nvSpPr>
        <p:spPr>
          <a:xfrm>
            <a:off x="2911765" y="1975865"/>
            <a:ext cx="2101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DBBB3E-C95C-9A89-2D53-A615D31C45D9}"/>
              </a:ext>
            </a:extLst>
          </p:cNvPr>
          <p:cNvSpPr txBox="1"/>
          <p:nvPr/>
        </p:nvSpPr>
        <p:spPr>
          <a:xfrm rot="16200000">
            <a:off x="3311461" y="4800651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57722DA-8113-5359-C5DF-BB2793954105}"/>
              </a:ext>
            </a:extLst>
          </p:cNvPr>
          <p:cNvSpPr/>
          <p:nvPr/>
        </p:nvSpPr>
        <p:spPr>
          <a:xfrm>
            <a:off x="1173693" y="2022840"/>
            <a:ext cx="1749057" cy="333632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A66BF8-D5C7-0037-BF5A-C809DF4C152C}"/>
              </a:ext>
            </a:extLst>
          </p:cNvPr>
          <p:cNvSpPr txBox="1"/>
          <p:nvPr/>
        </p:nvSpPr>
        <p:spPr>
          <a:xfrm>
            <a:off x="1173693" y="2005123"/>
            <a:ext cx="16522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B3F0581-2B85-E0D0-75EF-427C76746A01}"/>
              </a:ext>
            </a:extLst>
          </p:cNvPr>
          <p:cNvSpPr/>
          <p:nvPr/>
        </p:nvSpPr>
        <p:spPr>
          <a:xfrm>
            <a:off x="1604306" y="2390536"/>
            <a:ext cx="898465" cy="3302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F02C9FB-C800-27E1-B356-C1E54AB67653}"/>
              </a:ext>
            </a:extLst>
          </p:cNvPr>
          <p:cNvCxnSpPr>
            <a:cxnSpLocks/>
          </p:cNvCxnSpPr>
          <p:nvPr/>
        </p:nvCxnSpPr>
        <p:spPr>
          <a:xfrm>
            <a:off x="2239868" y="2517062"/>
            <a:ext cx="932891" cy="5566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0" name="Table 6">
            <a:extLst>
              <a:ext uri="{FF2B5EF4-FFF2-40B4-BE49-F238E27FC236}">
                <a16:creationId xmlns:a16="http://schemas.microsoft.com/office/drawing/2014/main" id="{694D4812-B116-6122-C44D-C1E497CDE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14288"/>
              </p:ext>
            </p:extLst>
          </p:nvPr>
        </p:nvGraphicFramePr>
        <p:xfrm>
          <a:off x="1320837" y="3508298"/>
          <a:ext cx="628112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112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v23578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v23579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E508D037-83BF-7EBE-CC06-F0C881E9670E}"/>
              </a:ext>
            </a:extLst>
          </p:cNvPr>
          <p:cNvSpPr txBox="1"/>
          <p:nvPr/>
        </p:nvSpPr>
        <p:spPr>
          <a:xfrm>
            <a:off x="1107173" y="2954044"/>
            <a:ext cx="102555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sampled vertices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D9156EF-FBDB-BC5F-5050-04A7BB0F7626}"/>
              </a:ext>
            </a:extLst>
          </p:cNvPr>
          <p:cNvCxnSpPr>
            <a:cxnSpLocks/>
          </p:cNvCxnSpPr>
          <p:nvPr/>
        </p:nvCxnSpPr>
        <p:spPr>
          <a:xfrm flipH="1">
            <a:off x="2000604" y="3657517"/>
            <a:ext cx="386996" cy="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Table 6">
            <a:extLst>
              <a:ext uri="{FF2B5EF4-FFF2-40B4-BE49-F238E27FC236}">
                <a16:creationId xmlns:a16="http://schemas.microsoft.com/office/drawing/2014/main" id="{88822606-F6B1-A9E0-4BA5-24927634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81720"/>
              </p:ext>
            </p:extLst>
          </p:nvPr>
        </p:nvGraphicFramePr>
        <p:xfrm>
          <a:off x="2468386" y="3508298"/>
          <a:ext cx="357524" cy="1706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524">
                  <a:extLst>
                    <a:ext uri="{9D8B030D-6E8A-4147-A177-3AD203B41FA5}">
                      <a16:colId xmlns:a16="http://schemas.microsoft.com/office/drawing/2014/main" val="763991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7804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48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427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55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7821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025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600563"/>
                  </a:ext>
                </a:extLst>
              </a:tr>
            </a:tbl>
          </a:graphicData>
        </a:graphic>
      </p:graphicFrame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E4523A1-A2E4-B649-9AD5-276F86830BAD}"/>
              </a:ext>
            </a:extLst>
          </p:cNvPr>
          <p:cNvCxnSpPr>
            <a:cxnSpLocks/>
          </p:cNvCxnSpPr>
          <p:nvPr/>
        </p:nvCxnSpPr>
        <p:spPr>
          <a:xfrm flipH="1">
            <a:off x="1991821" y="3854726"/>
            <a:ext cx="391746" cy="189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03C7F1E-A1C0-02DC-8445-2885D0E01393}"/>
              </a:ext>
            </a:extLst>
          </p:cNvPr>
          <p:cNvCxnSpPr>
            <a:cxnSpLocks/>
            <a:endCxn id="80" idx="3"/>
          </p:cNvCxnSpPr>
          <p:nvPr/>
        </p:nvCxnSpPr>
        <p:spPr>
          <a:xfrm flipH="1">
            <a:off x="1948949" y="4172315"/>
            <a:ext cx="406042" cy="189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5EA58DA-F995-F5B9-4A68-4EC677601086}"/>
              </a:ext>
            </a:extLst>
          </p:cNvPr>
          <p:cNvCxnSpPr>
            <a:cxnSpLocks/>
          </p:cNvCxnSpPr>
          <p:nvPr/>
        </p:nvCxnSpPr>
        <p:spPr>
          <a:xfrm flipH="1" flipV="1">
            <a:off x="2000604" y="4570541"/>
            <a:ext cx="378199" cy="160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471C0AA-B157-3800-2667-02D7D25B3068}"/>
              </a:ext>
            </a:extLst>
          </p:cNvPr>
          <p:cNvSpPr txBox="1"/>
          <p:nvPr/>
        </p:nvSpPr>
        <p:spPr>
          <a:xfrm>
            <a:off x="2038532" y="2894128"/>
            <a:ext cx="787378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vertices in for-loop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2CA9420-DD0F-6C58-213B-3D6A08C84C4F}"/>
              </a:ext>
            </a:extLst>
          </p:cNvPr>
          <p:cNvSpPr txBox="1"/>
          <p:nvPr/>
        </p:nvSpPr>
        <p:spPr>
          <a:xfrm>
            <a:off x="1837566" y="4768284"/>
            <a:ext cx="734085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8E8A1-8C52-357A-D61A-7B63856A2FDE}"/>
              </a:ext>
            </a:extLst>
          </p:cNvPr>
          <p:cNvSpPr txBox="1"/>
          <p:nvPr/>
        </p:nvSpPr>
        <p:spPr>
          <a:xfrm>
            <a:off x="1544232" y="2355606"/>
            <a:ext cx="843368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CPU</a:t>
            </a:r>
          </a:p>
        </p:txBody>
      </p:sp>
    </p:spTree>
    <p:extLst>
      <p:ext uri="{BB962C8B-B14F-4D97-AF65-F5344CB8AC3E}">
        <p14:creationId xmlns:p14="http://schemas.microsoft.com/office/powerpoint/2010/main" val="219773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椭圆 3">
            <a:extLst>
              <a:ext uri="{FF2B5EF4-FFF2-40B4-BE49-F238E27FC236}">
                <a16:creationId xmlns:a16="http://schemas.microsoft.com/office/drawing/2014/main" id="{6E942542-FD18-C48E-A180-83D2E6787EE6}"/>
              </a:ext>
            </a:extLst>
          </p:cNvPr>
          <p:cNvSpPr/>
          <p:nvPr/>
        </p:nvSpPr>
        <p:spPr>
          <a:xfrm>
            <a:off x="2414588" y="1618950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椭圆 4">
            <a:extLst>
              <a:ext uri="{FF2B5EF4-FFF2-40B4-BE49-F238E27FC236}">
                <a16:creationId xmlns:a16="http://schemas.microsoft.com/office/drawing/2014/main" id="{4B208BD2-AD46-85A0-F890-F100A0DD11DE}"/>
              </a:ext>
            </a:extLst>
          </p:cNvPr>
          <p:cNvSpPr/>
          <p:nvPr/>
        </p:nvSpPr>
        <p:spPr>
          <a:xfrm>
            <a:off x="1860731" y="1989002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椭圆 5">
            <a:extLst>
              <a:ext uri="{FF2B5EF4-FFF2-40B4-BE49-F238E27FC236}">
                <a16:creationId xmlns:a16="http://schemas.microsoft.com/office/drawing/2014/main" id="{1B8FC483-A24D-A5B7-0796-86BFDE8E89AE}"/>
              </a:ext>
            </a:extLst>
          </p:cNvPr>
          <p:cNvSpPr/>
          <p:nvPr/>
        </p:nvSpPr>
        <p:spPr>
          <a:xfrm>
            <a:off x="2468837" y="1995696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椭圆 6">
            <a:extLst>
              <a:ext uri="{FF2B5EF4-FFF2-40B4-BE49-F238E27FC236}">
                <a16:creationId xmlns:a16="http://schemas.microsoft.com/office/drawing/2014/main" id="{1FD611DB-5E38-670D-68E6-810EE1E208C3}"/>
              </a:ext>
            </a:extLst>
          </p:cNvPr>
          <p:cNvSpPr/>
          <p:nvPr/>
        </p:nvSpPr>
        <p:spPr>
          <a:xfrm>
            <a:off x="2953591" y="1997720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椭圆 7">
            <a:extLst>
              <a:ext uri="{FF2B5EF4-FFF2-40B4-BE49-F238E27FC236}">
                <a16:creationId xmlns:a16="http://schemas.microsoft.com/office/drawing/2014/main" id="{B8C59346-FF43-69AD-0DED-FF6193A122FE}"/>
              </a:ext>
            </a:extLst>
          </p:cNvPr>
          <p:cNvSpPr/>
          <p:nvPr/>
        </p:nvSpPr>
        <p:spPr>
          <a:xfrm>
            <a:off x="3494825" y="2004356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椭圆 8">
            <a:extLst>
              <a:ext uri="{FF2B5EF4-FFF2-40B4-BE49-F238E27FC236}">
                <a16:creationId xmlns:a16="http://schemas.microsoft.com/office/drawing/2014/main" id="{CCBF21BD-380B-6B8D-75ED-5C6A56D87E3F}"/>
              </a:ext>
            </a:extLst>
          </p:cNvPr>
          <p:cNvSpPr/>
          <p:nvPr/>
        </p:nvSpPr>
        <p:spPr>
          <a:xfrm>
            <a:off x="3958829" y="1995696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9" name="直线连接符 9">
            <a:extLst>
              <a:ext uri="{FF2B5EF4-FFF2-40B4-BE49-F238E27FC236}">
                <a16:creationId xmlns:a16="http://schemas.microsoft.com/office/drawing/2014/main" id="{F72DB98F-6B0D-6E14-1FB5-0369D0CF8547}"/>
              </a:ext>
            </a:extLst>
          </p:cNvPr>
          <p:cNvCxnSpPr>
            <a:cxnSpLocks/>
            <a:stCxn id="113" idx="4"/>
            <a:endCxn id="114" idx="0"/>
          </p:cNvCxnSpPr>
          <p:nvPr/>
        </p:nvCxnSpPr>
        <p:spPr>
          <a:xfrm flipH="1">
            <a:off x="1959731" y="1818651"/>
            <a:ext cx="553857" cy="1703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10">
            <a:extLst>
              <a:ext uri="{FF2B5EF4-FFF2-40B4-BE49-F238E27FC236}">
                <a16:creationId xmlns:a16="http://schemas.microsoft.com/office/drawing/2014/main" id="{70199C05-F9D5-A0FD-35E4-DC172EBD4AB6}"/>
              </a:ext>
            </a:extLst>
          </p:cNvPr>
          <p:cNvCxnSpPr>
            <a:cxnSpLocks/>
            <a:stCxn id="113" idx="4"/>
            <a:endCxn id="115" idx="0"/>
          </p:cNvCxnSpPr>
          <p:nvPr/>
        </p:nvCxnSpPr>
        <p:spPr>
          <a:xfrm>
            <a:off x="2513588" y="1818651"/>
            <a:ext cx="54249" cy="1770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连接符 11">
            <a:extLst>
              <a:ext uri="{FF2B5EF4-FFF2-40B4-BE49-F238E27FC236}">
                <a16:creationId xmlns:a16="http://schemas.microsoft.com/office/drawing/2014/main" id="{66079F3B-4CAD-8FC9-9BCA-FC2B821E2728}"/>
              </a:ext>
            </a:extLst>
          </p:cNvPr>
          <p:cNvCxnSpPr>
            <a:cxnSpLocks/>
            <a:stCxn id="113" idx="4"/>
            <a:endCxn id="116" idx="0"/>
          </p:cNvCxnSpPr>
          <p:nvPr/>
        </p:nvCxnSpPr>
        <p:spPr>
          <a:xfrm>
            <a:off x="2513588" y="1818651"/>
            <a:ext cx="539003" cy="1790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连接符 12">
            <a:extLst>
              <a:ext uri="{FF2B5EF4-FFF2-40B4-BE49-F238E27FC236}">
                <a16:creationId xmlns:a16="http://schemas.microsoft.com/office/drawing/2014/main" id="{AA209C71-87B6-A3D2-921D-A7C2094F21B7}"/>
              </a:ext>
            </a:extLst>
          </p:cNvPr>
          <p:cNvCxnSpPr>
            <a:cxnSpLocks/>
            <a:stCxn id="113" idx="4"/>
            <a:endCxn id="117" idx="0"/>
          </p:cNvCxnSpPr>
          <p:nvPr/>
        </p:nvCxnSpPr>
        <p:spPr>
          <a:xfrm>
            <a:off x="2513588" y="1818651"/>
            <a:ext cx="1080237" cy="1857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线连接符 13">
            <a:extLst>
              <a:ext uri="{FF2B5EF4-FFF2-40B4-BE49-F238E27FC236}">
                <a16:creationId xmlns:a16="http://schemas.microsoft.com/office/drawing/2014/main" id="{BCF3BCDF-827D-FF22-8A93-132A8403BE4D}"/>
              </a:ext>
            </a:extLst>
          </p:cNvPr>
          <p:cNvCxnSpPr>
            <a:cxnSpLocks/>
            <a:stCxn id="113" idx="4"/>
            <a:endCxn id="118" idx="0"/>
          </p:cNvCxnSpPr>
          <p:nvPr/>
        </p:nvCxnSpPr>
        <p:spPr>
          <a:xfrm>
            <a:off x="2513588" y="1818651"/>
            <a:ext cx="1544241" cy="1770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4">
            <a:extLst>
              <a:ext uri="{FF2B5EF4-FFF2-40B4-BE49-F238E27FC236}">
                <a16:creationId xmlns:a16="http://schemas.microsoft.com/office/drawing/2014/main" id="{43DF25E5-3FD8-33D6-BE8D-6E3D64D05122}"/>
              </a:ext>
            </a:extLst>
          </p:cNvPr>
          <p:cNvSpPr/>
          <p:nvPr/>
        </p:nvSpPr>
        <p:spPr>
          <a:xfrm>
            <a:off x="1712726" y="2309154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线连接符 15">
            <a:extLst>
              <a:ext uri="{FF2B5EF4-FFF2-40B4-BE49-F238E27FC236}">
                <a16:creationId xmlns:a16="http://schemas.microsoft.com/office/drawing/2014/main" id="{0A9CF926-1620-E89F-07BA-981AFBF33EA6}"/>
              </a:ext>
            </a:extLst>
          </p:cNvPr>
          <p:cNvCxnSpPr>
            <a:cxnSpLocks/>
            <a:stCxn id="114" idx="4"/>
            <a:endCxn id="124" idx="0"/>
          </p:cNvCxnSpPr>
          <p:nvPr/>
        </p:nvCxnSpPr>
        <p:spPr>
          <a:xfrm flipH="1">
            <a:off x="1811726" y="2188703"/>
            <a:ext cx="148005" cy="1204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椭圆 16">
            <a:extLst>
              <a:ext uri="{FF2B5EF4-FFF2-40B4-BE49-F238E27FC236}">
                <a16:creationId xmlns:a16="http://schemas.microsoft.com/office/drawing/2014/main" id="{A8BC02DF-D232-5DEE-C4AF-FFF02EA436DF}"/>
              </a:ext>
            </a:extLst>
          </p:cNvPr>
          <p:cNvSpPr/>
          <p:nvPr/>
        </p:nvSpPr>
        <p:spPr>
          <a:xfrm>
            <a:off x="2352234" y="2323251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线连接符 17">
            <a:extLst>
              <a:ext uri="{FF2B5EF4-FFF2-40B4-BE49-F238E27FC236}">
                <a16:creationId xmlns:a16="http://schemas.microsoft.com/office/drawing/2014/main" id="{30B2C485-C4C4-B1C4-5CF7-7E9EC3B3B2F3}"/>
              </a:ext>
            </a:extLst>
          </p:cNvPr>
          <p:cNvCxnSpPr>
            <a:cxnSpLocks/>
            <a:stCxn id="115" idx="4"/>
            <a:endCxn id="126" idx="0"/>
          </p:cNvCxnSpPr>
          <p:nvPr/>
        </p:nvCxnSpPr>
        <p:spPr>
          <a:xfrm flipH="1">
            <a:off x="2451234" y="2195397"/>
            <a:ext cx="116603" cy="1278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椭圆 18">
            <a:extLst>
              <a:ext uri="{FF2B5EF4-FFF2-40B4-BE49-F238E27FC236}">
                <a16:creationId xmlns:a16="http://schemas.microsoft.com/office/drawing/2014/main" id="{CF89975D-1308-2768-B7F2-0225A16FD747}"/>
              </a:ext>
            </a:extLst>
          </p:cNvPr>
          <p:cNvSpPr/>
          <p:nvPr/>
        </p:nvSpPr>
        <p:spPr>
          <a:xfrm>
            <a:off x="2877437" y="2315218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线连接符 19">
            <a:extLst>
              <a:ext uri="{FF2B5EF4-FFF2-40B4-BE49-F238E27FC236}">
                <a16:creationId xmlns:a16="http://schemas.microsoft.com/office/drawing/2014/main" id="{4F9FBA5B-5B33-4E67-9588-2DB87086D304}"/>
              </a:ext>
            </a:extLst>
          </p:cNvPr>
          <p:cNvCxnSpPr>
            <a:cxnSpLocks/>
            <a:stCxn id="116" idx="4"/>
            <a:endCxn id="128" idx="0"/>
          </p:cNvCxnSpPr>
          <p:nvPr/>
        </p:nvCxnSpPr>
        <p:spPr>
          <a:xfrm flipH="1">
            <a:off x="2976437" y="2197421"/>
            <a:ext cx="76154" cy="1177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椭圆 22">
            <a:extLst>
              <a:ext uri="{FF2B5EF4-FFF2-40B4-BE49-F238E27FC236}">
                <a16:creationId xmlns:a16="http://schemas.microsoft.com/office/drawing/2014/main" id="{4D517A71-85D1-C679-EF11-12B5D9197D50}"/>
              </a:ext>
            </a:extLst>
          </p:cNvPr>
          <p:cNvSpPr/>
          <p:nvPr/>
        </p:nvSpPr>
        <p:spPr>
          <a:xfrm>
            <a:off x="3620203" y="2332345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直线连接符 23">
            <a:extLst>
              <a:ext uri="{FF2B5EF4-FFF2-40B4-BE49-F238E27FC236}">
                <a16:creationId xmlns:a16="http://schemas.microsoft.com/office/drawing/2014/main" id="{AE4E6F1B-B79E-B6CC-1EB2-26023F6D97F4}"/>
              </a:ext>
            </a:extLst>
          </p:cNvPr>
          <p:cNvCxnSpPr>
            <a:cxnSpLocks/>
            <a:stCxn id="116" idx="5"/>
            <a:endCxn id="159" idx="1"/>
          </p:cNvCxnSpPr>
          <p:nvPr/>
        </p:nvCxnSpPr>
        <p:spPr>
          <a:xfrm>
            <a:off x="3122595" y="2168175"/>
            <a:ext cx="183154" cy="2017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椭圆 32">
            <a:extLst>
              <a:ext uri="{FF2B5EF4-FFF2-40B4-BE49-F238E27FC236}">
                <a16:creationId xmlns:a16="http://schemas.microsoft.com/office/drawing/2014/main" id="{CE67D362-41F6-016A-97DF-145438BA5821}"/>
              </a:ext>
            </a:extLst>
          </p:cNvPr>
          <p:cNvSpPr/>
          <p:nvPr/>
        </p:nvSpPr>
        <p:spPr>
          <a:xfrm>
            <a:off x="2352234" y="2598123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" name="直线连接符 33">
            <a:extLst>
              <a:ext uri="{FF2B5EF4-FFF2-40B4-BE49-F238E27FC236}">
                <a16:creationId xmlns:a16="http://schemas.microsoft.com/office/drawing/2014/main" id="{ACC9DD52-B3FD-E848-7D7C-DEE053948744}"/>
              </a:ext>
            </a:extLst>
          </p:cNvPr>
          <p:cNvCxnSpPr>
            <a:cxnSpLocks/>
            <a:stCxn id="126" idx="4"/>
            <a:endCxn id="132" idx="0"/>
          </p:cNvCxnSpPr>
          <p:nvPr/>
        </p:nvCxnSpPr>
        <p:spPr>
          <a:xfrm>
            <a:off x="2451234" y="2522952"/>
            <a:ext cx="0" cy="75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椭圆 34">
            <a:extLst>
              <a:ext uri="{FF2B5EF4-FFF2-40B4-BE49-F238E27FC236}">
                <a16:creationId xmlns:a16="http://schemas.microsoft.com/office/drawing/2014/main" id="{3655E01F-6E93-92E1-27B0-721368A74808}"/>
              </a:ext>
            </a:extLst>
          </p:cNvPr>
          <p:cNvSpPr/>
          <p:nvPr/>
        </p:nvSpPr>
        <p:spPr>
          <a:xfrm>
            <a:off x="2877437" y="2611011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直线连接符 35">
            <a:extLst>
              <a:ext uri="{FF2B5EF4-FFF2-40B4-BE49-F238E27FC236}">
                <a16:creationId xmlns:a16="http://schemas.microsoft.com/office/drawing/2014/main" id="{456985D2-0135-0110-7B96-F48D100517C5}"/>
              </a:ext>
            </a:extLst>
          </p:cNvPr>
          <p:cNvCxnSpPr>
            <a:cxnSpLocks/>
            <a:stCxn id="128" idx="4"/>
            <a:endCxn id="134" idx="0"/>
          </p:cNvCxnSpPr>
          <p:nvPr/>
        </p:nvCxnSpPr>
        <p:spPr>
          <a:xfrm>
            <a:off x="2976437" y="2514919"/>
            <a:ext cx="0" cy="96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椭圆 36">
            <a:extLst>
              <a:ext uri="{FF2B5EF4-FFF2-40B4-BE49-F238E27FC236}">
                <a16:creationId xmlns:a16="http://schemas.microsoft.com/office/drawing/2014/main" id="{05275EFF-B34A-7DA0-07A3-CEC979898ABA}"/>
              </a:ext>
            </a:extLst>
          </p:cNvPr>
          <p:cNvSpPr/>
          <p:nvPr/>
        </p:nvSpPr>
        <p:spPr>
          <a:xfrm>
            <a:off x="2735848" y="1617587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椭圆 37">
            <a:extLst>
              <a:ext uri="{FF2B5EF4-FFF2-40B4-BE49-F238E27FC236}">
                <a16:creationId xmlns:a16="http://schemas.microsoft.com/office/drawing/2014/main" id="{F5A758BD-0137-637A-6DCB-C02619B3B0D2}"/>
              </a:ext>
            </a:extLst>
          </p:cNvPr>
          <p:cNvSpPr/>
          <p:nvPr/>
        </p:nvSpPr>
        <p:spPr>
          <a:xfrm>
            <a:off x="3052591" y="1617587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圆角矩形 38">
            <a:extLst>
              <a:ext uri="{FF2B5EF4-FFF2-40B4-BE49-F238E27FC236}">
                <a16:creationId xmlns:a16="http://schemas.microsoft.com/office/drawing/2014/main" id="{82301A07-B49C-F4EC-F575-2F6B3A2F6294}"/>
              </a:ext>
            </a:extLst>
          </p:cNvPr>
          <p:cNvSpPr/>
          <p:nvPr/>
        </p:nvSpPr>
        <p:spPr>
          <a:xfrm>
            <a:off x="1469217" y="1511045"/>
            <a:ext cx="2947338" cy="1402080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9" name="文本框 39">
            <a:extLst>
              <a:ext uri="{FF2B5EF4-FFF2-40B4-BE49-F238E27FC236}">
                <a16:creationId xmlns:a16="http://schemas.microsoft.com/office/drawing/2014/main" id="{51F30A32-96A4-C972-44A4-C3EE929D7333}"/>
              </a:ext>
            </a:extLst>
          </p:cNvPr>
          <p:cNvSpPr txBox="1"/>
          <p:nvPr/>
        </p:nvSpPr>
        <p:spPr>
          <a:xfrm>
            <a:off x="3310791" y="1549523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5">
                    <a:lumMod val="75000"/>
                  </a:schemeClr>
                </a:solidFill>
              </a:rPr>
              <a:t>……</a:t>
            </a:r>
            <a:endParaRPr kumimoji="1"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0" name="椭圆 55">
            <a:extLst>
              <a:ext uri="{FF2B5EF4-FFF2-40B4-BE49-F238E27FC236}">
                <a16:creationId xmlns:a16="http://schemas.microsoft.com/office/drawing/2014/main" id="{429EFBF8-F60A-6255-AB33-EBE4BF865BCD}"/>
              </a:ext>
            </a:extLst>
          </p:cNvPr>
          <p:cNvSpPr/>
          <p:nvPr/>
        </p:nvSpPr>
        <p:spPr>
          <a:xfrm>
            <a:off x="4818751" y="1939089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u0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1" name="椭圆 56">
            <a:extLst>
              <a:ext uri="{FF2B5EF4-FFF2-40B4-BE49-F238E27FC236}">
                <a16:creationId xmlns:a16="http://schemas.microsoft.com/office/drawing/2014/main" id="{60E364E4-596A-BE3A-F19E-9FB92414F56B}"/>
              </a:ext>
            </a:extLst>
          </p:cNvPr>
          <p:cNvSpPr/>
          <p:nvPr/>
        </p:nvSpPr>
        <p:spPr>
          <a:xfrm>
            <a:off x="5172009" y="1939089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u1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2" name="椭圆 57">
            <a:extLst>
              <a:ext uri="{FF2B5EF4-FFF2-40B4-BE49-F238E27FC236}">
                <a16:creationId xmlns:a16="http://schemas.microsoft.com/office/drawing/2014/main" id="{3E1E53C4-F950-D051-5D91-D3CF1BE56E05}"/>
              </a:ext>
            </a:extLst>
          </p:cNvPr>
          <p:cNvSpPr/>
          <p:nvPr/>
        </p:nvSpPr>
        <p:spPr>
          <a:xfrm>
            <a:off x="4818751" y="2277943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u2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3" name="椭圆 58">
            <a:extLst>
              <a:ext uri="{FF2B5EF4-FFF2-40B4-BE49-F238E27FC236}">
                <a16:creationId xmlns:a16="http://schemas.microsoft.com/office/drawing/2014/main" id="{F713FC69-E3F2-844D-411A-950AF8DEF430}"/>
              </a:ext>
            </a:extLst>
          </p:cNvPr>
          <p:cNvSpPr/>
          <p:nvPr/>
        </p:nvSpPr>
        <p:spPr>
          <a:xfrm>
            <a:off x="5172009" y="2277943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u3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44" name="直线连接符 59">
            <a:extLst>
              <a:ext uri="{FF2B5EF4-FFF2-40B4-BE49-F238E27FC236}">
                <a16:creationId xmlns:a16="http://schemas.microsoft.com/office/drawing/2014/main" id="{A356B12E-4DC2-DE56-1ED5-067A8916B63D}"/>
              </a:ext>
            </a:extLst>
          </p:cNvPr>
          <p:cNvCxnSpPr>
            <a:cxnSpLocks/>
            <a:stCxn id="140" idx="4"/>
            <a:endCxn id="142" idx="0"/>
          </p:cNvCxnSpPr>
          <p:nvPr/>
        </p:nvCxnSpPr>
        <p:spPr>
          <a:xfrm>
            <a:off x="4917751" y="2138790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62">
            <a:extLst>
              <a:ext uri="{FF2B5EF4-FFF2-40B4-BE49-F238E27FC236}">
                <a16:creationId xmlns:a16="http://schemas.microsoft.com/office/drawing/2014/main" id="{CEEE5E05-9731-1B06-17A1-43C239E5360A}"/>
              </a:ext>
            </a:extLst>
          </p:cNvPr>
          <p:cNvCxnSpPr>
            <a:cxnSpLocks/>
            <a:stCxn id="140" idx="6"/>
            <a:endCxn id="141" idx="2"/>
          </p:cNvCxnSpPr>
          <p:nvPr/>
        </p:nvCxnSpPr>
        <p:spPr>
          <a:xfrm>
            <a:off x="5016751" y="2038940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65">
            <a:extLst>
              <a:ext uri="{FF2B5EF4-FFF2-40B4-BE49-F238E27FC236}">
                <a16:creationId xmlns:a16="http://schemas.microsoft.com/office/drawing/2014/main" id="{5D85CE20-2D0D-F5AB-ED6A-C9D275B2645C}"/>
              </a:ext>
            </a:extLst>
          </p:cNvPr>
          <p:cNvCxnSpPr>
            <a:cxnSpLocks/>
            <a:stCxn id="143" idx="0"/>
            <a:endCxn id="141" idx="4"/>
          </p:cNvCxnSpPr>
          <p:nvPr/>
        </p:nvCxnSpPr>
        <p:spPr>
          <a:xfrm flipV="1">
            <a:off x="5271009" y="2138790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68">
            <a:extLst>
              <a:ext uri="{FF2B5EF4-FFF2-40B4-BE49-F238E27FC236}">
                <a16:creationId xmlns:a16="http://schemas.microsoft.com/office/drawing/2014/main" id="{6F27110E-E93D-5DBA-7E4C-E00836273947}"/>
              </a:ext>
            </a:extLst>
          </p:cNvPr>
          <p:cNvCxnSpPr>
            <a:cxnSpLocks/>
            <a:stCxn id="142" idx="6"/>
            <a:endCxn id="143" idx="2"/>
          </p:cNvCxnSpPr>
          <p:nvPr/>
        </p:nvCxnSpPr>
        <p:spPr>
          <a:xfrm>
            <a:off x="5016751" y="2377794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连接符 72">
            <a:extLst>
              <a:ext uri="{FF2B5EF4-FFF2-40B4-BE49-F238E27FC236}">
                <a16:creationId xmlns:a16="http://schemas.microsoft.com/office/drawing/2014/main" id="{FC4D0402-D6E9-D19E-8D12-A165AF32D07A}"/>
              </a:ext>
            </a:extLst>
          </p:cNvPr>
          <p:cNvCxnSpPr>
            <a:cxnSpLocks/>
            <a:stCxn id="142" idx="7"/>
            <a:endCxn id="141" idx="3"/>
          </p:cNvCxnSpPr>
          <p:nvPr/>
        </p:nvCxnSpPr>
        <p:spPr>
          <a:xfrm flipV="1">
            <a:off x="4987755" y="2109544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圆角矩形 92">
            <a:extLst>
              <a:ext uri="{FF2B5EF4-FFF2-40B4-BE49-F238E27FC236}">
                <a16:creationId xmlns:a16="http://schemas.microsoft.com/office/drawing/2014/main" id="{23CECB77-FE69-45AD-76CC-E8DDCA3FEDDC}"/>
              </a:ext>
            </a:extLst>
          </p:cNvPr>
          <p:cNvSpPr/>
          <p:nvPr/>
        </p:nvSpPr>
        <p:spPr>
          <a:xfrm>
            <a:off x="4694393" y="1836245"/>
            <a:ext cx="812259" cy="735623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800"/>
          </a:p>
        </p:txBody>
      </p:sp>
      <p:cxnSp>
        <p:nvCxnSpPr>
          <p:cNvPr id="150" name="曲线连接符 96">
            <a:extLst>
              <a:ext uri="{FF2B5EF4-FFF2-40B4-BE49-F238E27FC236}">
                <a16:creationId xmlns:a16="http://schemas.microsoft.com/office/drawing/2014/main" id="{7063B901-F5DC-4EB3-DA41-C209980C8959}"/>
              </a:ext>
            </a:extLst>
          </p:cNvPr>
          <p:cNvCxnSpPr>
            <a:cxnSpLocks/>
            <a:stCxn id="140" idx="1"/>
          </p:cNvCxnSpPr>
          <p:nvPr/>
        </p:nvCxnSpPr>
        <p:spPr>
          <a:xfrm rot="16200000" flipV="1">
            <a:off x="4193910" y="1314497"/>
            <a:ext cx="241373" cy="1066303"/>
          </a:xfrm>
          <a:prstGeom prst="curvedConnector2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曲线连接符 97">
            <a:extLst>
              <a:ext uri="{FF2B5EF4-FFF2-40B4-BE49-F238E27FC236}">
                <a16:creationId xmlns:a16="http://schemas.microsoft.com/office/drawing/2014/main" id="{F3D19633-FD61-B7B6-3B6E-5CFFDC5080C3}"/>
              </a:ext>
            </a:extLst>
          </p:cNvPr>
          <p:cNvCxnSpPr>
            <a:cxnSpLocks/>
            <a:stCxn id="141" idx="0"/>
          </p:cNvCxnSpPr>
          <p:nvPr/>
        </p:nvCxnSpPr>
        <p:spPr>
          <a:xfrm rot="16200000" flipH="1" flipV="1">
            <a:off x="3464485" y="297479"/>
            <a:ext cx="164914" cy="3448134"/>
          </a:xfrm>
          <a:prstGeom prst="curvedConnector4">
            <a:avLst>
              <a:gd name="adj1" fmla="val -377040"/>
              <a:gd name="adj2" fmla="val 106630"/>
            </a:avLst>
          </a:prstGeom>
          <a:ln w="95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曲线连接符 103">
            <a:extLst>
              <a:ext uri="{FF2B5EF4-FFF2-40B4-BE49-F238E27FC236}">
                <a16:creationId xmlns:a16="http://schemas.microsoft.com/office/drawing/2014/main" id="{B2104A60-DD0B-B1DE-226D-9711C9A660B2}"/>
              </a:ext>
            </a:extLst>
          </p:cNvPr>
          <p:cNvCxnSpPr>
            <a:cxnSpLocks/>
            <a:stCxn id="142" idx="3"/>
          </p:cNvCxnSpPr>
          <p:nvPr/>
        </p:nvCxnSpPr>
        <p:spPr>
          <a:xfrm rot="5400000">
            <a:off x="4398152" y="2066449"/>
            <a:ext cx="67646" cy="831544"/>
          </a:xfrm>
          <a:prstGeom prst="curvedConnector2">
            <a:avLst/>
          </a:prstGeom>
          <a:ln w="95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曲线连接符 106">
            <a:extLst>
              <a:ext uri="{FF2B5EF4-FFF2-40B4-BE49-F238E27FC236}">
                <a16:creationId xmlns:a16="http://schemas.microsoft.com/office/drawing/2014/main" id="{C64B5596-E6CC-CB0A-0CCC-67051715FE9C}"/>
              </a:ext>
            </a:extLst>
          </p:cNvPr>
          <p:cNvCxnSpPr>
            <a:cxnSpLocks/>
            <a:stCxn id="143" idx="4"/>
          </p:cNvCxnSpPr>
          <p:nvPr/>
        </p:nvCxnSpPr>
        <p:spPr>
          <a:xfrm rot="5400000">
            <a:off x="4088941" y="1520006"/>
            <a:ext cx="224431" cy="2139707"/>
          </a:xfrm>
          <a:prstGeom prst="curvedConnector2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椭圆 22">
            <a:extLst>
              <a:ext uri="{FF2B5EF4-FFF2-40B4-BE49-F238E27FC236}">
                <a16:creationId xmlns:a16="http://schemas.microsoft.com/office/drawing/2014/main" id="{7DF49049-C4FE-CBD5-3D54-56288E9B2132}"/>
              </a:ext>
            </a:extLst>
          </p:cNvPr>
          <p:cNvSpPr/>
          <p:nvPr/>
        </p:nvSpPr>
        <p:spPr>
          <a:xfrm>
            <a:off x="3276753" y="2340647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" name="直线连接符 23">
            <a:extLst>
              <a:ext uri="{FF2B5EF4-FFF2-40B4-BE49-F238E27FC236}">
                <a16:creationId xmlns:a16="http://schemas.microsoft.com/office/drawing/2014/main" id="{EA04A2FD-BB43-17EF-C5DD-F5BE8F46DD80}"/>
              </a:ext>
            </a:extLst>
          </p:cNvPr>
          <p:cNvCxnSpPr>
            <a:cxnSpLocks/>
            <a:stCxn id="117" idx="4"/>
            <a:endCxn id="130" idx="0"/>
          </p:cNvCxnSpPr>
          <p:nvPr/>
        </p:nvCxnSpPr>
        <p:spPr>
          <a:xfrm>
            <a:off x="3593825" y="2204057"/>
            <a:ext cx="125378" cy="1282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椭圆 14">
            <a:extLst>
              <a:ext uri="{FF2B5EF4-FFF2-40B4-BE49-F238E27FC236}">
                <a16:creationId xmlns:a16="http://schemas.microsoft.com/office/drawing/2014/main" id="{CD99CAF1-3693-58F6-9E63-54B41E429D0A}"/>
              </a:ext>
            </a:extLst>
          </p:cNvPr>
          <p:cNvSpPr/>
          <p:nvPr/>
        </p:nvSpPr>
        <p:spPr>
          <a:xfrm>
            <a:off x="2037845" y="2315217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8" name="直线连接符 15">
            <a:extLst>
              <a:ext uri="{FF2B5EF4-FFF2-40B4-BE49-F238E27FC236}">
                <a16:creationId xmlns:a16="http://schemas.microsoft.com/office/drawing/2014/main" id="{E81D383F-A7CA-A7A6-EE17-1486B1073280}"/>
              </a:ext>
            </a:extLst>
          </p:cNvPr>
          <p:cNvCxnSpPr>
            <a:cxnSpLocks/>
            <a:stCxn id="114" idx="4"/>
            <a:endCxn id="166" idx="0"/>
          </p:cNvCxnSpPr>
          <p:nvPr/>
        </p:nvCxnSpPr>
        <p:spPr>
          <a:xfrm>
            <a:off x="1959731" y="2188703"/>
            <a:ext cx="177114" cy="1265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7942CCC-70A2-28FC-464E-38E90F342A3C}"/>
              </a:ext>
            </a:extLst>
          </p:cNvPr>
          <p:cNvSpPr/>
          <p:nvPr/>
        </p:nvSpPr>
        <p:spPr>
          <a:xfrm>
            <a:off x="1792655" y="1941188"/>
            <a:ext cx="370504" cy="28325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0FA4930-1632-C580-777B-5B965437F160}"/>
              </a:ext>
            </a:extLst>
          </p:cNvPr>
          <p:cNvSpPr/>
          <p:nvPr/>
        </p:nvSpPr>
        <p:spPr>
          <a:xfrm>
            <a:off x="2376945" y="1945142"/>
            <a:ext cx="370504" cy="28325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86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3">
            <a:extLst>
              <a:ext uri="{FF2B5EF4-FFF2-40B4-BE49-F238E27FC236}">
                <a16:creationId xmlns:a16="http://schemas.microsoft.com/office/drawing/2014/main" id="{46C5C892-A988-7D5F-1961-54C278192F7C}"/>
              </a:ext>
            </a:extLst>
          </p:cNvPr>
          <p:cNvSpPr/>
          <p:nvPr/>
        </p:nvSpPr>
        <p:spPr>
          <a:xfrm>
            <a:off x="4474738" y="1756579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4">
            <a:extLst>
              <a:ext uri="{FF2B5EF4-FFF2-40B4-BE49-F238E27FC236}">
                <a16:creationId xmlns:a16="http://schemas.microsoft.com/office/drawing/2014/main" id="{2A3A3D90-A5AB-5EDC-A3CB-D357B7E1D99B}"/>
              </a:ext>
            </a:extLst>
          </p:cNvPr>
          <p:cNvSpPr/>
          <p:nvPr/>
        </p:nvSpPr>
        <p:spPr>
          <a:xfrm>
            <a:off x="4477407" y="2099012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5">
            <a:extLst>
              <a:ext uri="{FF2B5EF4-FFF2-40B4-BE49-F238E27FC236}">
                <a16:creationId xmlns:a16="http://schemas.microsoft.com/office/drawing/2014/main" id="{9D34ED12-007F-8D3B-A0C4-41D3159C7758}"/>
              </a:ext>
            </a:extLst>
          </p:cNvPr>
          <p:cNvSpPr/>
          <p:nvPr/>
        </p:nvSpPr>
        <p:spPr>
          <a:xfrm>
            <a:off x="5009054" y="2099783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连接符 9">
            <a:extLst>
              <a:ext uri="{FF2B5EF4-FFF2-40B4-BE49-F238E27FC236}">
                <a16:creationId xmlns:a16="http://schemas.microsoft.com/office/drawing/2014/main" id="{C4A6AE71-41E6-914A-9F26-D9D43D9A324B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4573738" y="1956280"/>
            <a:ext cx="2669" cy="142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0">
            <a:extLst>
              <a:ext uri="{FF2B5EF4-FFF2-40B4-BE49-F238E27FC236}">
                <a16:creationId xmlns:a16="http://schemas.microsoft.com/office/drawing/2014/main" id="{FA1CCABD-BB2B-D414-D5CD-834513340E5B}"/>
              </a:ext>
            </a:extLst>
          </p:cNvPr>
          <p:cNvCxnSpPr>
            <a:cxnSpLocks/>
            <a:stCxn id="31" idx="4"/>
            <a:endCxn id="4" idx="0"/>
          </p:cNvCxnSpPr>
          <p:nvPr/>
        </p:nvCxnSpPr>
        <p:spPr>
          <a:xfrm>
            <a:off x="5108054" y="1951369"/>
            <a:ext cx="0" cy="1484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4">
            <a:extLst>
              <a:ext uri="{FF2B5EF4-FFF2-40B4-BE49-F238E27FC236}">
                <a16:creationId xmlns:a16="http://schemas.microsoft.com/office/drawing/2014/main" id="{EABC2C5D-7D8D-7F3E-D884-6617D2BE539D}"/>
              </a:ext>
            </a:extLst>
          </p:cNvPr>
          <p:cNvSpPr/>
          <p:nvPr/>
        </p:nvSpPr>
        <p:spPr>
          <a:xfrm>
            <a:off x="4469972" y="2432801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线连接符 15">
            <a:extLst>
              <a:ext uri="{FF2B5EF4-FFF2-40B4-BE49-F238E27FC236}">
                <a16:creationId xmlns:a16="http://schemas.microsoft.com/office/drawing/2014/main" id="{79C1FE3B-CF54-C0B2-53F1-5DBF00E81F5B}"/>
              </a:ext>
            </a:extLst>
          </p:cNvPr>
          <p:cNvCxnSpPr>
            <a:cxnSpLocks/>
            <a:stCxn id="3" idx="4"/>
            <a:endCxn id="16" idx="0"/>
          </p:cNvCxnSpPr>
          <p:nvPr/>
        </p:nvCxnSpPr>
        <p:spPr>
          <a:xfrm flipH="1">
            <a:off x="4568972" y="2298713"/>
            <a:ext cx="7435" cy="1340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6">
            <a:extLst>
              <a:ext uri="{FF2B5EF4-FFF2-40B4-BE49-F238E27FC236}">
                <a16:creationId xmlns:a16="http://schemas.microsoft.com/office/drawing/2014/main" id="{FC955823-6F7D-7D1A-912A-E6308BA2E6F5}"/>
              </a:ext>
            </a:extLst>
          </p:cNvPr>
          <p:cNvSpPr/>
          <p:nvPr/>
        </p:nvSpPr>
        <p:spPr>
          <a:xfrm>
            <a:off x="5009054" y="2447898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线连接符 17">
            <a:extLst>
              <a:ext uri="{FF2B5EF4-FFF2-40B4-BE49-F238E27FC236}">
                <a16:creationId xmlns:a16="http://schemas.microsoft.com/office/drawing/2014/main" id="{FFB86261-EAA8-FC79-4547-DF1FE08F3287}"/>
              </a:ext>
            </a:extLst>
          </p:cNvPr>
          <p:cNvCxnSpPr>
            <a:cxnSpLocks/>
            <a:stCxn id="4" idx="4"/>
            <a:endCxn id="18" idx="0"/>
          </p:cNvCxnSpPr>
          <p:nvPr/>
        </p:nvCxnSpPr>
        <p:spPr>
          <a:xfrm>
            <a:off x="5108054" y="2299484"/>
            <a:ext cx="0" cy="1484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32">
            <a:extLst>
              <a:ext uri="{FF2B5EF4-FFF2-40B4-BE49-F238E27FC236}">
                <a16:creationId xmlns:a16="http://schemas.microsoft.com/office/drawing/2014/main" id="{EF1C086C-4A03-646D-C5A2-7D2AFE8D5E27}"/>
              </a:ext>
            </a:extLst>
          </p:cNvPr>
          <p:cNvSpPr/>
          <p:nvPr/>
        </p:nvSpPr>
        <p:spPr>
          <a:xfrm>
            <a:off x="4887740" y="2751468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线连接符 33">
            <a:extLst>
              <a:ext uri="{FF2B5EF4-FFF2-40B4-BE49-F238E27FC236}">
                <a16:creationId xmlns:a16="http://schemas.microsoft.com/office/drawing/2014/main" id="{85050CCB-D0E4-4F8F-32CA-CD396CBDAFC8}"/>
              </a:ext>
            </a:extLst>
          </p:cNvPr>
          <p:cNvCxnSpPr>
            <a:cxnSpLocks/>
            <a:stCxn id="16" idx="4"/>
            <a:endCxn id="72" idx="0"/>
          </p:cNvCxnSpPr>
          <p:nvPr/>
        </p:nvCxnSpPr>
        <p:spPr>
          <a:xfrm>
            <a:off x="4568972" y="2632502"/>
            <a:ext cx="0" cy="1223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6">
            <a:extLst>
              <a:ext uri="{FF2B5EF4-FFF2-40B4-BE49-F238E27FC236}">
                <a16:creationId xmlns:a16="http://schemas.microsoft.com/office/drawing/2014/main" id="{BEF8DDD5-8C7E-1869-2761-61191452845C}"/>
              </a:ext>
            </a:extLst>
          </p:cNvPr>
          <p:cNvSpPr/>
          <p:nvPr/>
        </p:nvSpPr>
        <p:spPr>
          <a:xfrm>
            <a:off x="5009054" y="1751668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8">
            <a:extLst>
              <a:ext uri="{FF2B5EF4-FFF2-40B4-BE49-F238E27FC236}">
                <a16:creationId xmlns:a16="http://schemas.microsoft.com/office/drawing/2014/main" id="{D3552781-EC7B-1E15-5A2F-EFBB943343F3}"/>
              </a:ext>
            </a:extLst>
          </p:cNvPr>
          <p:cNvSpPr/>
          <p:nvPr/>
        </p:nvSpPr>
        <p:spPr>
          <a:xfrm>
            <a:off x="4213655" y="1655804"/>
            <a:ext cx="1363162" cy="147045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椭圆 32">
            <a:extLst>
              <a:ext uri="{FF2B5EF4-FFF2-40B4-BE49-F238E27FC236}">
                <a16:creationId xmlns:a16="http://schemas.microsoft.com/office/drawing/2014/main" id="{210E899F-E4C4-2D9B-DDC1-761C15798DE0}"/>
              </a:ext>
            </a:extLst>
          </p:cNvPr>
          <p:cNvSpPr/>
          <p:nvPr/>
        </p:nvSpPr>
        <p:spPr>
          <a:xfrm>
            <a:off x="4469972" y="2754839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椭圆 32">
            <a:extLst>
              <a:ext uri="{FF2B5EF4-FFF2-40B4-BE49-F238E27FC236}">
                <a16:creationId xmlns:a16="http://schemas.microsoft.com/office/drawing/2014/main" id="{A2BBAF52-0CA6-6DAF-E8F8-74EBAC6DADDE}"/>
              </a:ext>
            </a:extLst>
          </p:cNvPr>
          <p:cNvSpPr/>
          <p:nvPr/>
        </p:nvSpPr>
        <p:spPr>
          <a:xfrm>
            <a:off x="5191395" y="2758788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直线连接符 17">
            <a:extLst>
              <a:ext uri="{FF2B5EF4-FFF2-40B4-BE49-F238E27FC236}">
                <a16:creationId xmlns:a16="http://schemas.microsoft.com/office/drawing/2014/main" id="{4983CE1B-152C-3620-DB66-95B8D0C23AE0}"/>
              </a:ext>
            </a:extLst>
          </p:cNvPr>
          <p:cNvCxnSpPr>
            <a:cxnSpLocks/>
            <a:stCxn id="18" idx="4"/>
            <a:endCxn id="27" idx="0"/>
          </p:cNvCxnSpPr>
          <p:nvPr/>
        </p:nvCxnSpPr>
        <p:spPr>
          <a:xfrm flipH="1">
            <a:off x="4986740" y="2647599"/>
            <a:ext cx="121314" cy="103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线连接符 17">
            <a:extLst>
              <a:ext uri="{FF2B5EF4-FFF2-40B4-BE49-F238E27FC236}">
                <a16:creationId xmlns:a16="http://schemas.microsoft.com/office/drawing/2014/main" id="{0C3B6A0A-490E-EFCA-01C7-7618635283BF}"/>
              </a:ext>
            </a:extLst>
          </p:cNvPr>
          <p:cNvCxnSpPr>
            <a:cxnSpLocks/>
            <a:stCxn id="18" idx="4"/>
            <a:endCxn id="97" idx="0"/>
          </p:cNvCxnSpPr>
          <p:nvPr/>
        </p:nvCxnSpPr>
        <p:spPr>
          <a:xfrm>
            <a:off x="5108054" y="2647599"/>
            <a:ext cx="182341" cy="1111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269CFCC-B75D-6745-0687-F8407C067BA0}"/>
              </a:ext>
            </a:extLst>
          </p:cNvPr>
          <p:cNvCxnSpPr>
            <a:cxnSpLocks/>
          </p:cNvCxnSpPr>
          <p:nvPr/>
        </p:nvCxnSpPr>
        <p:spPr>
          <a:xfrm>
            <a:off x="5164574" y="2730545"/>
            <a:ext cx="234778" cy="2877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A62E56B-675C-3A34-6407-D03936941CFD}"/>
              </a:ext>
            </a:extLst>
          </p:cNvPr>
          <p:cNvCxnSpPr>
            <a:cxnSpLocks/>
          </p:cNvCxnSpPr>
          <p:nvPr/>
        </p:nvCxnSpPr>
        <p:spPr>
          <a:xfrm flipV="1">
            <a:off x="5164574" y="2792329"/>
            <a:ext cx="247135" cy="2259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12130C-9525-A1BF-6306-B57C035694CB}"/>
              </a:ext>
            </a:extLst>
          </p:cNvPr>
          <p:cNvSpPr txBox="1"/>
          <p:nvPr/>
        </p:nvSpPr>
        <p:spPr>
          <a:xfrm>
            <a:off x="1955306" y="1840539"/>
            <a:ext cx="1845815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sz="1200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sz="1200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BB4757-2DA3-BD60-9F2F-D42179B1FC2B}"/>
              </a:ext>
            </a:extLst>
          </p:cNvPr>
          <p:cNvCxnSpPr>
            <a:cxnSpLocks/>
          </p:cNvCxnSpPr>
          <p:nvPr/>
        </p:nvCxnSpPr>
        <p:spPr>
          <a:xfrm flipH="1">
            <a:off x="5312709" y="2564712"/>
            <a:ext cx="569961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C0794662-10AE-FBF2-3B9A-032A5B8D8ACF}"/>
              </a:ext>
            </a:extLst>
          </p:cNvPr>
          <p:cNvCxnSpPr>
            <a:cxnSpLocks/>
            <a:stCxn id="63" idx="4"/>
          </p:cNvCxnSpPr>
          <p:nvPr/>
        </p:nvCxnSpPr>
        <p:spPr>
          <a:xfrm rot="5400000">
            <a:off x="5795223" y="2372849"/>
            <a:ext cx="247990" cy="831421"/>
          </a:xfrm>
          <a:prstGeom prst="curved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D420EAC4-EFB9-F3E7-4DE2-5D1790A2952C}"/>
              </a:ext>
            </a:extLst>
          </p:cNvPr>
          <p:cNvCxnSpPr>
            <a:cxnSpLocks/>
            <a:stCxn id="60" idx="1"/>
          </p:cNvCxnSpPr>
          <p:nvPr/>
        </p:nvCxnSpPr>
        <p:spPr>
          <a:xfrm rot="16200000" flipV="1">
            <a:off x="5447724" y="1691313"/>
            <a:ext cx="318359" cy="60952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B72AC883-7FD4-7487-1CCC-6B1C1285E5FB}"/>
              </a:ext>
            </a:extLst>
          </p:cNvPr>
          <p:cNvCxnSpPr>
            <a:cxnSpLocks/>
            <a:stCxn id="61" idx="0"/>
            <a:endCxn id="3" idx="2"/>
          </p:cNvCxnSpPr>
          <p:nvPr/>
        </p:nvCxnSpPr>
        <p:spPr>
          <a:xfrm rot="16200000" flipH="1" flipV="1">
            <a:off x="5369741" y="1233675"/>
            <a:ext cx="72854" cy="1857521"/>
          </a:xfrm>
          <a:prstGeom prst="curvedConnector4">
            <a:avLst>
              <a:gd name="adj1" fmla="val -757902"/>
              <a:gd name="adj2" fmla="val 112307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DA44927-8C97-797E-17E7-2289EECEEC58}"/>
              </a:ext>
            </a:extLst>
          </p:cNvPr>
          <p:cNvSpPr txBox="1"/>
          <p:nvPr/>
        </p:nvSpPr>
        <p:spPr>
          <a:xfrm>
            <a:off x="1936752" y="2325710"/>
            <a:ext cx="2362679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60C25C-BC9C-6DBF-9487-4B67365093A5}"/>
              </a:ext>
            </a:extLst>
          </p:cNvPr>
          <p:cNvSpPr txBox="1"/>
          <p:nvPr/>
        </p:nvSpPr>
        <p:spPr>
          <a:xfrm>
            <a:off x="1969352" y="2620102"/>
            <a:ext cx="2241365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60" name="椭圆 55">
            <a:extLst>
              <a:ext uri="{FF2B5EF4-FFF2-40B4-BE49-F238E27FC236}">
                <a16:creationId xmlns:a16="http://schemas.microsoft.com/office/drawing/2014/main" id="{0D3C233C-7920-4932-64D2-D2D0A1F771D3}"/>
              </a:ext>
            </a:extLst>
          </p:cNvPr>
          <p:cNvSpPr/>
          <p:nvPr/>
        </p:nvSpPr>
        <p:spPr>
          <a:xfrm>
            <a:off x="5882670" y="2126009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u2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1" name="椭圆 56">
            <a:extLst>
              <a:ext uri="{FF2B5EF4-FFF2-40B4-BE49-F238E27FC236}">
                <a16:creationId xmlns:a16="http://schemas.microsoft.com/office/drawing/2014/main" id="{54BAD0B1-9C4C-DF5C-B45E-2EF0E222DC44}"/>
              </a:ext>
            </a:extLst>
          </p:cNvPr>
          <p:cNvSpPr/>
          <p:nvPr/>
        </p:nvSpPr>
        <p:spPr>
          <a:xfrm>
            <a:off x="6235928" y="2126009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u3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2" name="椭圆 57">
            <a:extLst>
              <a:ext uri="{FF2B5EF4-FFF2-40B4-BE49-F238E27FC236}">
                <a16:creationId xmlns:a16="http://schemas.microsoft.com/office/drawing/2014/main" id="{9EB8BD94-0668-BCDC-B27F-B7A83FA0CC04}"/>
              </a:ext>
            </a:extLst>
          </p:cNvPr>
          <p:cNvSpPr/>
          <p:nvPr/>
        </p:nvSpPr>
        <p:spPr>
          <a:xfrm>
            <a:off x="5882670" y="2464863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u1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3" name="椭圆 58">
            <a:extLst>
              <a:ext uri="{FF2B5EF4-FFF2-40B4-BE49-F238E27FC236}">
                <a16:creationId xmlns:a16="http://schemas.microsoft.com/office/drawing/2014/main" id="{88BC6361-7798-1D88-F3A6-99841E57276F}"/>
              </a:ext>
            </a:extLst>
          </p:cNvPr>
          <p:cNvSpPr/>
          <p:nvPr/>
        </p:nvSpPr>
        <p:spPr>
          <a:xfrm>
            <a:off x="6235928" y="2464863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u0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64" name="直线连接符 59">
            <a:extLst>
              <a:ext uri="{FF2B5EF4-FFF2-40B4-BE49-F238E27FC236}">
                <a16:creationId xmlns:a16="http://schemas.microsoft.com/office/drawing/2014/main" id="{6EC56C98-58CA-3993-75D7-1ED60D7AE969}"/>
              </a:ext>
            </a:extLst>
          </p:cNvPr>
          <p:cNvCxnSpPr>
            <a:cxnSpLocks/>
            <a:stCxn id="60" idx="4"/>
            <a:endCxn id="62" idx="0"/>
          </p:cNvCxnSpPr>
          <p:nvPr/>
        </p:nvCxnSpPr>
        <p:spPr>
          <a:xfrm>
            <a:off x="5981670" y="2325710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2">
            <a:extLst>
              <a:ext uri="{FF2B5EF4-FFF2-40B4-BE49-F238E27FC236}">
                <a16:creationId xmlns:a16="http://schemas.microsoft.com/office/drawing/2014/main" id="{E92FAC20-84A5-CF89-F112-0B0703D1336D}"/>
              </a:ext>
            </a:extLst>
          </p:cNvPr>
          <p:cNvCxnSpPr>
            <a:cxnSpLocks/>
            <a:stCxn id="60" idx="6"/>
            <a:endCxn id="61" idx="2"/>
          </p:cNvCxnSpPr>
          <p:nvPr/>
        </p:nvCxnSpPr>
        <p:spPr>
          <a:xfrm>
            <a:off x="6080670" y="2225860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8">
            <a:extLst>
              <a:ext uri="{FF2B5EF4-FFF2-40B4-BE49-F238E27FC236}">
                <a16:creationId xmlns:a16="http://schemas.microsoft.com/office/drawing/2014/main" id="{E11B6956-579E-9327-4C6D-A0557B18D4FB}"/>
              </a:ext>
            </a:extLst>
          </p:cNvPr>
          <p:cNvCxnSpPr>
            <a:cxnSpLocks/>
            <a:stCxn id="62" idx="6"/>
            <a:endCxn id="63" idx="2"/>
          </p:cNvCxnSpPr>
          <p:nvPr/>
        </p:nvCxnSpPr>
        <p:spPr>
          <a:xfrm>
            <a:off x="6080670" y="2564714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72">
            <a:extLst>
              <a:ext uri="{FF2B5EF4-FFF2-40B4-BE49-F238E27FC236}">
                <a16:creationId xmlns:a16="http://schemas.microsoft.com/office/drawing/2014/main" id="{324D21FD-D624-221A-7777-64C1C7E0371F}"/>
              </a:ext>
            </a:extLst>
          </p:cNvPr>
          <p:cNvCxnSpPr>
            <a:cxnSpLocks/>
            <a:stCxn id="63" idx="1"/>
            <a:endCxn id="60" idx="5"/>
          </p:cNvCxnSpPr>
          <p:nvPr/>
        </p:nvCxnSpPr>
        <p:spPr>
          <a:xfrm flipH="1" flipV="1">
            <a:off x="6051674" y="2296464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92">
            <a:extLst>
              <a:ext uri="{FF2B5EF4-FFF2-40B4-BE49-F238E27FC236}">
                <a16:creationId xmlns:a16="http://schemas.microsoft.com/office/drawing/2014/main" id="{5677792C-93ED-BA1D-37F7-B839B5FEA08E}"/>
              </a:ext>
            </a:extLst>
          </p:cNvPr>
          <p:cNvSpPr/>
          <p:nvPr/>
        </p:nvSpPr>
        <p:spPr>
          <a:xfrm>
            <a:off x="5758312" y="2023165"/>
            <a:ext cx="812259" cy="735623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800"/>
          </a:p>
        </p:txBody>
      </p: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5072C696-A02E-1BDC-F805-F81C8DEFB659}"/>
              </a:ext>
            </a:extLst>
          </p:cNvPr>
          <p:cNvCxnSpPr>
            <a:cxnSpLocks/>
            <a:stCxn id="62" idx="7"/>
            <a:endCxn id="61" idx="3"/>
          </p:cNvCxnSpPr>
          <p:nvPr/>
        </p:nvCxnSpPr>
        <p:spPr>
          <a:xfrm flipV="1">
            <a:off x="6051674" y="2296464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eft Brace 119">
            <a:extLst>
              <a:ext uri="{FF2B5EF4-FFF2-40B4-BE49-F238E27FC236}">
                <a16:creationId xmlns:a16="http://schemas.microsoft.com/office/drawing/2014/main" id="{3A0FAF15-E6A9-3138-0ED2-1E094F7D95A7}"/>
              </a:ext>
            </a:extLst>
          </p:cNvPr>
          <p:cNvSpPr/>
          <p:nvPr/>
        </p:nvSpPr>
        <p:spPr>
          <a:xfrm>
            <a:off x="3484008" y="1865715"/>
            <a:ext cx="198000" cy="388963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A181D2E-CD09-F863-54CC-6CD507D29291}"/>
              </a:ext>
            </a:extLst>
          </p:cNvPr>
          <p:cNvSpPr txBox="1"/>
          <p:nvPr/>
        </p:nvSpPr>
        <p:spPr>
          <a:xfrm>
            <a:off x="4335934" y="3055449"/>
            <a:ext cx="125571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Search Tree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3A68502-6807-1625-3720-E74CE6A5BC68}"/>
              </a:ext>
            </a:extLst>
          </p:cNvPr>
          <p:cNvSpPr txBox="1"/>
          <p:nvPr/>
        </p:nvSpPr>
        <p:spPr>
          <a:xfrm>
            <a:off x="5687062" y="3055449"/>
            <a:ext cx="125571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Query Graph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7E2EB30-109E-C07A-E2CB-CA15114050F3}"/>
              </a:ext>
            </a:extLst>
          </p:cNvPr>
          <p:cNvSpPr txBox="1"/>
          <p:nvPr/>
        </p:nvSpPr>
        <p:spPr>
          <a:xfrm>
            <a:off x="2189181" y="3054594"/>
            <a:ext cx="2706055" cy="34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Set Intersections</a:t>
            </a:r>
          </a:p>
        </p:txBody>
      </p:sp>
      <p:sp>
        <p:nvSpPr>
          <p:cNvPr id="128" name="圆角矩形 38">
            <a:extLst>
              <a:ext uri="{FF2B5EF4-FFF2-40B4-BE49-F238E27FC236}">
                <a16:creationId xmlns:a16="http://schemas.microsoft.com/office/drawing/2014/main" id="{E5F18A90-0C35-0BD4-5562-F63084EB2447}"/>
              </a:ext>
            </a:extLst>
          </p:cNvPr>
          <p:cNvSpPr/>
          <p:nvPr/>
        </p:nvSpPr>
        <p:spPr>
          <a:xfrm>
            <a:off x="1955306" y="1655804"/>
            <a:ext cx="2195169" cy="147045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035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836913-6082-FA80-D6DD-EDE0D08569A8}"/>
              </a:ext>
            </a:extLst>
          </p:cNvPr>
          <p:cNvSpPr/>
          <p:nvPr/>
        </p:nvSpPr>
        <p:spPr>
          <a:xfrm>
            <a:off x="1584113" y="825301"/>
            <a:ext cx="2101034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Incremental Matching on CPU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EBD2A8-0B10-7471-9E80-ADFB28D1729A}"/>
              </a:ext>
            </a:extLst>
          </p:cNvPr>
          <p:cNvSpPr/>
          <p:nvPr/>
        </p:nvSpPr>
        <p:spPr>
          <a:xfrm>
            <a:off x="4666481" y="831883"/>
            <a:ext cx="2101034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Host Sampled Subgraph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9B6E71-EFF4-2F5D-4A39-60D0F12C5DC5}"/>
              </a:ext>
            </a:extLst>
          </p:cNvPr>
          <p:cNvSpPr/>
          <p:nvPr/>
        </p:nvSpPr>
        <p:spPr>
          <a:xfrm>
            <a:off x="4666481" y="2525233"/>
            <a:ext cx="2101034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Edges on Host Graph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89458B1D-C8FA-E3D9-C8C9-163DC2CE8481}"/>
              </a:ext>
            </a:extLst>
          </p:cNvPr>
          <p:cNvSpPr/>
          <p:nvPr/>
        </p:nvSpPr>
        <p:spPr>
          <a:xfrm>
            <a:off x="4666481" y="3458592"/>
            <a:ext cx="2101034" cy="657225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Re-map Memory Address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E95609-EF71-A36D-3C9C-0C5C2F8200E2}"/>
              </a:ext>
            </a:extLst>
          </p:cNvPr>
          <p:cNvSpPr/>
          <p:nvPr/>
        </p:nvSpPr>
        <p:spPr>
          <a:xfrm>
            <a:off x="7765441" y="2629613"/>
            <a:ext cx="2101034" cy="6572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D13EC1-875D-A3DA-09F2-433DE08C7C34}"/>
              </a:ext>
            </a:extLst>
          </p:cNvPr>
          <p:cNvCxnSpPr>
            <a:cxnSpLocks/>
          </p:cNvCxnSpPr>
          <p:nvPr/>
        </p:nvCxnSpPr>
        <p:spPr>
          <a:xfrm>
            <a:off x="3857626" y="1153913"/>
            <a:ext cx="65196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6E0A13B-2F65-291D-677C-947BFBA370EC}"/>
              </a:ext>
            </a:extLst>
          </p:cNvPr>
          <p:cNvSpPr txBox="1"/>
          <p:nvPr/>
        </p:nvSpPr>
        <p:spPr>
          <a:xfrm>
            <a:off x="1872954" y="4559185"/>
            <a:ext cx="1726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Host Graph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968452-F105-A5C0-4E5F-6CB4D7A2F99F}"/>
              </a:ext>
            </a:extLst>
          </p:cNvPr>
          <p:cNvSpPr txBox="1"/>
          <p:nvPr/>
        </p:nvSpPr>
        <p:spPr>
          <a:xfrm>
            <a:off x="700901" y="1895919"/>
            <a:ext cx="1172053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Batch 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Edge Operations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59E0ED-FCCA-43DF-197F-742DEA9AFD5B}"/>
              </a:ext>
            </a:extLst>
          </p:cNvPr>
          <p:cNvSpPr txBox="1"/>
          <p:nvPr/>
        </p:nvSpPr>
        <p:spPr>
          <a:xfrm>
            <a:off x="3721446" y="671359"/>
            <a:ext cx="872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Edges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CC6AE90-B677-4A8D-9D03-6563EA650F34}"/>
              </a:ext>
            </a:extLst>
          </p:cNvPr>
          <p:cNvCxnSpPr>
            <a:cxnSpLocks/>
          </p:cNvCxnSpPr>
          <p:nvPr/>
        </p:nvCxnSpPr>
        <p:spPr>
          <a:xfrm>
            <a:off x="5716998" y="3182458"/>
            <a:ext cx="0" cy="27613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E8F6338-FB1E-0550-3799-3E6F06ACD499}"/>
              </a:ext>
            </a:extLst>
          </p:cNvPr>
          <p:cNvSpPr txBox="1"/>
          <p:nvPr/>
        </p:nvSpPr>
        <p:spPr>
          <a:xfrm>
            <a:off x="5647223" y="3164773"/>
            <a:ext cx="15698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Re-allocated Memory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6E2BB52-4BC8-3CB6-E3AF-BC0E77C18988}"/>
              </a:ext>
            </a:extLst>
          </p:cNvPr>
          <p:cNvSpPr txBox="1"/>
          <p:nvPr/>
        </p:nvSpPr>
        <p:spPr>
          <a:xfrm>
            <a:off x="8045775" y="1890040"/>
            <a:ext cx="785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Sampled Subgraph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B046CD4-CAB1-4C6C-8E6C-07DDC2771D0C}"/>
              </a:ext>
            </a:extLst>
          </p:cNvPr>
          <p:cNvCxnSpPr>
            <a:cxnSpLocks/>
          </p:cNvCxnSpPr>
          <p:nvPr/>
        </p:nvCxnSpPr>
        <p:spPr>
          <a:xfrm>
            <a:off x="8859785" y="1927665"/>
            <a:ext cx="0" cy="5584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2714576-8F19-E655-C715-F58A509D30CA}"/>
              </a:ext>
            </a:extLst>
          </p:cNvPr>
          <p:cNvSpPr/>
          <p:nvPr/>
        </p:nvSpPr>
        <p:spPr>
          <a:xfrm>
            <a:off x="4666481" y="1663247"/>
            <a:ext cx="2101034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Host Edge Graph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CC9EA809-A284-ADC7-F1BC-6BE9CE3E404B}"/>
              </a:ext>
            </a:extLst>
          </p:cNvPr>
          <p:cNvSpPr/>
          <p:nvPr/>
        </p:nvSpPr>
        <p:spPr>
          <a:xfrm>
            <a:off x="7748849" y="840090"/>
            <a:ext cx="2101034" cy="92693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Host Edge Graph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Sampled Subgraph  to GPU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E7F738-3033-D79F-4F5A-EE45B431B332}"/>
              </a:ext>
            </a:extLst>
          </p:cNvPr>
          <p:cNvSpPr txBox="1"/>
          <p:nvPr/>
        </p:nvSpPr>
        <p:spPr>
          <a:xfrm>
            <a:off x="8826324" y="1896157"/>
            <a:ext cx="737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Edge Graph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3BE5D65-FEC7-ACE4-49A5-744A809D5CE2}"/>
              </a:ext>
            </a:extLst>
          </p:cNvPr>
          <p:cNvSpPr txBox="1"/>
          <p:nvPr/>
        </p:nvSpPr>
        <p:spPr>
          <a:xfrm>
            <a:off x="6790545" y="491149"/>
            <a:ext cx="87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Sampled Subgraph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3732E28-2E71-7F2C-EAA2-17DD2299D04C}"/>
              </a:ext>
            </a:extLst>
          </p:cNvPr>
          <p:cNvSpPr txBox="1"/>
          <p:nvPr/>
        </p:nvSpPr>
        <p:spPr>
          <a:xfrm rot="19079129">
            <a:off x="6763611" y="1399993"/>
            <a:ext cx="872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Edge Graph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2F0301C-7263-A289-164E-8B3926640CC1}"/>
              </a:ext>
            </a:extLst>
          </p:cNvPr>
          <p:cNvCxnSpPr>
            <a:cxnSpLocks/>
          </p:cNvCxnSpPr>
          <p:nvPr/>
        </p:nvCxnSpPr>
        <p:spPr>
          <a:xfrm>
            <a:off x="8770708" y="3428570"/>
            <a:ext cx="0" cy="2104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CE7358D-1E81-28A1-551D-891AC42B0207}"/>
              </a:ext>
            </a:extLst>
          </p:cNvPr>
          <p:cNvCxnSpPr>
            <a:cxnSpLocks/>
          </p:cNvCxnSpPr>
          <p:nvPr/>
        </p:nvCxnSpPr>
        <p:spPr>
          <a:xfrm>
            <a:off x="6862642" y="1168703"/>
            <a:ext cx="70008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BF7A4916-1B6D-1A3C-65CD-1DC5AD19F262}"/>
              </a:ext>
            </a:extLst>
          </p:cNvPr>
          <p:cNvCxnSpPr>
            <a:cxnSpLocks/>
          </p:cNvCxnSpPr>
          <p:nvPr/>
        </p:nvCxnSpPr>
        <p:spPr>
          <a:xfrm flipV="1">
            <a:off x="6986588" y="1596134"/>
            <a:ext cx="632001" cy="5160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CE60B736-616B-5D9C-8289-4FDABA9A2717}"/>
              </a:ext>
            </a:extLst>
          </p:cNvPr>
          <p:cNvSpPr/>
          <p:nvPr/>
        </p:nvSpPr>
        <p:spPr>
          <a:xfrm>
            <a:off x="2167294" y="321392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384A163-D3D7-B0A9-25A5-39444648C403}"/>
              </a:ext>
            </a:extLst>
          </p:cNvPr>
          <p:cNvSpPr txBox="1"/>
          <p:nvPr/>
        </p:nvSpPr>
        <p:spPr>
          <a:xfrm>
            <a:off x="761233" y="3555930"/>
            <a:ext cx="1080956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Graph</a:t>
            </a: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103AA32B-DAC0-0342-CE82-A2347FE6ABE8}"/>
              </a:ext>
            </a:extLst>
          </p:cNvPr>
          <p:cNvSpPr/>
          <p:nvPr/>
        </p:nvSpPr>
        <p:spPr>
          <a:xfrm>
            <a:off x="2582331" y="303104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780FD99E-35B2-5D9B-2B2A-CE4A86D74740}"/>
              </a:ext>
            </a:extLst>
          </p:cNvPr>
          <p:cNvSpPr/>
          <p:nvPr/>
        </p:nvSpPr>
        <p:spPr>
          <a:xfrm>
            <a:off x="2952898" y="319017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1906E318-B458-46FA-8CE3-1EC99EA58505}"/>
              </a:ext>
            </a:extLst>
          </p:cNvPr>
          <p:cNvSpPr/>
          <p:nvPr/>
        </p:nvSpPr>
        <p:spPr>
          <a:xfrm>
            <a:off x="2021263" y="363899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119C2842-194F-506A-0FC1-E61022C9402F}"/>
              </a:ext>
            </a:extLst>
          </p:cNvPr>
          <p:cNvSpPr/>
          <p:nvPr/>
        </p:nvSpPr>
        <p:spPr>
          <a:xfrm>
            <a:off x="2239386" y="404634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84F69FDB-DF7F-5404-1B5A-94084A40825D}"/>
              </a:ext>
            </a:extLst>
          </p:cNvPr>
          <p:cNvSpPr/>
          <p:nvPr/>
        </p:nvSpPr>
        <p:spPr>
          <a:xfrm>
            <a:off x="2894433" y="395490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FE838F65-EC8B-0B42-A90B-CC518FCC7A3C}"/>
              </a:ext>
            </a:extLst>
          </p:cNvPr>
          <p:cNvSpPr/>
          <p:nvPr/>
        </p:nvSpPr>
        <p:spPr>
          <a:xfrm>
            <a:off x="2340899" y="363899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02D36B20-0B82-9763-50D5-F08688518945}"/>
              </a:ext>
            </a:extLst>
          </p:cNvPr>
          <p:cNvSpPr/>
          <p:nvPr/>
        </p:nvSpPr>
        <p:spPr>
          <a:xfrm>
            <a:off x="3044338" y="359546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8C3FB786-E7D0-A3FA-7517-D7BA49FFA724}"/>
              </a:ext>
            </a:extLst>
          </p:cNvPr>
          <p:cNvSpPr/>
          <p:nvPr/>
        </p:nvSpPr>
        <p:spPr>
          <a:xfrm>
            <a:off x="2582331" y="413823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EB19FE9E-F8AE-260D-8782-07F2D231E704}"/>
              </a:ext>
            </a:extLst>
          </p:cNvPr>
          <p:cNvSpPr/>
          <p:nvPr/>
        </p:nvSpPr>
        <p:spPr>
          <a:xfrm>
            <a:off x="2537861" y="337305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2BBFE0EF-DD6F-4FF1-3448-F559CAEB41D5}"/>
              </a:ext>
            </a:extLst>
          </p:cNvPr>
          <p:cNvSpPr/>
          <p:nvPr/>
        </p:nvSpPr>
        <p:spPr>
          <a:xfrm>
            <a:off x="2601178" y="38122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74CAD1F5-1098-112D-7F73-78B4CBF9DAB4}"/>
              </a:ext>
            </a:extLst>
          </p:cNvPr>
          <p:cNvSpPr/>
          <p:nvPr/>
        </p:nvSpPr>
        <p:spPr>
          <a:xfrm>
            <a:off x="2802321" y="352380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0D28C963-28CF-0179-47E3-13B2A50EB848}"/>
              </a:ext>
            </a:extLst>
          </p:cNvPr>
          <p:cNvCxnSpPr>
            <a:cxnSpLocks/>
            <a:stCxn id="289" idx="0"/>
            <a:endCxn id="181" idx="4"/>
          </p:cNvCxnSpPr>
          <p:nvPr/>
        </p:nvCxnSpPr>
        <p:spPr>
          <a:xfrm flipV="1">
            <a:off x="2112703" y="3396802"/>
            <a:ext cx="146031" cy="2421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B24D1803-49EA-0725-857C-C75831729BCF}"/>
              </a:ext>
            </a:extLst>
          </p:cNvPr>
          <p:cNvCxnSpPr>
            <a:cxnSpLocks/>
            <a:stCxn id="181" idx="7"/>
            <a:endCxn id="287" idx="2"/>
          </p:cNvCxnSpPr>
          <p:nvPr/>
        </p:nvCxnSpPr>
        <p:spPr>
          <a:xfrm flipV="1">
            <a:off x="2323392" y="3122482"/>
            <a:ext cx="258939" cy="11822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4AD08465-73AC-6D57-EDC2-A74A14EFB8B6}"/>
              </a:ext>
            </a:extLst>
          </p:cNvPr>
          <p:cNvCxnSpPr>
            <a:cxnSpLocks/>
            <a:stCxn id="289" idx="4"/>
            <a:endCxn id="290" idx="1"/>
          </p:cNvCxnSpPr>
          <p:nvPr/>
        </p:nvCxnSpPr>
        <p:spPr>
          <a:xfrm>
            <a:off x="2112703" y="3821873"/>
            <a:ext cx="153465" cy="2512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E818E746-ED95-DBAC-0879-639F6085AFC5}"/>
              </a:ext>
            </a:extLst>
          </p:cNvPr>
          <p:cNvCxnSpPr>
            <a:cxnSpLocks/>
            <a:stCxn id="289" idx="6"/>
            <a:endCxn id="292" idx="2"/>
          </p:cNvCxnSpPr>
          <p:nvPr/>
        </p:nvCxnSpPr>
        <p:spPr>
          <a:xfrm>
            <a:off x="2204143" y="3730433"/>
            <a:ext cx="13675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77AE967C-CC78-016F-56A2-FC9ECD2B16A4}"/>
              </a:ext>
            </a:extLst>
          </p:cNvPr>
          <p:cNvCxnSpPr>
            <a:cxnSpLocks/>
            <a:stCxn id="290" idx="7"/>
            <a:endCxn id="296" idx="3"/>
          </p:cNvCxnSpPr>
          <p:nvPr/>
        </p:nvCxnSpPr>
        <p:spPr>
          <a:xfrm flipV="1">
            <a:off x="2395484" y="3968396"/>
            <a:ext cx="232476" cy="1047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FB2B4206-BB58-2793-71BB-E7F6D4449255}"/>
              </a:ext>
            </a:extLst>
          </p:cNvPr>
          <p:cNvCxnSpPr>
            <a:cxnSpLocks/>
            <a:stCxn id="292" idx="7"/>
            <a:endCxn id="295" idx="3"/>
          </p:cNvCxnSpPr>
          <p:nvPr/>
        </p:nvCxnSpPr>
        <p:spPr>
          <a:xfrm flipV="1">
            <a:off x="2496997" y="3529148"/>
            <a:ext cx="67646" cy="1366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9DB6B34C-77D5-FA8F-DDD4-B3CF6B87D366}"/>
              </a:ext>
            </a:extLst>
          </p:cNvPr>
          <p:cNvCxnSpPr>
            <a:cxnSpLocks/>
            <a:stCxn id="295" idx="7"/>
            <a:endCxn id="288" idx="3"/>
          </p:cNvCxnSpPr>
          <p:nvPr/>
        </p:nvCxnSpPr>
        <p:spPr>
          <a:xfrm flipV="1">
            <a:off x="2693959" y="3346268"/>
            <a:ext cx="285721" cy="535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7C8B9DF7-F14F-E53D-612C-C27E8AD39969}"/>
              </a:ext>
            </a:extLst>
          </p:cNvPr>
          <p:cNvCxnSpPr>
            <a:cxnSpLocks/>
            <a:stCxn id="287" idx="6"/>
            <a:endCxn id="288" idx="1"/>
          </p:cNvCxnSpPr>
          <p:nvPr/>
        </p:nvCxnSpPr>
        <p:spPr>
          <a:xfrm>
            <a:off x="2765211" y="3122482"/>
            <a:ext cx="214469" cy="944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1125D84-CF41-98D8-35E7-00E786838975}"/>
              </a:ext>
            </a:extLst>
          </p:cNvPr>
          <p:cNvCxnSpPr>
            <a:cxnSpLocks/>
            <a:stCxn id="290" idx="5"/>
            <a:endCxn id="294" idx="2"/>
          </p:cNvCxnSpPr>
          <p:nvPr/>
        </p:nvCxnSpPr>
        <p:spPr>
          <a:xfrm>
            <a:off x="2395484" y="4202444"/>
            <a:ext cx="186847" cy="2723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0221758E-7D49-A4AB-A749-0411AA379152}"/>
              </a:ext>
            </a:extLst>
          </p:cNvPr>
          <p:cNvCxnSpPr>
            <a:cxnSpLocks/>
            <a:stCxn id="294" idx="6"/>
            <a:endCxn id="291" idx="3"/>
          </p:cNvCxnSpPr>
          <p:nvPr/>
        </p:nvCxnSpPr>
        <p:spPr>
          <a:xfrm flipV="1">
            <a:off x="2765211" y="4111004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D265038E-8482-FB76-4C94-0452E0DA8BE6}"/>
              </a:ext>
            </a:extLst>
          </p:cNvPr>
          <p:cNvCxnSpPr>
            <a:cxnSpLocks/>
            <a:stCxn id="294" idx="0"/>
            <a:endCxn id="296" idx="4"/>
          </p:cNvCxnSpPr>
          <p:nvPr/>
        </p:nvCxnSpPr>
        <p:spPr>
          <a:xfrm flipV="1">
            <a:off x="2673771" y="3995178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AA1A60C7-44A3-DA65-F9FC-0129AE1E7014}"/>
              </a:ext>
            </a:extLst>
          </p:cNvPr>
          <p:cNvCxnSpPr>
            <a:cxnSpLocks/>
            <a:stCxn id="297" idx="6"/>
            <a:endCxn id="293" idx="1"/>
          </p:cNvCxnSpPr>
          <p:nvPr/>
        </p:nvCxnSpPr>
        <p:spPr>
          <a:xfrm>
            <a:off x="2985201" y="3615241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FADD570D-2408-9B5F-1893-E90DEF9AE3E1}"/>
              </a:ext>
            </a:extLst>
          </p:cNvPr>
          <p:cNvCxnSpPr>
            <a:cxnSpLocks/>
            <a:stCxn id="295" idx="1"/>
            <a:endCxn id="181" idx="5"/>
          </p:cNvCxnSpPr>
          <p:nvPr/>
        </p:nvCxnSpPr>
        <p:spPr>
          <a:xfrm flipH="1" flipV="1">
            <a:off x="2323392" y="3370020"/>
            <a:ext cx="241251" cy="298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E2641904-5969-DB8D-D872-B65F29EDC08B}"/>
              </a:ext>
            </a:extLst>
          </p:cNvPr>
          <p:cNvCxnSpPr>
            <a:cxnSpLocks/>
            <a:stCxn id="296" idx="1"/>
            <a:endCxn id="292" idx="5"/>
          </p:cNvCxnSpPr>
          <p:nvPr/>
        </p:nvCxnSpPr>
        <p:spPr>
          <a:xfrm flipH="1" flipV="1">
            <a:off x="2496997" y="3795091"/>
            <a:ext cx="130963" cy="439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11305B19-ADEF-DEBB-FA5C-C90443ADDE64}"/>
              </a:ext>
            </a:extLst>
          </p:cNvPr>
          <p:cNvCxnSpPr>
            <a:cxnSpLocks/>
            <a:stCxn id="297" idx="2"/>
            <a:endCxn id="295" idx="5"/>
          </p:cNvCxnSpPr>
          <p:nvPr/>
        </p:nvCxnSpPr>
        <p:spPr>
          <a:xfrm flipH="1" flipV="1">
            <a:off x="2693959" y="3529148"/>
            <a:ext cx="108362" cy="860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Oval 345">
            <a:extLst>
              <a:ext uri="{FF2B5EF4-FFF2-40B4-BE49-F238E27FC236}">
                <a16:creationId xmlns:a16="http://schemas.microsoft.com/office/drawing/2014/main" id="{3488E425-67C9-7726-915A-54551AD5A113}"/>
              </a:ext>
            </a:extLst>
          </p:cNvPr>
          <p:cNvSpPr/>
          <p:nvPr/>
        </p:nvSpPr>
        <p:spPr>
          <a:xfrm>
            <a:off x="1885190" y="18900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22564BE8-4F32-8A66-F676-E2C19FB8739D}"/>
              </a:ext>
            </a:extLst>
          </p:cNvPr>
          <p:cNvSpPr/>
          <p:nvPr/>
        </p:nvSpPr>
        <p:spPr>
          <a:xfrm>
            <a:off x="1878503" y="233611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69A32329-9AEF-2AB6-8247-5E737AE18DE9}"/>
              </a:ext>
            </a:extLst>
          </p:cNvPr>
          <p:cNvCxnSpPr>
            <a:cxnSpLocks/>
            <a:stCxn id="346" idx="4"/>
            <a:endCxn id="347" idx="0"/>
          </p:cNvCxnSpPr>
          <p:nvPr/>
        </p:nvCxnSpPr>
        <p:spPr>
          <a:xfrm flipH="1">
            <a:off x="1969943" y="2072920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Oval 350">
            <a:extLst>
              <a:ext uri="{FF2B5EF4-FFF2-40B4-BE49-F238E27FC236}">
                <a16:creationId xmlns:a16="http://schemas.microsoft.com/office/drawing/2014/main" id="{7F679E51-31EF-F069-111B-BB9C6FF1DA30}"/>
              </a:ext>
            </a:extLst>
          </p:cNvPr>
          <p:cNvSpPr/>
          <p:nvPr/>
        </p:nvSpPr>
        <p:spPr>
          <a:xfrm>
            <a:off x="2215425" y="18900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9CEC5451-EE4F-E9BB-939A-FE6E3BB79DBB}"/>
              </a:ext>
            </a:extLst>
          </p:cNvPr>
          <p:cNvSpPr/>
          <p:nvPr/>
        </p:nvSpPr>
        <p:spPr>
          <a:xfrm>
            <a:off x="2208738" y="233611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14F72840-64DA-4021-BF11-D6CEEEF7407D}"/>
              </a:ext>
            </a:extLst>
          </p:cNvPr>
          <p:cNvCxnSpPr>
            <a:cxnSpLocks/>
            <a:stCxn id="351" idx="4"/>
            <a:endCxn id="352" idx="0"/>
          </p:cNvCxnSpPr>
          <p:nvPr/>
        </p:nvCxnSpPr>
        <p:spPr>
          <a:xfrm flipH="1">
            <a:off x="2300178" y="2072920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Oval 353">
            <a:extLst>
              <a:ext uri="{FF2B5EF4-FFF2-40B4-BE49-F238E27FC236}">
                <a16:creationId xmlns:a16="http://schemas.microsoft.com/office/drawing/2014/main" id="{C193A136-C5FA-5556-45EE-2FDDAA1C634D}"/>
              </a:ext>
            </a:extLst>
          </p:cNvPr>
          <p:cNvSpPr/>
          <p:nvPr/>
        </p:nvSpPr>
        <p:spPr>
          <a:xfrm>
            <a:off x="2541057" y="18900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D5518902-C25C-BF38-709E-A42DE713BD76}"/>
              </a:ext>
            </a:extLst>
          </p:cNvPr>
          <p:cNvSpPr/>
          <p:nvPr/>
        </p:nvSpPr>
        <p:spPr>
          <a:xfrm>
            <a:off x="2534370" y="233611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505BE992-1ADE-1A01-5CA7-44B0A46D95C2}"/>
              </a:ext>
            </a:extLst>
          </p:cNvPr>
          <p:cNvCxnSpPr>
            <a:cxnSpLocks/>
            <a:stCxn id="354" idx="4"/>
            <a:endCxn id="355" idx="0"/>
          </p:cNvCxnSpPr>
          <p:nvPr/>
        </p:nvCxnSpPr>
        <p:spPr>
          <a:xfrm flipH="1">
            <a:off x="2625810" y="2072920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Oval 356">
            <a:extLst>
              <a:ext uri="{FF2B5EF4-FFF2-40B4-BE49-F238E27FC236}">
                <a16:creationId xmlns:a16="http://schemas.microsoft.com/office/drawing/2014/main" id="{AEFFDEFA-78E0-68DA-72F5-EA0F5399A8C8}"/>
              </a:ext>
            </a:extLst>
          </p:cNvPr>
          <p:cNvSpPr/>
          <p:nvPr/>
        </p:nvSpPr>
        <p:spPr>
          <a:xfrm>
            <a:off x="2844877" y="18900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F3976C1C-77E8-5EE0-2973-0510C33528B7}"/>
              </a:ext>
            </a:extLst>
          </p:cNvPr>
          <p:cNvSpPr/>
          <p:nvPr/>
        </p:nvSpPr>
        <p:spPr>
          <a:xfrm>
            <a:off x="2838190" y="233611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10CF777B-B8DE-F138-93FA-1BE188C41AB7}"/>
              </a:ext>
            </a:extLst>
          </p:cNvPr>
          <p:cNvCxnSpPr>
            <a:cxnSpLocks/>
            <a:stCxn id="357" idx="4"/>
            <a:endCxn id="358" idx="0"/>
          </p:cNvCxnSpPr>
          <p:nvPr/>
        </p:nvCxnSpPr>
        <p:spPr>
          <a:xfrm flipH="1">
            <a:off x="2929630" y="2072920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Oval 359">
            <a:extLst>
              <a:ext uri="{FF2B5EF4-FFF2-40B4-BE49-F238E27FC236}">
                <a16:creationId xmlns:a16="http://schemas.microsoft.com/office/drawing/2014/main" id="{D0418DF5-44AE-3D5D-C9A4-955815E3575B}"/>
              </a:ext>
            </a:extLst>
          </p:cNvPr>
          <p:cNvSpPr/>
          <p:nvPr/>
        </p:nvSpPr>
        <p:spPr>
          <a:xfrm>
            <a:off x="3175112" y="18900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528EAED3-61FD-645D-A2AE-F5DC8B5D6951}"/>
              </a:ext>
            </a:extLst>
          </p:cNvPr>
          <p:cNvSpPr/>
          <p:nvPr/>
        </p:nvSpPr>
        <p:spPr>
          <a:xfrm>
            <a:off x="3168425" y="233611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865EE996-FB56-626F-5288-49FD597C1343}"/>
              </a:ext>
            </a:extLst>
          </p:cNvPr>
          <p:cNvCxnSpPr>
            <a:cxnSpLocks/>
            <a:stCxn id="360" idx="4"/>
            <a:endCxn id="361" idx="0"/>
          </p:cNvCxnSpPr>
          <p:nvPr/>
        </p:nvCxnSpPr>
        <p:spPr>
          <a:xfrm flipH="1">
            <a:off x="3259865" y="2072920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81D53ABE-36F9-5BDB-3C5C-2B435D6BFFCC}"/>
              </a:ext>
            </a:extLst>
          </p:cNvPr>
          <p:cNvSpPr txBox="1"/>
          <p:nvPr/>
        </p:nvSpPr>
        <p:spPr>
          <a:xfrm>
            <a:off x="1919448" y="2519534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41C7E581-2D99-D3CD-BEB6-6101A57FED23}"/>
              </a:ext>
            </a:extLst>
          </p:cNvPr>
          <p:cNvSpPr txBox="1"/>
          <p:nvPr/>
        </p:nvSpPr>
        <p:spPr>
          <a:xfrm>
            <a:off x="2575315" y="2502716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2ECDC6CE-A6E5-0278-D62F-B0AC60A0917D}"/>
              </a:ext>
            </a:extLst>
          </p:cNvPr>
          <p:cNvSpPr txBox="1"/>
          <p:nvPr/>
        </p:nvSpPr>
        <p:spPr>
          <a:xfrm>
            <a:off x="2878766" y="2499060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D55CB033-4972-CDD0-48CB-541ED39E9199}"/>
              </a:ext>
            </a:extLst>
          </p:cNvPr>
          <p:cNvSpPr txBox="1"/>
          <p:nvPr/>
        </p:nvSpPr>
        <p:spPr>
          <a:xfrm>
            <a:off x="3214981" y="2411812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F51DAA96-8EFA-D918-D2E0-51005BAF85EA}"/>
              </a:ext>
            </a:extLst>
          </p:cNvPr>
          <p:cNvSpPr txBox="1"/>
          <p:nvPr/>
        </p:nvSpPr>
        <p:spPr>
          <a:xfrm>
            <a:off x="2233210" y="2406711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C1736936-A3A8-819D-203F-F6FA83E08D9D}"/>
              </a:ext>
            </a:extLst>
          </p:cNvPr>
          <p:cNvCxnSpPr>
            <a:cxnSpLocks/>
          </p:cNvCxnSpPr>
          <p:nvPr/>
        </p:nvCxnSpPr>
        <p:spPr>
          <a:xfrm flipV="1">
            <a:off x="3685147" y="2094298"/>
            <a:ext cx="757678" cy="178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Elbow Connector 375">
            <a:extLst>
              <a:ext uri="{FF2B5EF4-FFF2-40B4-BE49-F238E27FC236}">
                <a16:creationId xmlns:a16="http://schemas.microsoft.com/office/drawing/2014/main" id="{8B126697-97B4-6FB7-CD52-7E32E10C537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425838" y="1920428"/>
            <a:ext cx="2576517" cy="1043493"/>
          </a:xfrm>
          <a:prstGeom prst="bentConnector3">
            <a:avLst>
              <a:gd name="adj1" fmla="val 99908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FFF28255-B8CB-7AEE-BDE9-D1D9A68B8B9E}"/>
              </a:ext>
            </a:extLst>
          </p:cNvPr>
          <p:cNvCxnSpPr>
            <a:cxnSpLocks/>
          </p:cNvCxnSpPr>
          <p:nvPr/>
        </p:nvCxnSpPr>
        <p:spPr>
          <a:xfrm>
            <a:off x="339983" y="3722546"/>
            <a:ext cx="2984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F30BE181-3162-4142-8F17-F52C91CD5825}"/>
              </a:ext>
            </a:extLst>
          </p:cNvPr>
          <p:cNvCxnSpPr>
            <a:cxnSpLocks/>
          </p:cNvCxnSpPr>
          <p:nvPr/>
        </p:nvCxnSpPr>
        <p:spPr>
          <a:xfrm>
            <a:off x="340674" y="2238150"/>
            <a:ext cx="319538" cy="441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1E452E74-EBDF-FE49-FA1B-1A9F82863C07}"/>
              </a:ext>
            </a:extLst>
          </p:cNvPr>
          <p:cNvCxnSpPr>
            <a:cxnSpLocks/>
          </p:cNvCxnSpPr>
          <p:nvPr/>
        </p:nvCxnSpPr>
        <p:spPr>
          <a:xfrm flipV="1">
            <a:off x="3465644" y="2853846"/>
            <a:ext cx="1033936" cy="8687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BDB811BC-F21C-BA4C-7E58-1CB6E04B7FEE}"/>
              </a:ext>
            </a:extLst>
          </p:cNvPr>
          <p:cNvCxnSpPr>
            <a:cxnSpLocks/>
          </p:cNvCxnSpPr>
          <p:nvPr/>
        </p:nvCxnSpPr>
        <p:spPr>
          <a:xfrm>
            <a:off x="3652343" y="2204519"/>
            <a:ext cx="847237" cy="519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6" name="Elbow Connector 405">
            <a:extLst>
              <a:ext uri="{FF2B5EF4-FFF2-40B4-BE49-F238E27FC236}">
                <a16:creationId xmlns:a16="http://schemas.microsoft.com/office/drawing/2014/main" id="{A1B68208-0056-583F-0A52-9B29E972A31B}"/>
              </a:ext>
            </a:extLst>
          </p:cNvPr>
          <p:cNvCxnSpPr>
            <a:cxnSpLocks/>
          </p:cNvCxnSpPr>
          <p:nvPr/>
        </p:nvCxnSpPr>
        <p:spPr>
          <a:xfrm flipH="1">
            <a:off x="3514598" y="2853846"/>
            <a:ext cx="3252917" cy="1873544"/>
          </a:xfrm>
          <a:prstGeom prst="bentConnector3">
            <a:avLst>
              <a:gd name="adj1" fmla="val -1669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7" name="Elbow Connector 416">
            <a:extLst>
              <a:ext uri="{FF2B5EF4-FFF2-40B4-BE49-F238E27FC236}">
                <a16:creationId xmlns:a16="http://schemas.microsoft.com/office/drawing/2014/main" id="{4F3C7A02-3ECC-D69A-67A1-43ACB9BCDCD2}"/>
              </a:ext>
            </a:extLst>
          </p:cNvPr>
          <p:cNvCxnSpPr>
            <a:cxnSpLocks/>
            <a:stCxn id="284" idx="2"/>
          </p:cNvCxnSpPr>
          <p:nvPr/>
        </p:nvCxnSpPr>
        <p:spPr>
          <a:xfrm rot="5400000" flipH="1" flipV="1">
            <a:off x="4047639" y="248364"/>
            <a:ext cx="869415" cy="6361272"/>
          </a:xfrm>
          <a:prstGeom prst="bentConnector4">
            <a:avLst>
              <a:gd name="adj1" fmla="val -151189"/>
              <a:gd name="adj2" fmla="val 96922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6" name="Left-Right Arrow 435">
            <a:extLst>
              <a:ext uri="{FF2B5EF4-FFF2-40B4-BE49-F238E27FC236}">
                <a16:creationId xmlns:a16="http://schemas.microsoft.com/office/drawing/2014/main" id="{96A83AC3-8FC3-03C4-7FAD-63124D01F909}"/>
              </a:ext>
            </a:extLst>
          </p:cNvPr>
          <p:cNvSpPr/>
          <p:nvPr/>
        </p:nvSpPr>
        <p:spPr>
          <a:xfrm rot="2807128">
            <a:off x="1495399" y="4097132"/>
            <a:ext cx="544666" cy="235737"/>
          </a:xfrm>
          <a:prstGeom prst="left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7D0B1E2A-1791-9DAC-14DC-AE03F8ECD091}"/>
              </a:ext>
            </a:extLst>
          </p:cNvPr>
          <p:cNvSpPr txBox="1"/>
          <p:nvPr/>
        </p:nvSpPr>
        <p:spPr>
          <a:xfrm>
            <a:off x="6446110" y="4867836"/>
            <a:ext cx="1080956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Copy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0EF39BD0-F5C0-D2D7-00DA-A5E80E5ABC98}"/>
              </a:ext>
            </a:extLst>
          </p:cNvPr>
          <p:cNvSpPr txBox="1"/>
          <p:nvPr/>
        </p:nvSpPr>
        <p:spPr>
          <a:xfrm>
            <a:off x="8719987" y="3405365"/>
            <a:ext cx="1418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Results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AF4D30E4-FBB2-5191-7FA0-BDF4A4577D11}"/>
              </a:ext>
            </a:extLst>
          </p:cNvPr>
          <p:cNvSpPr/>
          <p:nvPr/>
        </p:nvSpPr>
        <p:spPr>
          <a:xfrm>
            <a:off x="1432744" y="671359"/>
            <a:ext cx="2383957" cy="924775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F3F8C502-CE1C-71EA-8D77-9719BAB68984}"/>
              </a:ext>
            </a:extLst>
          </p:cNvPr>
          <p:cNvSpPr/>
          <p:nvPr/>
        </p:nvSpPr>
        <p:spPr>
          <a:xfrm>
            <a:off x="7700003" y="2511086"/>
            <a:ext cx="2264208" cy="883058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16C3DA93-9969-F0FC-F34D-535B62F24F98}"/>
              </a:ext>
            </a:extLst>
          </p:cNvPr>
          <p:cNvSpPr txBox="1"/>
          <p:nvPr/>
        </p:nvSpPr>
        <p:spPr>
          <a:xfrm>
            <a:off x="1432744" y="305841"/>
            <a:ext cx="81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</a:t>
            </a: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1D6BC3BF-8675-DE2E-A95B-B984214D5B6C}"/>
              </a:ext>
            </a:extLst>
          </p:cNvPr>
          <p:cNvSpPr txBox="1"/>
          <p:nvPr/>
        </p:nvSpPr>
        <p:spPr>
          <a:xfrm>
            <a:off x="4509588" y="128233"/>
            <a:ext cx="81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Step2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90339EB-8121-8384-4188-1595B885F057}"/>
              </a:ext>
            </a:extLst>
          </p:cNvPr>
          <p:cNvSpPr txBox="1"/>
          <p:nvPr/>
        </p:nvSpPr>
        <p:spPr>
          <a:xfrm>
            <a:off x="9464730" y="2076305"/>
            <a:ext cx="81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Step3</a:t>
            </a: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85636C33-26C4-8BD7-BBE0-E76CA9D3B91C}"/>
              </a:ext>
            </a:extLst>
          </p:cNvPr>
          <p:cNvCxnSpPr>
            <a:cxnSpLocks/>
          </p:cNvCxnSpPr>
          <p:nvPr/>
        </p:nvCxnSpPr>
        <p:spPr>
          <a:xfrm>
            <a:off x="5716998" y="4115817"/>
            <a:ext cx="0" cy="611573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0" name="TextBox 459">
            <a:extLst>
              <a:ext uri="{FF2B5EF4-FFF2-40B4-BE49-F238E27FC236}">
                <a16:creationId xmlns:a16="http://schemas.microsoft.com/office/drawing/2014/main" id="{036DD263-F391-0E7E-52CB-D07679456E30}"/>
              </a:ext>
            </a:extLst>
          </p:cNvPr>
          <p:cNvSpPr txBox="1"/>
          <p:nvPr/>
        </p:nvSpPr>
        <p:spPr>
          <a:xfrm>
            <a:off x="5801708" y="4274525"/>
            <a:ext cx="1228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Unified 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55004EF1-E1F7-BDF9-6053-F1718A10BE88}"/>
              </a:ext>
            </a:extLst>
          </p:cNvPr>
          <p:cNvCxnSpPr>
            <a:cxnSpLocks/>
          </p:cNvCxnSpPr>
          <p:nvPr/>
        </p:nvCxnSpPr>
        <p:spPr>
          <a:xfrm flipV="1">
            <a:off x="7931447" y="3995178"/>
            <a:ext cx="0" cy="11804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137BA4D1-5816-10A4-A931-C16B063592A9}"/>
              </a:ext>
            </a:extLst>
          </p:cNvPr>
          <p:cNvCxnSpPr>
            <a:cxnSpLocks/>
          </p:cNvCxnSpPr>
          <p:nvPr/>
        </p:nvCxnSpPr>
        <p:spPr>
          <a:xfrm>
            <a:off x="7931447" y="5175613"/>
            <a:ext cx="25735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Rectangle 477">
            <a:extLst>
              <a:ext uri="{FF2B5EF4-FFF2-40B4-BE49-F238E27FC236}">
                <a16:creationId xmlns:a16="http://schemas.microsoft.com/office/drawing/2014/main" id="{0CC87A4F-1A5F-418E-E6CA-3538138CFFD2}"/>
              </a:ext>
            </a:extLst>
          </p:cNvPr>
          <p:cNvSpPr/>
          <p:nvPr/>
        </p:nvSpPr>
        <p:spPr>
          <a:xfrm>
            <a:off x="8385902" y="4273233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AA5EE418-0061-03D7-6016-B5C4A4680B67}"/>
              </a:ext>
            </a:extLst>
          </p:cNvPr>
          <p:cNvSpPr/>
          <p:nvPr/>
        </p:nvSpPr>
        <p:spPr>
          <a:xfrm>
            <a:off x="8664614" y="4272292"/>
            <a:ext cx="548640" cy="11956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D1A55E21-DE19-5320-4058-9F03882EF2BB}"/>
              </a:ext>
            </a:extLst>
          </p:cNvPr>
          <p:cNvSpPr/>
          <p:nvPr/>
        </p:nvSpPr>
        <p:spPr>
          <a:xfrm>
            <a:off x="8111582" y="4273233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56F17F10-3814-CD34-3976-DC4D4D7FF291}"/>
              </a:ext>
            </a:extLst>
          </p:cNvPr>
          <p:cNvSpPr/>
          <p:nvPr/>
        </p:nvSpPr>
        <p:spPr>
          <a:xfrm>
            <a:off x="8938934" y="4544368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F5D046AC-1EDF-EB7F-4BF4-6ECD88A94C27}"/>
              </a:ext>
            </a:extLst>
          </p:cNvPr>
          <p:cNvSpPr/>
          <p:nvPr/>
        </p:nvSpPr>
        <p:spPr>
          <a:xfrm>
            <a:off x="9213254" y="4545662"/>
            <a:ext cx="548640" cy="11721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44960579-0CFB-FC3E-0991-70A88DDF788E}"/>
              </a:ext>
            </a:extLst>
          </p:cNvPr>
          <p:cNvSpPr/>
          <p:nvPr/>
        </p:nvSpPr>
        <p:spPr>
          <a:xfrm>
            <a:off x="8664614" y="4544368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2C9DA800-D672-3FA5-DFE6-100136CC41AC}"/>
              </a:ext>
            </a:extLst>
          </p:cNvPr>
          <p:cNvSpPr/>
          <p:nvPr/>
        </p:nvSpPr>
        <p:spPr>
          <a:xfrm>
            <a:off x="9487574" y="4828140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E070830E-C453-37B2-6835-1D4981EB12D8}"/>
              </a:ext>
            </a:extLst>
          </p:cNvPr>
          <p:cNvSpPr/>
          <p:nvPr/>
        </p:nvSpPr>
        <p:spPr>
          <a:xfrm>
            <a:off x="9761894" y="4828140"/>
            <a:ext cx="54864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7DDCF3A-CAF0-3E2B-CC42-323269A24AE2}"/>
              </a:ext>
            </a:extLst>
          </p:cNvPr>
          <p:cNvSpPr/>
          <p:nvPr/>
        </p:nvSpPr>
        <p:spPr>
          <a:xfrm>
            <a:off x="9213254" y="4828140"/>
            <a:ext cx="274320" cy="11850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F38208FD-2D3D-965A-6641-D19646AE5A59}"/>
              </a:ext>
            </a:extLst>
          </p:cNvPr>
          <p:cNvCxnSpPr>
            <a:cxnSpLocks/>
          </p:cNvCxnSpPr>
          <p:nvPr/>
        </p:nvCxnSpPr>
        <p:spPr>
          <a:xfrm>
            <a:off x="8660222" y="4389516"/>
            <a:ext cx="0" cy="786097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8DF536E4-92CF-7D1D-D1F5-54DA0112ED70}"/>
              </a:ext>
            </a:extLst>
          </p:cNvPr>
          <p:cNvCxnSpPr>
            <a:cxnSpLocks/>
            <a:stCxn id="479" idx="3"/>
          </p:cNvCxnSpPr>
          <p:nvPr/>
        </p:nvCxnSpPr>
        <p:spPr>
          <a:xfrm>
            <a:off x="9213254" y="4332073"/>
            <a:ext cx="2490" cy="843540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3" name="TextBox 492">
            <a:extLst>
              <a:ext uri="{FF2B5EF4-FFF2-40B4-BE49-F238E27FC236}">
                <a16:creationId xmlns:a16="http://schemas.microsoft.com/office/drawing/2014/main" id="{16EA143B-15E4-198F-71A4-7F0DA3987BC4}"/>
              </a:ext>
            </a:extLst>
          </p:cNvPr>
          <p:cNvSpPr txBox="1"/>
          <p:nvPr/>
        </p:nvSpPr>
        <p:spPr>
          <a:xfrm>
            <a:off x="8004975" y="4082138"/>
            <a:ext cx="53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1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D92BB9FC-877C-6F82-EC81-6353677FE309}"/>
              </a:ext>
            </a:extLst>
          </p:cNvPr>
          <p:cNvSpPr txBox="1"/>
          <p:nvPr/>
        </p:nvSpPr>
        <p:spPr>
          <a:xfrm>
            <a:off x="8196262" y="4478948"/>
            <a:ext cx="53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2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3B52526B-4BD2-DA65-C6CD-4CF22694594F}"/>
              </a:ext>
            </a:extLst>
          </p:cNvPr>
          <p:cNvSpPr txBox="1"/>
          <p:nvPr/>
        </p:nvSpPr>
        <p:spPr>
          <a:xfrm>
            <a:off x="8768595" y="4775968"/>
            <a:ext cx="53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3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2B42EAB1-FE2F-FEA1-BE9F-C3168CBACA55}"/>
              </a:ext>
            </a:extLst>
          </p:cNvPr>
          <p:cNvSpPr txBox="1"/>
          <p:nvPr/>
        </p:nvSpPr>
        <p:spPr>
          <a:xfrm>
            <a:off x="10330516" y="4960169"/>
            <a:ext cx="53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C5CDF90-9CFC-72B6-5389-DCA335A77C78}"/>
              </a:ext>
            </a:extLst>
          </p:cNvPr>
          <p:cNvSpPr txBox="1"/>
          <p:nvPr/>
        </p:nvSpPr>
        <p:spPr>
          <a:xfrm>
            <a:off x="7753052" y="3809643"/>
            <a:ext cx="53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Id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569C373-9FF4-C442-F184-8ACF68EB2920}"/>
              </a:ext>
            </a:extLst>
          </p:cNvPr>
          <p:cNvSpPr/>
          <p:nvPr/>
        </p:nvSpPr>
        <p:spPr>
          <a:xfrm>
            <a:off x="4547286" y="506627"/>
            <a:ext cx="5436973" cy="3744097"/>
          </a:xfrm>
          <a:custGeom>
            <a:avLst/>
            <a:gdLst>
              <a:gd name="connsiteX0" fmla="*/ 2669060 w 5436973"/>
              <a:gd name="connsiteY0" fmla="*/ 12357 h 3744097"/>
              <a:gd name="connsiteX1" fmla="*/ 5424617 w 5436973"/>
              <a:gd name="connsiteY1" fmla="*/ 12357 h 3744097"/>
              <a:gd name="connsiteX2" fmla="*/ 5436973 w 5436973"/>
              <a:gd name="connsiteY2" fmla="*/ 1346887 h 3744097"/>
              <a:gd name="connsiteX3" fmla="*/ 3175687 w 5436973"/>
              <a:gd name="connsiteY3" fmla="*/ 1359243 h 3744097"/>
              <a:gd name="connsiteX4" fmla="*/ 2582563 w 5436973"/>
              <a:gd name="connsiteY4" fmla="*/ 1890584 h 3744097"/>
              <a:gd name="connsiteX5" fmla="*/ 2570206 w 5436973"/>
              <a:gd name="connsiteY5" fmla="*/ 3731741 h 3744097"/>
              <a:gd name="connsiteX6" fmla="*/ 0 w 5436973"/>
              <a:gd name="connsiteY6" fmla="*/ 3744097 h 3744097"/>
              <a:gd name="connsiteX7" fmla="*/ 24714 w 5436973"/>
              <a:gd name="connsiteY7" fmla="*/ 0 h 3744097"/>
              <a:gd name="connsiteX8" fmla="*/ 2669060 w 5436973"/>
              <a:gd name="connsiteY8" fmla="*/ 12357 h 3744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36973" h="3744097">
                <a:moveTo>
                  <a:pt x="2669060" y="12357"/>
                </a:moveTo>
                <a:lnTo>
                  <a:pt x="5424617" y="12357"/>
                </a:lnTo>
                <a:lnTo>
                  <a:pt x="5436973" y="1346887"/>
                </a:lnTo>
                <a:lnTo>
                  <a:pt x="3175687" y="1359243"/>
                </a:lnTo>
                <a:lnTo>
                  <a:pt x="2582563" y="1890584"/>
                </a:lnTo>
                <a:lnTo>
                  <a:pt x="2570206" y="3731741"/>
                </a:lnTo>
                <a:lnTo>
                  <a:pt x="0" y="3744097"/>
                </a:lnTo>
                <a:lnTo>
                  <a:pt x="24714" y="0"/>
                </a:lnTo>
                <a:lnTo>
                  <a:pt x="2669060" y="12357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1C071A-7207-7660-0031-50EB50E92516}"/>
              </a:ext>
            </a:extLst>
          </p:cNvPr>
          <p:cNvCxnSpPr>
            <a:cxnSpLocks/>
            <a:stCxn id="482" idx="3"/>
          </p:cNvCxnSpPr>
          <p:nvPr/>
        </p:nvCxnSpPr>
        <p:spPr>
          <a:xfrm>
            <a:off x="9761894" y="4604268"/>
            <a:ext cx="0" cy="571345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9D7CAF-C41E-76FE-AEDF-3F706754F068}"/>
              </a:ext>
            </a:extLst>
          </p:cNvPr>
          <p:cNvCxnSpPr>
            <a:cxnSpLocks/>
          </p:cNvCxnSpPr>
          <p:nvPr/>
        </p:nvCxnSpPr>
        <p:spPr>
          <a:xfrm>
            <a:off x="8113836" y="4297582"/>
            <a:ext cx="0" cy="871434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0FBCFA-B253-90AB-C3FE-09E5D447FAE0}"/>
              </a:ext>
            </a:extLst>
          </p:cNvPr>
          <p:cNvCxnSpPr>
            <a:cxnSpLocks/>
          </p:cNvCxnSpPr>
          <p:nvPr/>
        </p:nvCxnSpPr>
        <p:spPr>
          <a:xfrm flipH="1">
            <a:off x="10308044" y="4828140"/>
            <a:ext cx="2490" cy="347473"/>
          </a:xfrm>
          <a:prstGeom prst="line">
            <a:avLst/>
          </a:prstGeom>
          <a:ln w="9525">
            <a:solidFill>
              <a:srgbClr val="FF000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2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B03013-E592-99D0-D952-609342B46917}"/>
              </a:ext>
            </a:extLst>
          </p:cNvPr>
          <p:cNvSpPr/>
          <p:nvPr/>
        </p:nvSpPr>
        <p:spPr>
          <a:xfrm>
            <a:off x="956687" y="248309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1D90C-F455-D80A-0845-A2886D4E8CE1}"/>
              </a:ext>
            </a:extLst>
          </p:cNvPr>
          <p:cNvSpPr/>
          <p:nvPr/>
        </p:nvSpPr>
        <p:spPr>
          <a:xfrm>
            <a:off x="1871087" y="2483097"/>
            <a:ext cx="5486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offset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AE368-66EF-9C10-3194-FF5FC4D0CE7C}"/>
              </a:ext>
            </a:extLst>
          </p:cNvPr>
          <p:cNvSpPr/>
          <p:nvPr/>
        </p:nvSpPr>
        <p:spPr>
          <a:xfrm>
            <a:off x="1158257" y="284885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B6198-FF1A-50EE-EA91-33C2B5FAD3B6}"/>
              </a:ext>
            </a:extLst>
          </p:cNvPr>
          <p:cNvSpPr/>
          <p:nvPr/>
        </p:nvSpPr>
        <p:spPr>
          <a:xfrm>
            <a:off x="1158257" y="303173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B53A3-C4E0-CD85-F4B7-9AA43296EFBF}"/>
              </a:ext>
            </a:extLst>
          </p:cNvPr>
          <p:cNvSpPr/>
          <p:nvPr/>
        </p:nvSpPr>
        <p:spPr>
          <a:xfrm>
            <a:off x="1158257" y="321461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A225F-5768-CA01-B347-7FF50D4F2B3B}"/>
              </a:ext>
            </a:extLst>
          </p:cNvPr>
          <p:cNvSpPr/>
          <p:nvPr/>
        </p:nvSpPr>
        <p:spPr>
          <a:xfrm>
            <a:off x="1158257" y="339749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2C2AD-A979-3F27-CEB3-A2018C393353}"/>
              </a:ext>
            </a:extLst>
          </p:cNvPr>
          <p:cNvSpPr/>
          <p:nvPr/>
        </p:nvSpPr>
        <p:spPr>
          <a:xfrm>
            <a:off x="1158257" y="3580377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1BF7CF-0E09-5FEF-68FE-F63A7029A2B9}"/>
              </a:ext>
            </a:extLst>
          </p:cNvPr>
          <p:cNvSpPr/>
          <p:nvPr/>
        </p:nvSpPr>
        <p:spPr>
          <a:xfrm>
            <a:off x="2799932" y="4256502"/>
            <a:ext cx="914400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02B107-C0DA-2CD0-79F0-E8B6AB4401FD}"/>
              </a:ext>
            </a:extLst>
          </p:cNvPr>
          <p:cNvSpPr/>
          <p:nvPr/>
        </p:nvSpPr>
        <p:spPr>
          <a:xfrm>
            <a:off x="2799932" y="1921656"/>
            <a:ext cx="914400" cy="18288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ECB85A3-9248-E45A-F655-7735601D1A09}"/>
              </a:ext>
            </a:extLst>
          </p:cNvPr>
          <p:cNvCxnSpPr>
            <a:stCxn id="4" idx="1"/>
            <a:endCxn id="8" idx="1"/>
          </p:cNvCxnSpPr>
          <p:nvPr/>
        </p:nvCxnSpPr>
        <p:spPr>
          <a:xfrm rot="10800000" flipH="1" flipV="1">
            <a:off x="956687" y="2574537"/>
            <a:ext cx="201570" cy="731520"/>
          </a:xfrm>
          <a:prstGeom prst="bentConnector3">
            <a:avLst>
              <a:gd name="adj1" fmla="val -1134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12F4D9-9352-E992-1F53-ED42613BC21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072657" y="2695415"/>
            <a:ext cx="731521" cy="244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30E18DE-13C3-8714-7865-918122C6B5E6}"/>
              </a:ext>
            </a:extLst>
          </p:cNvPr>
          <p:cNvSpPr txBox="1"/>
          <p:nvPr/>
        </p:nvSpPr>
        <p:spPr>
          <a:xfrm>
            <a:off x="956685" y="2247276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Virtual Address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36FDF0-670A-E6FC-C0CE-A1DF32BBF14F}"/>
              </a:ext>
            </a:extLst>
          </p:cNvPr>
          <p:cNvSpPr txBox="1"/>
          <p:nvPr/>
        </p:nvSpPr>
        <p:spPr>
          <a:xfrm>
            <a:off x="2799932" y="1706212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63B1E4-67F3-692B-AD19-79F2363BC798}"/>
              </a:ext>
            </a:extLst>
          </p:cNvPr>
          <p:cNvSpPr txBox="1"/>
          <p:nvPr/>
        </p:nvSpPr>
        <p:spPr>
          <a:xfrm>
            <a:off x="2739769" y="4070496"/>
            <a:ext cx="1176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B76330-5EA0-A1D0-7B85-5D21829C9C2C}"/>
              </a:ext>
            </a:extLst>
          </p:cNvPr>
          <p:cNvSpPr/>
          <p:nvPr/>
        </p:nvSpPr>
        <p:spPr>
          <a:xfrm>
            <a:off x="2799931" y="2963910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AC15C7-1C5D-A29D-A9ED-6B4331B875B6}"/>
              </a:ext>
            </a:extLst>
          </p:cNvPr>
          <p:cNvSpPr/>
          <p:nvPr/>
        </p:nvSpPr>
        <p:spPr>
          <a:xfrm>
            <a:off x="2799930" y="4423119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E37E30-0E6E-A38D-3B52-DCCB8A6DF424}"/>
              </a:ext>
            </a:extLst>
          </p:cNvPr>
          <p:cNvSpPr/>
          <p:nvPr/>
        </p:nvSpPr>
        <p:spPr>
          <a:xfrm>
            <a:off x="2799930" y="2450159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m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E9C5291-414C-30DB-6A44-0C354A7CC78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072657" y="3199731"/>
            <a:ext cx="727273" cy="106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30F52CE-3A7B-D61C-DA15-977EBB21C82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072657" y="3123177"/>
            <a:ext cx="727273" cy="1535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3F3FA68-F75F-015E-3B9A-CA9336AE450F}"/>
              </a:ext>
            </a:extLst>
          </p:cNvPr>
          <p:cNvSpPr/>
          <p:nvPr/>
        </p:nvSpPr>
        <p:spPr>
          <a:xfrm>
            <a:off x="2799930" y="4935081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Area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48926AC-E25B-040D-384C-2A5848227838}"/>
              </a:ext>
            </a:extLst>
          </p:cNvPr>
          <p:cNvSpPr/>
          <p:nvPr/>
        </p:nvSpPr>
        <p:spPr>
          <a:xfrm>
            <a:off x="2799930" y="3514635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Area</a:t>
            </a:r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5F2B7882-B84A-835E-2E1B-137261F10499}"/>
              </a:ext>
            </a:extLst>
          </p:cNvPr>
          <p:cNvCxnSpPr>
            <a:cxnSpLocks/>
            <a:stCxn id="48" idx="3"/>
            <a:endCxn id="64" idx="3"/>
          </p:cNvCxnSpPr>
          <p:nvPr/>
        </p:nvCxnSpPr>
        <p:spPr>
          <a:xfrm flipH="1">
            <a:off x="3714330" y="3081821"/>
            <a:ext cx="1" cy="1971171"/>
          </a:xfrm>
          <a:prstGeom prst="curved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14F36E9E-EA4F-EEBE-DF90-E2D86862D684}"/>
              </a:ext>
            </a:extLst>
          </p:cNvPr>
          <p:cNvCxnSpPr>
            <a:cxnSpLocks/>
            <a:stCxn id="49" idx="3"/>
            <a:endCxn id="65" idx="3"/>
          </p:cNvCxnSpPr>
          <p:nvPr/>
        </p:nvCxnSpPr>
        <p:spPr>
          <a:xfrm flipV="1">
            <a:off x="3714330" y="3632546"/>
            <a:ext cx="12700" cy="908484"/>
          </a:xfrm>
          <a:prstGeom prst="curvedConnector3">
            <a:avLst>
              <a:gd name="adj1" fmla="val 111892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FA1DAB3A-5969-E89A-E26C-1309E8139AAD}"/>
              </a:ext>
            </a:extLst>
          </p:cNvPr>
          <p:cNvSpPr txBox="1"/>
          <p:nvPr/>
        </p:nvSpPr>
        <p:spPr>
          <a:xfrm rot="16200000">
            <a:off x="3392892" y="3707305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Memory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D45630-F4A3-09EC-2823-20044FB25CB7}"/>
              </a:ext>
            </a:extLst>
          </p:cNvPr>
          <p:cNvSpPr txBox="1"/>
          <p:nvPr/>
        </p:nvSpPr>
        <p:spPr>
          <a:xfrm>
            <a:off x="1077517" y="3763257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</a:t>
            </a:r>
          </a:p>
        </p:txBody>
      </p:sp>
    </p:spTree>
    <p:extLst>
      <p:ext uri="{BB962C8B-B14F-4D97-AF65-F5344CB8AC3E}">
        <p14:creationId xmlns:p14="http://schemas.microsoft.com/office/powerpoint/2010/main" val="23238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2D97D2-5D6F-D350-F621-CFAF1D0690AE}"/>
              </a:ext>
            </a:extLst>
          </p:cNvPr>
          <p:cNvSpPr/>
          <p:nvPr/>
        </p:nvSpPr>
        <p:spPr>
          <a:xfrm>
            <a:off x="720225" y="252852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90F4E-C45C-A1E0-0058-381708671E22}"/>
              </a:ext>
            </a:extLst>
          </p:cNvPr>
          <p:cNvSpPr/>
          <p:nvPr/>
        </p:nvSpPr>
        <p:spPr>
          <a:xfrm>
            <a:off x="1634625" y="2528523"/>
            <a:ext cx="5486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offset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B4641-413A-1344-FF5B-ED6A9A4E4B59}"/>
              </a:ext>
            </a:extLst>
          </p:cNvPr>
          <p:cNvSpPr/>
          <p:nvPr/>
        </p:nvSpPr>
        <p:spPr>
          <a:xfrm>
            <a:off x="921795" y="289428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E3546-A089-7909-319F-EEF8B9AB1C19}"/>
              </a:ext>
            </a:extLst>
          </p:cNvPr>
          <p:cNvSpPr/>
          <p:nvPr/>
        </p:nvSpPr>
        <p:spPr>
          <a:xfrm>
            <a:off x="921795" y="307716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971F4-0928-F3CD-BE85-735226D25393}"/>
              </a:ext>
            </a:extLst>
          </p:cNvPr>
          <p:cNvSpPr/>
          <p:nvPr/>
        </p:nvSpPr>
        <p:spPr>
          <a:xfrm>
            <a:off x="921795" y="326004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E4DC8-6DC7-4107-58C9-14AD559A970C}"/>
              </a:ext>
            </a:extLst>
          </p:cNvPr>
          <p:cNvSpPr/>
          <p:nvPr/>
        </p:nvSpPr>
        <p:spPr>
          <a:xfrm>
            <a:off x="921795" y="344292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098321-4C35-5FDE-0015-4E59FAEE92A6}"/>
              </a:ext>
            </a:extLst>
          </p:cNvPr>
          <p:cNvSpPr/>
          <p:nvPr/>
        </p:nvSpPr>
        <p:spPr>
          <a:xfrm>
            <a:off x="921795" y="3625803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B166B-04FA-503F-2A3C-2EEA2A9D8F69}"/>
              </a:ext>
            </a:extLst>
          </p:cNvPr>
          <p:cNvSpPr/>
          <p:nvPr/>
        </p:nvSpPr>
        <p:spPr>
          <a:xfrm>
            <a:off x="720225" y="448901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page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C1F71D-C911-9933-B818-F1FFC635C2D1}"/>
              </a:ext>
            </a:extLst>
          </p:cNvPr>
          <p:cNvSpPr/>
          <p:nvPr/>
        </p:nvSpPr>
        <p:spPr>
          <a:xfrm>
            <a:off x="1634625" y="4489018"/>
            <a:ext cx="54864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offset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AC1B0B-070F-A32F-61F1-29CD39D6A6A5}"/>
              </a:ext>
            </a:extLst>
          </p:cNvPr>
          <p:cNvSpPr/>
          <p:nvPr/>
        </p:nvSpPr>
        <p:spPr>
          <a:xfrm>
            <a:off x="921795" y="485477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7BC448-4706-8FCA-E7FA-5A1BD21C85EA}"/>
              </a:ext>
            </a:extLst>
          </p:cNvPr>
          <p:cNvSpPr/>
          <p:nvPr/>
        </p:nvSpPr>
        <p:spPr>
          <a:xfrm>
            <a:off x="921795" y="503765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C8B10-2A81-23EB-FD89-451198673828}"/>
              </a:ext>
            </a:extLst>
          </p:cNvPr>
          <p:cNvSpPr/>
          <p:nvPr/>
        </p:nvSpPr>
        <p:spPr>
          <a:xfrm>
            <a:off x="921795" y="522053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E10741-CE29-FC61-FB5A-1FC18814F73A}"/>
              </a:ext>
            </a:extLst>
          </p:cNvPr>
          <p:cNvSpPr/>
          <p:nvPr/>
        </p:nvSpPr>
        <p:spPr>
          <a:xfrm>
            <a:off x="921795" y="540341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812844-36F8-ABCE-F4F0-D7F9419762B1}"/>
              </a:ext>
            </a:extLst>
          </p:cNvPr>
          <p:cNvSpPr/>
          <p:nvPr/>
        </p:nvSpPr>
        <p:spPr>
          <a:xfrm>
            <a:off x="921795" y="5586298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4DB7F0-99CA-7B12-7A33-288F2FE9BCCC}"/>
              </a:ext>
            </a:extLst>
          </p:cNvPr>
          <p:cNvSpPr txBox="1"/>
          <p:nvPr/>
        </p:nvSpPr>
        <p:spPr>
          <a:xfrm>
            <a:off x="647474" y="2306695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Virtual Address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7FA0A-FC31-8878-364A-56B634A663CA}"/>
              </a:ext>
            </a:extLst>
          </p:cNvPr>
          <p:cNvSpPr txBox="1"/>
          <p:nvPr/>
        </p:nvSpPr>
        <p:spPr>
          <a:xfrm>
            <a:off x="647473" y="4271024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 Address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3F6EFB-EC3C-7FAA-9F96-61E8D39CD156}"/>
              </a:ext>
            </a:extLst>
          </p:cNvPr>
          <p:cNvSpPr/>
          <p:nvPr/>
        </p:nvSpPr>
        <p:spPr>
          <a:xfrm>
            <a:off x="2490567" y="4849446"/>
            <a:ext cx="914400" cy="9144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FD1EEF-1119-8DE2-30CA-8226E6006BB6}"/>
              </a:ext>
            </a:extLst>
          </p:cNvPr>
          <p:cNvSpPr/>
          <p:nvPr/>
        </p:nvSpPr>
        <p:spPr>
          <a:xfrm>
            <a:off x="2490567" y="2514600"/>
            <a:ext cx="914400" cy="18288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2D85DA-2596-930D-BE75-4B825C4E475A}"/>
              </a:ext>
            </a:extLst>
          </p:cNvPr>
          <p:cNvSpPr txBox="1"/>
          <p:nvPr/>
        </p:nvSpPr>
        <p:spPr>
          <a:xfrm>
            <a:off x="2490567" y="2299156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A8CF73-11CE-BC19-68F8-71B672F98CBA}"/>
              </a:ext>
            </a:extLst>
          </p:cNvPr>
          <p:cNvSpPr txBox="1"/>
          <p:nvPr/>
        </p:nvSpPr>
        <p:spPr>
          <a:xfrm>
            <a:off x="2430404" y="4663440"/>
            <a:ext cx="11761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8B2B3B-13B6-7F1F-216C-CDA4BE90CB7D}"/>
              </a:ext>
            </a:extLst>
          </p:cNvPr>
          <p:cNvSpPr/>
          <p:nvPr/>
        </p:nvSpPr>
        <p:spPr>
          <a:xfrm>
            <a:off x="2490565" y="3842681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B4577F-6CF2-D46C-3998-63B28CD79150}"/>
              </a:ext>
            </a:extLst>
          </p:cNvPr>
          <p:cNvSpPr/>
          <p:nvPr/>
        </p:nvSpPr>
        <p:spPr>
          <a:xfrm>
            <a:off x="2490565" y="5326120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058DB5-145D-6D87-66C1-94D4D9E611B4}"/>
              </a:ext>
            </a:extLst>
          </p:cNvPr>
          <p:cNvSpPr/>
          <p:nvPr/>
        </p:nvSpPr>
        <p:spPr>
          <a:xfrm>
            <a:off x="2490565" y="3043103"/>
            <a:ext cx="914400" cy="2358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m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384BB10-8294-76F5-10F6-D8A452932B8F}"/>
              </a:ext>
            </a:extLst>
          </p:cNvPr>
          <p:cNvCxnSpPr>
            <a:stCxn id="4" idx="1"/>
            <a:endCxn id="8" idx="1"/>
          </p:cNvCxnSpPr>
          <p:nvPr/>
        </p:nvCxnSpPr>
        <p:spPr>
          <a:xfrm rot="10800000" flipH="1" flipV="1">
            <a:off x="720225" y="2619963"/>
            <a:ext cx="201570" cy="731520"/>
          </a:xfrm>
          <a:prstGeom prst="bentConnector3">
            <a:avLst>
              <a:gd name="adj1" fmla="val -1134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B6D9FC5-7F95-E35B-42C1-F9D81F473C7A}"/>
              </a:ext>
            </a:extLst>
          </p:cNvPr>
          <p:cNvCxnSpPr>
            <a:cxnSpLocks/>
            <a:stCxn id="12" idx="1"/>
            <a:endCxn id="16" idx="1"/>
          </p:cNvCxnSpPr>
          <p:nvPr/>
        </p:nvCxnSpPr>
        <p:spPr>
          <a:xfrm rot="10800000" flipH="1" flipV="1">
            <a:off x="720225" y="4580458"/>
            <a:ext cx="201570" cy="731520"/>
          </a:xfrm>
          <a:prstGeom prst="bentConnector3">
            <a:avLst>
              <a:gd name="adj1" fmla="val -1134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1A87DD-D471-BE82-79E0-114B7C9DD1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836195" y="3168603"/>
            <a:ext cx="650652" cy="116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D5DF05-C838-E825-6ECB-7A745001935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836195" y="3534363"/>
            <a:ext cx="666958" cy="55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1DB45F7-EB22-0E53-9364-85DB97EF5DE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836195" y="4946218"/>
            <a:ext cx="650652" cy="64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F82D3E-FAB8-B420-E4A2-CDBE990899A2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836195" y="4080750"/>
            <a:ext cx="666958" cy="1231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1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B9884C-0A52-7155-5917-A70A15D24CC0}"/>
              </a:ext>
            </a:extLst>
          </p:cNvPr>
          <p:cNvSpPr/>
          <p:nvPr/>
        </p:nvSpPr>
        <p:spPr>
          <a:xfrm>
            <a:off x="3327720" y="2435880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0BAB0C-0CE2-9053-83DA-39CA1E758116}"/>
              </a:ext>
            </a:extLst>
          </p:cNvPr>
          <p:cNvSpPr/>
          <p:nvPr/>
        </p:nvSpPr>
        <p:spPr>
          <a:xfrm>
            <a:off x="3327720" y="2618760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B97BF-4E26-38C4-C81C-AC913B4B9B41}"/>
              </a:ext>
            </a:extLst>
          </p:cNvPr>
          <p:cNvSpPr/>
          <p:nvPr/>
        </p:nvSpPr>
        <p:spPr>
          <a:xfrm>
            <a:off x="3327720" y="2801640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B1227-0E30-0A5D-471A-066809E11010}"/>
              </a:ext>
            </a:extLst>
          </p:cNvPr>
          <p:cNvSpPr/>
          <p:nvPr/>
        </p:nvSpPr>
        <p:spPr>
          <a:xfrm>
            <a:off x="3327719" y="2984520"/>
            <a:ext cx="1203567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5B1B69-A432-931F-09DB-971CDCDEDFDF}"/>
              </a:ext>
            </a:extLst>
          </p:cNvPr>
          <p:cNvSpPr/>
          <p:nvPr/>
        </p:nvSpPr>
        <p:spPr>
          <a:xfrm>
            <a:off x="3327720" y="3167400"/>
            <a:ext cx="1055286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231653-00E7-40C4-8C5D-CE46720324EC}"/>
              </a:ext>
            </a:extLst>
          </p:cNvPr>
          <p:cNvSpPr/>
          <p:nvPr/>
        </p:nvSpPr>
        <p:spPr>
          <a:xfrm>
            <a:off x="3327719" y="3350280"/>
            <a:ext cx="914400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D51F94-3692-F3E2-A2CA-60C2D35A81B1}"/>
              </a:ext>
            </a:extLst>
          </p:cNvPr>
          <p:cNvSpPr/>
          <p:nvPr/>
        </p:nvSpPr>
        <p:spPr>
          <a:xfrm>
            <a:off x="3327719" y="3533160"/>
            <a:ext cx="758724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4FB23-9F7B-408C-A400-2F7396A0160A}"/>
              </a:ext>
            </a:extLst>
          </p:cNvPr>
          <p:cNvSpPr/>
          <p:nvPr/>
        </p:nvSpPr>
        <p:spPr>
          <a:xfrm>
            <a:off x="3327719" y="3716040"/>
            <a:ext cx="548659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6AFDA5-FE73-DFE1-4FD1-2790FC1F6926}"/>
              </a:ext>
            </a:extLst>
          </p:cNvPr>
          <p:cNvSpPr/>
          <p:nvPr/>
        </p:nvSpPr>
        <p:spPr>
          <a:xfrm>
            <a:off x="3327719" y="4259244"/>
            <a:ext cx="1339492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8B625-85D0-CA31-FC3B-98A093B92327}"/>
              </a:ext>
            </a:extLst>
          </p:cNvPr>
          <p:cNvSpPr txBox="1"/>
          <p:nvPr/>
        </p:nvSpPr>
        <p:spPr>
          <a:xfrm>
            <a:off x="2883366" y="2428073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3A435B-3599-EF35-EDE4-34F8A2F80075}"/>
              </a:ext>
            </a:extLst>
          </p:cNvPr>
          <p:cNvSpPr txBox="1"/>
          <p:nvPr/>
        </p:nvSpPr>
        <p:spPr>
          <a:xfrm>
            <a:off x="2883364" y="2614857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13619-31E0-81BF-17A2-E29F3BD7C40E}"/>
              </a:ext>
            </a:extLst>
          </p:cNvPr>
          <p:cNvSpPr txBox="1"/>
          <p:nvPr/>
        </p:nvSpPr>
        <p:spPr>
          <a:xfrm>
            <a:off x="2883352" y="2783835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F23CEE-C77E-F85D-8C7D-AB713D1BE067}"/>
              </a:ext>
            </a:extLst>
          </p:cNvPr>
          <p:cNvSpPr txBox="1"/>
          <p:nvPr/>
        </p:nvSpPr>
        <p:spPr>
          <a:xfrm>
            <a:off x="2883352" y="2953416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77E14E-066D-67A8-4C64-2E31FB26568C}"/>
              </a:ext>
            </a:extLst>
          </p:cNvPr>
          <p:cNvSpPr txBox="1"/>
          <p:nvPr/>
        </p:nvSpPr>
        <p:spPr>
          <a:xfrm>
            <a:off x="2883358" y="3150625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62DC06-705F-F3A4-FFCA-1F2AD8A19BC5}"/>
              </a:ext>
            </a:extLst>
          </p:cNvPr>
          <p:cNvSpPr txBox="1"/>
          <p:nvPr/>
        </p:nvSpPr>
        <p:spPr>
          <a:xfrm>
            <a:off x="2883356" y="3337409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56411C-3FD1-7578-862B-23FEA18B7FF8}"/>
              </a:ext>
            </a:extLst>
          </p:cNvPr>
          <p:cNvSpPr txBox="1"/>
          <p:nvPr/>
        </p:nvSpPr>
        <p:spPr>
          <a:xfrm>
            <a:off x="2883352" y="3506476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01195B-1758-B2CB-B5FB-3A05C1BBC978}"/>
              </a:ext>
            </a:extLst>
          </p:cNvPr>
          <p:cNvSpPr txBox="1"/>
          <p:nvPr/>
        </p:nvSpPr>
        <p:spPr>
          <a:xfrm>
            <a:off x="2883352" y="3694452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CC0EFF-C492-88EB-D6F7-468680B7A4FE}"/>
              </a:ext>
            </a:extLst>
          </p:cNvPr>
          <p:cNvSpPr txBox="1"/>
          <p:nvPr/>
        </p:nvSpPr>
        <p:spPr>
          <a:xfrm>
            <a:off x="2883352" y="4221616"/>
            <a:ext cx="4443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9D03F6-B67E-CF2B-594D-4A80EF022462}"/>
              </a:ext>
            </a:extLst>
          </p:cNvPr>
          <p:cNvSpPr txBox="1"/>
          <p:nvPr/>
        </p:nvSpPr>
        <p:spPr>
          <a:xfrm rot="16200000">
            <a:off x="3325049" y="3974078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D681F3-54B7-BA5B-1D00-3CB90F9C8D66}"/>
              </a:ext>
            </a:extLst>
          </p:cNvPr>
          <p:cNvSpPr/>
          <p:nvPr/>
        </p:nvSpPr>
        <p:spPr>
          <a:xfrm rot="5400000">
            <a:off x="4320321" y="3218565"/>
            <a:ext cx="2254111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959840-120D-416A-406C-82187CA146F5}"/>
              </a:ext>
            </a:extLst>
          </p:cNvPr>
          <p:cNvSpPr/>
          <p:nvPr/>
        </p:nvSpPr>
        <p:spPr>
          <a:xfrm rot="5400000">
            <a:off x="5465452" y="3864047"/>
            <a:ext cx="930584" cy="21544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7561875-41D4-C2CD-8261-B31324447E67}"/>
              </a:ext>
            </a:extLst>
          </p:cNvPr>
          <p:cNvCxnSpPr>
            <a:cxnSpLocks/>
            <a:stCxn id="33" idx="3"/>
          </p:cNvCxnSpPr>
          <p:nvPr/>
        </p:nvCxnSpPr>
        <p:spPr>
          <a:xfrm flipH="1">
            <a:off x="5538817" y="4437061"/>
            <a:ext cx="391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1B80EC2-4615-3EB7-21B2-C203EF69D844}"/>
              </a:ext>
            </a:extLst>
          </p:cNvPr>
          <p:cNvCxnSpPr>
            <a:cxnSpLocks/>
          </p:cNvCxnSpPr>
          <p:nvPr/>
        </p:nvCxnSpPr>
        <p:spPr>
          <a:xfrm flipH="1" flipV="1">
            <a:off x="5538817" y="3971768"/>
            <a:ext cx="275806" cy="249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9DD176-A093-D22D-236F-24665D4AB730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 flipH="1" flipV="1">
            <a:off x="5538817" y="3310006"/>
            <a:ext cx="284206" cy="661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42EF0A-FE24-F1A7-7BB9-0962CA1E8C69}"/>
              </a:ext>
            </a:extLst>
          </p:cNvPr>
          <p:cNvCxnSpPr>
            <a:cxnSpLocks/>
          </p:cNvCxnSpPr>
          <p:nvPr/>
        </p:nvCxnSpPr>
        <p:spPr>
          <a:xfrm flipH="1" flipV="1">
            <a:off x="5538817" y="2182949"/>
            <a:ext cx="275806" cy="1323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747B4B4-D32C-D260-87B5-5181D3D0FC76}"/>
              </a:ext>
            </a:extLst>
          </p:cNvPr>
          <p:cNvSpPr txBox="1"/>
          <p:nvPr/>
        </p:nvSpPr>
        <p:spPr>
          <a:xfrm>
            <a:off x="3269815" y="1798395"/>
            <a:ext cx="12614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 List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50FC23-F264-D14A-FBDD-5FAF7046A4AE}"/>
              </a:ext>
            </a:extLst>
          </p:cNvPr>
          <p:cNvSpPr txBox="1"/>
          <p:nvPr/>
        </p:nvSpPr>
        <p:spPr>
          <a:xfrm>
            <a:off x="5017165" y="1798396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Sparse Row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5DD77C-9AE1-E1D5-BF34-0B3E358A6D4D}"/>
              </a:ext>
            </a:extLst>
          </p:cNvPr>
          <p:cNvSpPr txBox="1"/>
          <p:nvPr/>
        </p:nvSpPr>
        <p:spPr>
          <a:xfrm>
            <a:off x="3269815" y="4711138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Graph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96BA6D-312F-97F9-A667-ADC4479EF88C}"/>
              </a:ext>
            </a:extLst>
          </p:cNvPr>
          <p:cNvSpPr txBox="1"/>
          <p:nvPr/>
        </p:nvSpPr>
        <p:spPr>
          <a:xfrm>
            <a:off x="5017165" y="4698324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Sampled Subgraph</a:t>
            </a:r>
          </a:p>
        </p:txBody>
      </p:sp>
    </p:spTree>
    <p:extLst>
      <p:ext uri="{BB962C8B-B14F-4D97-AF65-F5344CB8AC3E}">
        <p14:creationId xmlns:p14="http://schemas.microsoft.com/office/powerpoint/2010/main" val="301499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115">
            <a:extLst>
              <a:ext uri="{FF2B5EF4-FFF2-40B4-BE49-F238E27FC236}">
                <a16:creationId xmlns:a16="http://schemas.microsoft.com/office/drawing/2014/main" id="{8C12148D-D1E7-412E-96E1-DB02F8E1431B}"/>
              </a:ext>
            </a:extLst>
          </p:cNvPr>
          <p:cNvSpPr/>
          <p:nvPr/>
        </p:nvSpPr>
        <p:spPr>
          <a:xfrm>
            <a:off x="2545100" y="24159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0365A6CA-F4D5-6EBF-43AF-D514EFD9EA5A}"/>
              </a:ext>
            </a:extLst>
          </p:cNvPr>
          <p:cNvSpPr/>
          <p:nvPr/>
        </p:nvSpPr>
        <p:spPr>
          <a:xfrm>
            <a:off x="2538413" y="286201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34F2EC4-8C6C-0079-6A87-ED10FDE63E40}"/>
              </a:ext>
            </a:extLst>
          </p:cNvPr>
          <p:cNvCxnSpPr>
            <a:cxnSpLocks/>
            <a:stCxn id="116" idx="4"/>
            <a:endCxn id="117" idx="0"/>
          </p:cNvCxnSpPr>
          <p:nvPr/>
        </p:nvCxnSpPr>
        <p:spPr>
          <a:xfrm flipH="1">
            <a:off x="2629853" y="259882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7A82C56B-20B7-A96B-1D76-AA178C134E23}"/>
              </a:ext>
            </a:extLst>
          </p:cNvPr>
          <p:cNvSpPr/>
          <p:nvPr/>
        </p:nvSpPr>
        <p:spPr>
          <a:xfrm>
            <a:off x="2875335" y="24159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07A45392-8F2A-6B14-B1B0-1B9DA4A08871}"/>
              </a:ext>
            </a:extLst>
          </p:cNvPr>
          <p:cNvSpPr/>
          <p:nvPr/>
        </p:nvSpPr>
        <p:spPr>
          <a:xfrm>
            <a:off x="2868648" y="286201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11797B8-6F4A-C123-0C0B-1F59B553F1C2}"/>
              </a:ext>
            </a:extLst>
          </p:cNvPr>
          <p:cNvCxnSpPr>
            <a:cxnSpLocks/>
            <a:stCxn id="119" idx="4"/>
            <a:endCxn id="120" idx="0"/>
          </p:cNvCxnSpPr>
          <p:nvPr/>
        </p:nvCxnSpPr>
        <p:spPr>
          <a:xfrm flipH="1">
            <a:off x="2960088" y="259882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A44A39A4-790C-B0C7-85BF-6F96A12836CD}"/>
              </a:ext>
            </a:extLst>
          </p:cNvPr>
          <p:cNvSpPr/>
          <p:nvPr/>
        </p:nvSpPr>
        <p:spPr>
          <a:xfrm>
            <a:off x="3200967" y="24159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BA43B8DD-B11D-6876-8637-48AE851D39B0}"/>
              </a:ext>
            </a:extLst>
          </p:cNvPr>
          <p:cNvSpPr/>
          <p:nvPr/>
        </p:nvSpPr>
        <p:spPr>
          <a:xfrm>
            <a:off x="3194280" y="286201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D71F6FD-2D43-C74D-4373-34E1C7E28618}"/>
              </a:ext>
            </a:extLst>
          </p:cNvPr>
          <p:cNvCxnSpPr>
            <a:cxnSpLocks/>
            <a:stCxn id="122" idx="4"/>
            <a:endCxn id="123" idx="0"/>
          </p:cNvCxnSpPr>
          <p:nvPr/>
        </p:nvCxnSpPr>
        <p:spPr>
          <a:xfrm flipH="1">
            <a:off x="3285720" y="259882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F221217D-FB9A-FD3E-E890-FCF61CFED5DF}"/>
              </a:ext>
            </a:extLst>
          </p:cNvPr>
          <p:cNvSpPr/>
          <p:nvPr/>
        </p:nvSpPr>
        <p:spPr>
          <a:xfrm>
            <a:off x="3504787" y="24159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7F71CC1-3E87-C8E7-5D37-D5861C8AFCE6}"/>
              </a:ext>
            </a:extLst>
          </p:cNvPr>
          <p:cNvSpPr/>
          <p:nvPr/>
        </p:nvSpPr>
        <p:spPr>
          <a:xfrm>
            <a:off x="3498100" y="286201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550FAB0-0ACD-EF71-3517-C7228BE11CDD}"/>
              </a:ext>
            </a:extLst>
          </p:cNvPr>
          <p:cNvCxnSpPr>
            <a:cxnSpLocks/>
            <a:stCxn id="125" idx="4"/>
            <a:endCxn id="126" idx="0"/>
          </p:cNvCxnSpPr>
          <p:nvPr/>
        </p:nvCxnSpPr>
        <p:spPr>
          <a:xfrm flipH="1">
            <a:off x="3589540" y="259882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70A7F369-0850-3959-842A-AC7CD62F7D68}"/>
              </a:ext>
            </a:extLst>
          </p:cNvPr>
          <p:cNvSpPr/>
          <p:nvPr/>
        </p:nvSpPr>
        <p:spPr>
          <a:xfrm>
            <a:off x="3835022" y="24159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4BDFB00-7802-D17D-2372-AB5374AA2B08}"/>
              </a:ext>
            </a:extLst>
          </p:cNvPr>
          <p:cNvSpPr/>
          <p:nvPr/>
        </p:nvSpPr>
        <p:spPr>
          <a:xfrm>
            <a:off x="3828335" y="286201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D1F974A-3D0A-4EC1-6DEA-E792B91CD9C3}"/>
              </a:ext>
            </a:extLst>
          </p:cNvPr>
          <p:cNvCxnSpPr>
            <a:cxnSpLocks/>
            <a:stCxn id="128" idx="4"/>
            <a:endCxn id="129" idx="0"/>
          </p:cNvCxnSpPr>
          <p:nvPr/>
        </p:nvCxnSpPr>
        <p:spPr>
          <a:xfrm flipH="1">
            <a:off x="3919775" y="259882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EFEA002-20EE-8534-8BAD-5B6681B045E2}"/>
              </a:ext>
            </a:extLst>
          </p:cNvPr>
          <p:cNvSpPr txBox="1"/>
          <p:nvPr/>
        </p:nvSpPr>
        <p:spPr>
          <a:xfrm>
            <a:off x="2579358" y="3045435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323434B-CA55-B18C-1896-8234F22FA61C}"/>
              </a:ext>
            </a:extLst>
          </p:cNvPr>
          <p:cNvSpPr txBox="1"/>
          <p:nvPr/>
        </p:nvSpPr>
        <p:spPr>
          <a:xfrm>
            <a:off x="3235225" y="3028617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0FE7ABA-05FF-03F7-D82E-1E038E23E03F}"/>
              </a:ext>
            </a:extLst>
          </p:cNvPr>
          <p:cNvSpPr txBox="1"/>
          <p:nvPr/>
        </p:nvSpPr>
        <p:spPr>
          <a:xfrm>
            <a:off x="3538676" y="3024961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1F0808B-E204-2A23-E71C-35B9C6D352E9}"/>
              </a:ext>
            </a:extLst>
          </p:cNvPr>
          <p:cNvSpPr txBox="1"/>
          <p:nvPr/>
        </p:nvSpPr>
        <p:spPr>
          <a:xfrm>
            <a:off x="3874891" y="2937713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6EF154F-19F9-3749-E4E5-E74EBE7A9605}"/>
              </a:ext>
            </a:extLst>
          </p:cNvPr>
          <p:cNvSpPr txBox="1"/>
          <p:nvPr/>
        </p:nvSpPr>
        <p:spPr>
          <a:xfrm>
            <a:off x="2893120" y="2932612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9AF3044-8358-2834-F112-4E3C02C0E660}"/>
              </a:ext>
            </a:extLst>
          </p:cNvPr>
          <p:cNvSpPr/>
          <p:nvPr/>
        </p:nvSpPr>
        <p:spPr>
          <a:xfrm rot="5400000">
            <a:off x="3998993" y="3634732"/>
            <a:ext cx="2254111" cy="1828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30EDFDF-BD03-0EAA-088F-93BD57857B26}"/>
              </a:ext>
            </a:extLst>
          </p:cNvPr>
          <p:cNvSpPr/>
          <p:nvPr/>
        </p:nvSpPr>
        <p:spPr>
          <a:xfrm rot="5400000">
            <a:off x="5144124" y="4280214"/>
            <a:ext cx="930584" cy="21544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FC7BB116-DB87-C804-8CB7-AD82AB1C72C7}"/>
              </a:ext>
            </a:extLst>
          </p:cNvPr>
          <p:cNvCxnSpPr>
            <a:cxnSpLocks/>
            <a:stCxn id="137" idx="3"/>
          </p:cNvCxnSpPr>
          <p:nvPr/>
        </p:nvCxnSpPr>
        <p:spPr>
          <a:xfrm flipH="1">
            <a:off x="5217489" y="4853228"/>
            <a:ext cx="3919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D466E51-B54B-A7B0-07CC-E4B8E45EFCE6}"/>
              </a:ext>
            </a:extLst>
          </p:cNvPr>
          <p:cNvCxnSpPr>
            <a:cxnSpLocks/>
          </p:cNvCxnSpPr>
          <p:nvPr/>
        </p:nvCxnSpPr>
        <p:spPr>
          <a:xfrm flipH="1" flipV="1">
            <a:off x="5217489" y="4387935"/>
            <a:ext cx="275806" cy="249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681BC7D-1F91-1498-7E10-43EA7730B310}"/>
              </a:ext>
            </a:extLst>
          </p:cNvPr>
          <p:cNvCxnSpPr>
            <a:cxnSpLocks/>
            <a:stCxn id="137" idx="2"/>
            <a:endCxn id="136" idx="0"/>
          </p:cNvCxnSpPr>
          <p:nvPr/>
        </p:nvCxnSpPr>
        <p:spPr>
          <a:xfrm flipH="1" flipV="1">
            <a:off x="5217489" y="3726173"/>
            <a:ext cx="284206" cy="661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B81CDF8-E048-598A-BEB1-209199DD2FC4}"/>
              </a:ext>
            </a:extLst>
          </p:cNvPr>
          <p:cNvCxnSpPr>
            <a:cxnSpLocks/>
          </p:cNvCxnSpPr>
          <p:nvPr/>
        </p:nvCxnSpPr>
        <p:spPr>
          <a:xfrm flipH="1" flipV="1">
            <a:off x="5217489" y="2598821"/>
            <a:ext cx="275806" cy="1323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3D308F94-2299-F3E4-41D9-AE086DF02552}"/>
              </a:ext>
            </a:extLst>
          </p:cNvPr>
          <p:cNvSpPr txBox="1"/>
          <p:nvPr/>
        </p:nvSpPr>
        <p:spPr>
          <a:xfrm>
            <a:off x="4695837" y="2214563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Sparse Row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E713BBB-D3EC-1E1A-6746-2AC350C06A0B}"/>
              </a:ext>
            </a:extLst>
          </p:cNvPr>
          <p:cNvSpPr txBox="1"/>
          <p:nvPr/>
        </p:nvSpPr>
        <p:spPr>
          <a:xfrm>
            <a:off x="4891801" y="5127306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Edge Graph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4DF606C-3EA8-50C5-9940-03E0185E7233}"/>
              </a:ext>
            </a:extLst>
          </p:cNvPr>
          <p:cNvSpPr/>
          <p:nvPr/>
        </p:nvSpPr>
        <p:spPr>
          <a:xfrm>
            <a:off x="2827204" y="373982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BAD7FF2-A412-9E12-EC37-CB979C54EADA}"/>
              </a:ext>
            </a:extLst>
          </p:cNvPr>
          <p:cNvSpPr/>
          <p:nvPr/>
        </p:nvSpPr>
        <p:spPr>
          <a:xfrm>
            <a:off x="3242241" y="355694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533411F-AE2B-C92B-51B0-7C59A412D893}"/>
              </a:ext>
            </a:extLst>
          </p:cNvPr>
          <p:cNvSpPr/>
          <p:nvPr/>
        </p:nvSpPr>
        <p:spPr>
          <a:xfrm>
            <a:off x="3612808" y="371607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2FE2CD65-154E-5845-B3EE-BDA5E0DFB3DB}"/>
              </a:ext>
            </a:extLst>
          </p:cNvPr>
          <p:cNvSpPr/>
          <p:nvPr/>
        </p:nvSpPr>
        <p:spPr>
          <a:xfrm>
            <a:off x="3094985" y="399248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0D4881C-5676-EA3A-0863-0A197A64787B}"/>
              </a:ext>
            </a:extLst>
          </p:cNvPr>
          <p:cNvSpPr/>
          <p:nvPr/>
        </p:nvSpPr>
        <p:spPr>
          <a:xfrm>
            <a:off x="2866321" y="452665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4EBCB3C2-3687-AD81-DE12-FFB8800C3841}"/>
              </a:ext>
            </a:extLst>
          </p:cNvPr>
          <p:cNvSpPr/>
          <p:nvPr/>
        </p:nvSpPr>
        <p:spPr>
          <a:xfrm>
            <a:off x="3521368" y="443521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818984F-6060-69AA-E6A7-0F26ABB6D3AE}"/>
              </a:ext>
            </a:extLst>
          </p:cNvPr>
          <p:cNvSpPr/>
          <p:nvPr/>
        </p:nvSpPr>
        <p:spPr>
          <a:xfrm>
            <a:off x="3704248" y="412136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6AB880D9-98A6-5F62-22F0-7E8364DF3CF6}"/>
              </a:ext>
            </a:extLst>
          </p:cNvPr>
          <p:cNvSpPr/>
          <p:nvPr/>
        </p:nvSpPr>
        <p:spPr>
          <a:xfrm>
            <a:off x="3209266" y="461854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9BF8FE4F-A2E5-E936-0905-2D3DBDD21151}"/>
              </a:ext>
            </a:extLst>
          </p:cNvPr>
          <p:cNvSpPr/>
          <p:nvPr/>
        </p:nvSpPr>
        <p:spPr>
          <a:xfrm>
            <a:off x="3228113" y="429260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A68A3DBF-6C2F-827C-DD30-A7374BD6D849}"/>
              </a:ext>
            </a:extLst>
          </p:cNvPr>
          <p:cNvSpPr/>
          <p:nvPr/>
        </p:nvSpPr>
        <p:spPr>
          <a:xfrm>
            <a:off x="3462231" y="404970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986525E-46C4-4784-398A-C167A4291AB5}"/>
              </a:ext>
            </a:extLst>
          </p:cNvPr>
          <p:cNvCxnSpPr>
            <a:cxnSpLocks/>
            <a:stCxn id="147" idx="2"/>
            <a:endCxn id="144" idx="4"/>
          </p:cNvCxnSpPr>
          <p:nvPr/>
        </p:nvCxnSpPr>
        <p:spPr>
          <a:xfrm flipH="1" flipV="1">
            <a:off x="2918644" y="3922703"/>
            <a:ext cx="176341" cy="16121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FD91963-A01C-CFDD-87CE-884B8946982A}"/>
              </a:ext>
            </a:extLst>
          </p:cNvPr>
          <p:cNvCxnSpPr>
            <a:cxnSpLocks/>
            <a:stCxn id="144" idx="7"/>
            <a:endCxn id="145" idx="2"/>
          </p:cNvCxnSpPr>
          <p:nvPr/>
        </p:nvCxnSpPr>
        <p:spPr>
          <a:xfrm flipV="1">
            <a:off x="2983302" y="3648383"/>
            <a:ext cx="258939" cy="11822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A8C5DCB-3F59-58EA-C56B-9158C03962E4}"/>
              </a:ext>
            </a:extLst>
          </p:cNvPr>
          <p:cNvCxnSpPr>
            <a:cxnSpLocks/>
            <a:stCxn id="145" idx="6"/>
            <a:endCxn id="146" idx="1"/>
          </p:cNvCxnSpPr>
          <p:nvPr/>
        </p:nvCxnSpPr>
        <p:spPr>
          <a:xfrm>
            <a:off x="3425121" y="3648383"/>
            <a:ext cx="214469" cy="944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B216548-0D6F-8E98-3819-9A0354CB838E}"/>
              </a:ext>
            </a:extLst>
          </p:cNvPr>
          <p:cNvCxnSpPr>
            <a:cxnSpLocks/>
            <a:stCxn id="148" idx="5"/>
            <a:endCxn id="151" idx="2"/>
          </p:cNvCxnSpPr>
          <p:nvPr/>
        </p:nvCxnSpPr>
        <p:spPr>
          <a:xfrm>
            <a:off x="3022419" y="4682753"/>
            <a:ext cx="186847" cy="2723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95C2103-2301-EE1A-E93B-63FDF8B76327}"/>
              </a:ext>
            </a:extLst>
          </p:cNvPr>
          <p:cNvCxnSpPr>
            <a:cxnSpLocks/>
            <a:stCxn id="151" idx="6"/>
            <a:endCxn id="149" idx="3"/>
          </p:cNvCxnSpPr>
          <p:nvPr/>
        </p:nvCxnSpPr>
        <p:spPr>
          <a:xfrm flipV="1">
            <a:off x="3392146" y="4591313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3CF3108-812D-FCA4-114F-52E0A33180AF}"/>
              </a:ext>
            </a:extLst>
          </p:cNvPr>
          <p:cNvCxnSpPr>
            <a:cxnSpLocks/>
            <a:stCxn id="151" idx="0"/>
            <a:endCxn id="152" idx="4"/>
          </p:cNvCxnSpPr>
          <p:nvPr/>
        </p:nvCxnSpPr>
        <p:spPr>
          <a:xfrm flipV="1">
            <a:off x="3300706" y="4475487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21942F1-B9FC-3CA4-8429-DE747DC0E2E8}"/>
              </a:ext>
            </a:extLst>
          </p:cNvPr>
          <p:cNvCxnSpPr>
            <a:cxnSpLocks/>
            <a:stCxn id="153" idx="6"/>
            <a:endCxn id="150" idx="1"/>
          </p:cNvCxnSpPr>
          <p:nvPr/>
        </p:nvCxnSpPr>
        <p:spPr>
          <a:xfrm>
            <a:off x="3645111" y="4141142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F70B8819-A9EB-3FFE-DAA4-ABB090521A84}"/>
              </a:ext>
            </a:extLst>
          </p:cNvPr>
          <p:cNvSpPr txBox="1"/>
          <p:nvPr/>
        </p:nvSpPr>
        <p:spPr>
          <a:xfrm>
            <a:off x="2629852" y="5136892"/>
            <a:ext cx="1435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Sampled Subgraph</a:t>
            </a:r>
          </a:p>
        </p:txBody>
      </p:sp>
    </p:spTree>
    <p:extLst>
      <p:ext uri="{BB962C8B-B14F-4D97-AF65-F5344CB8AC3E}">
        <p14:creationId xmlns:p14="http://schemas.microsoft.com/office/powerpoint/2010/main" val="3925836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18">
            <a:extLst>
              <a:ext uri="{FF2B5EF4-FFF2-40B4-BE49-F238E27FC236}">
                <a16:creationId xmlns:a16="http://schemas.microsoft.com/office/drawing/2014/main" id="{078B40F6-4E45-9600-0F4A-057A0C868EC9}"/>
              </a:ext>
            </a:extLst>
          </p:cNvPr>
          <p:cNvSpPr txBox="1"/>
          <p:nvPr/>
        </p:nvSpPr>
        <p:spPr>
          <a:xfrm>
            <a:off x="2782499" y="4438825"/>
            <a:ext cx="140603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Batch of Edge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7D05C28-7C83-211A-6EDB-6519F73F2A15}"/>
              </a:ext>
            </a:extLst>
          </p:cNvPr>
          <p:cNvSpPr/>
          <p:nvPr/>
        </p:nvSpPr>
        <p:spPr>
          <a:xfrm>
            <a:off x="697778" y="333162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ACD3651-96C3-21A1-E3E2-1B8DDB3FEA0C}"/>
              </a:ext>
            </a:extLst>
          </p:cNvPr>
          <p:cNvSpPr txBox="1"/>
          <p:nvPr/>
        </p:nvSpPr>
        <p:spPr>
          <a:xfrm>
            <a:off x="617966" y="4503030"/>
            <a:ext cx="1080956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27D16A60-3879-67EC-7C9E-39470F38B0D7}"/>
              </a:ext>
            </a:extLst>
          </p:cNvPr>
          <p:cNvSpPr/>
          <p:nvPr/>
        </p:nvSpPr>
        <p:spPr>
          <a:xfrm>
            <a:off x="1112815" y="314874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FF4E03D-F236-3271-15E9-0F2CAE8432DD}"/>
              </a:ext>
            </a:extLst>
          </p:cNvPr>
          <p:cNvSpPr/>
          <p:nvPr/>
        </p:nvSpPr>
        <p:spPr>
          <a:xfrm>
            <a:off x="1483382" y="330787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53347F2-9B95-EFCA-CE1C-72ADF6378472}"/>
              </a:ext>
            </a:extLst>
          </p:cNvPr>
          <p:cNvSpPr/>
          <p:nvPr/>
        </p:nvSpPr>
        <p:spPr>
          <a:xfrm>
            <a:off x="551747" y="375669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BC325A6-F32F-4747-448E-8E53D898D6D6}"/>
              </a:ext>
            </a:extLst>
          </p:cNvPr>
          <p:cNvSpPr/>
          <p:nvPr/>
        </p:nvSpPr>
        <p:spPr>
          <a:xfrm>
            <a:off x="769870" y="41640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7884B8B5-893B-B14E-29B5-E398150DF437}"/>
              </a:ext>
            </a:extLst>
          </p:cNvPr>
          <p:cNvSpPr/>
          <p:nvPr/>
        </p:nvSpPr>
        <p:spPr>
          <a:xfrm>
            <a:off x="1424917" y="407261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17151377-67F6-4C86-3138-D2612938E48D}"/>
              </a:ext>
            </a:extLst>
          </p:cNvPr>
          <p:cNvSpPr/>
          <p:nvPr/>
        </p:nvSpPr>
        <p:spPr>
          <a:xfrm>
            <a:off x="871383" y="375669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CFE7CC69-EF41-5965-DB29-473C32196972}"/>
              </a:ext>
            </a:extLst>
          </p:cNvPr>
          <p:cNvSpPr/>
          <p:nvPr/>
        </p:nvSpPr>
        <p:spPr>
          <a:xfrm>
            <a:off x="1574822" y="371316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47867804-0D81-9A85-DE8A-7C6AFBC21851}"/>
              </a:ext>
            </a:extLst>
          </p:cNvPr>
          <p:cNvSpPr/>
          <p:nvPr/>
        </p:nvSpPr>
        <p:spPr>
          <a:xfrm>
            <a:off x="1112815" y="425594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9DE8C3EB-93B4-8772-E4C6-18C764C95655}"/>
              </a:ext>
            </a:extLst>
          </p:cNvPr>
          <p:cNvSpPr/>
          <p:nvPr/>
        </p:nvSpPr>
        <p:spPr>
          <a:xfrm>
            <a:off x="1068345" y="349075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A359EC30-1180-903A-2D99-38F7B441A596}"/>
              </a:ext>
            </a:extLst>
          </p:cNvPr>
          <p:cNvSpPr/>
          <p:nvPr/>
        </p:nvSpPr>
        <p:spPr>
          <a:xfrm>
            <a:off x="1131662" y="393000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64136454-2E5B-A870-EFAF-14B62AE4405C}"/>
              </a:ext>
            </a:extLst>
          </p:cNvPr>
          <p:cNvSpPr/>
          <p:nvPr/>
        </p:nvSpPr>
        <p:spPr>
          <a:xfrm>
            <a:off x="1332805" y="364150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BB79322-9EDF-A75B-CC44-7E1B4D3A8BE7}"/>
              </a:ext>
            </a:extLst>
          </p:cNvPr>
          <p:cNvCxnSpPr>
            <a:cxnSpLocks/>
            <a:stCxn id="137" idx="0"/>
            <a:endCxn id="133" idx="4"/>
          </p:cNvCxnSpPr>
          <p:nvPr/>
        </p:nvCxnSpPr>
        <p:spPr>
          <a:xfrm flipV="1">
            <a:off x="643187" y="3514508"/>
            <a:ext cx="146031" cy="2421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356EFD0F-211A-42C8-5746-F0716854A424}"/>
              </a:ext>
            </a:extLst>
          </p:cNvPr>
          <p:cNvCxnSpPr>
            <a:cxnSpLocks/>
            <a:stCxn id="133" idx="7"/>
            <a:endCxn id="135" idx="2"/>
          </p:cNvCxnSpPr>
          <p:nvPr/>
        </p:nvCxnSpPr>
        <p:spPr>
          <a:xfrm flipV="1">
            <a:off x="853876" y="3240188"/>
            <a:ext cx="258939" cy="11822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BB4F6F6-41DF-08C7-BB2F-4CE6342391F4}"/>
              </a:ext>
            </a:extLst>
          </p:cNvPr>
          <p:cNvCxnSpPr>
            <a:cxnSpLocks/>
            <a:stCxn id="137" idx="4"/>
            <a:endCxn id="138" idx="1"/>
          </p:cNvCxnSpPr>
          <p:nvPr/>
        </p:nvCxnSpPr>
        <p:spPr>
          <a:xfrm>
            <a:off x="643187" y="3939579"/>
            <a:ext cx="153465" cy="2512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1CC7276-4DA4-75E1-66B2-883E1A0CF5E8}"/>
              </a:ext>
            </a:extLst>
          </p:cNvPr>
          <p:cNvCxnSpPr>
            <a:cxnSpLocks/>
            <a:stCxn id="137" idx="6"/>
            <a:endCxn id="140" idx="2"/>
          </p:cNvCxnSpPr>
          <p:nvPr/>
        </p:nvCxnSpPr>
        <p:spPr>
          <a:xfrm>
            <a:off x="734627" y="3848139"/>
            <a:ext cx="13675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C538A64-E3A6-2602-408A-E1D616911A36}"/>
              </a:ext>
            </a:extLst>
          </p:cNvPr>
          <p:cNvCxnSpPr>
            <a:cxnSpLocks/>
            <a:stCxn id="138" idx="7"/>
            <a:endCxn id="144" idx="3"/>
          </p:cNvCxnSpPr>
          <p:nvPr/>
        </p:nvCxnSpPr>
        <p:spPr>
          <a:xfrm flipV="1">
            <a:off x="925968" y="4086102"/>
            <a:ext cx="232476" cy="10473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6CC596D-7662-D634-C209-B957D6847CB8}"/>
              </a:ext>
            </a:extLst>
          </p:cNvPr>
          <p:cNvCxnSpPr>
            <a:cxnSpLocks/>
            <a:stCxn id="140" idx="7"/>
            <a:endCxn id="143" idx="3"/>
          </p:cNvCxnSpPr>
          <p:nvPr/>
        </p:nvCxnSpPr>
        <p:spPr>
          <a:xfrm flipV="1">
            <a:off x="1027481" y="3646854"/>
            <a:ext cx="67646" cy="1366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6BCAA8D-F4AA-6862-C069-D545A6B1EBC1}"/>
              </a:ext>
            </a:extLst>
          </p:cNvPr>
          <p:cNvCxnSpPr>
            <a:cxnSpLocks/>
            <a:stCxn id="143" idx="7"/>
            <a:endCxn id="136" idx="3"/>
          </p:cNvCxnSpPr>
          <p:nvPr/>
        </p:nvCxnSpPr>
        <p:spPr>
          <a:xfrm flipV="1">
            <a:off x="1224443" y="3463974"/>
            <a:ext cx="285721" cy="5356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DF99CC97-EB61-D5CD-4EFE-398DEB2E934F}"/>
              </a:ext>
            </a:extLst>
          </p:cNvPr>
          <p:cNvCxnSpPr>
            <a:cxnSpLocks/>
            <a:stCxn id="135" idx="6"/>
            <a:endCxn id="136" idx="1"/>
          </p:cNvCxnSpPr>
          <p:nvPr/>
        </p:nvCxnSpPr>
        <p:spPr>
          <a:xfrm>
            <a:off x="1295695" y="3240188"/>
            <a:ext cx="214469" cy="944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D8BA762-A79A-B292-C944-F5DBFAF65048}"/>
              </a:ext>
            </a:extLst>
          </p:cNvPr>
          <p:cNvCxnSpPr>
            <a:cxnSpLocks/>
            <a:stCxn id="138" idx="5"/>
            <a:endCxn id="142" idx="2"/>
          </p:cNvCxnSpPr>
          <p:nvPr/>
        </p:nvCxnSpPr>
        <p:spPr>
          <a:xfrm>
            <a:off x="925968" y="4320150"/>
            <a:ext cx="186847" cy="2723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F604025A-025B-B248-AC60-A6699BFFD654}"/>
              </a:ext>
            </a:extLst>
          </p:cNvPr>
          <p:cNvCxnSpPr>
            <a:cxnSpLocks/>
            <a:stCxn id="142" idx="6"/>
            <a:endCxn id="139" idx="3"/>
          </p:cNvCxnSpPr>
          <p:nvPr/>
        </p:nvCxnSpPr>
        <p:spPr>
          <a:xfrm flipV="1">
            <a:off x="1295695" y="4228710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35865B0F-A532-485F-635C-DBABAEE3B7D9}"/>
              </a:ext>
            </a:extLst>
          </p:cNvPr>
          <p:cNvCxnSpPr>
            <a:cxnSpLocks/>
            <a:stCxn id="142" idx="0"/>
            <a:endCxn id="144" idx="4"/>
          </p:cNvCxnSpPr>
          <p:nvPr/>
        </p:nvCxnSpPr>
        <p:spPr>
          <a:xfrm flipV="1">
            <a:off x="1204255" y="4112884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3E7FB24-D88A-37BF-7FA8-F9A133636E1D}"/>
              </a:ext>
            </a:extLst>
          </p:cNvPr>
          <p:cNvCxnSpPr>
            <a:cxnSpLocks/>
            <a:stCxn id="145" idx="6"/>
            <a:endCxn id="141" idx="1"/>
          </p:cNvCxnSpPr>
          <p:nvPr/>
        </p:nvCxnSpPr>
        <p:spPr>
          <a:xfrm>
            <a:off x="1515685" y="3732947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32F8E21-755A-46B3-E5B5-2DA334DC3B6C}"/>
              </a:ext>
            </a:extLst>
          </p:cNvPr>
          <p:cNvCxnSpPr>
            <a:cxnSpLocks/>
            <a:stCxn id="143" idx="1"/>
            <a:endCxn id="133" idx="5"/>
          </p:cNvCxnSpPr>
          <p:nvPr/>
        </p:nvCxnSpPr>
        <p:spPr>
          <a:xfrm flipH="1" flipV="1">
            <a:off x="853876" y="3487726"/>
            <a:ext cx="241251" cy="298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054F18A-3004-B2DE-B8D9-B922B064026D}"/>
              </a:ext>
            </a:extLst>
          </p:cNvPr>
          <p:cNvCxnSpPr>
            <a:cxnSpLocks/>
            <a:stCxn id="144" idx="1"/>
            <a:endCxn id="140" idx="5"/>
          </p:cNvCxnSpPr>
          <p:nvPr/>
        </p:nvCxnSpPr>
        <p:spPr>
          <a:xfrm flipH="1" flipV="1">
            <a:off x="1027481" y="3912797"/>
            <a:ext cx="130963" cy="439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FCD92CD-8C66-F418-7A71-2C010695EBC9}"/>
              </a:ext>
            </a:extLst>
          </p:cNvPr>
          <p:cNvCxnSpPr>
            <a:cxnSpLocks/>
            <a:stCxn id="145" idx="2"/>
            <a:endCxn id="143" idx="5"/>
          </p:cNvCxnSpPr>
          <p:nvPr/>
        </p:nvCxnSpPr>
        <p:spPr>
          <a:xfrm flipH="1" flipV="1">
            <a:off x="1224443" y="3646854"/>
            <a:ext cx="108362" cy="860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>
            <a:extLst>
              <a:ext uri="{FF2B5EF4-FFF2-40B4-BE49-F238E27FC236}">
                <a16:creationId xmlns:a16="http://schemas.microsoft.com/office/drawing/2014/main" id="{C0F86E74-4505-D829-E89F-C9A25E1BF2D3}"/>
              </a:ext>
            </a:extLst>
          </p:cNvPr>
          <p:cNvSpPr/>
          <p:nvPr/>
        </p:nvSpPr>
        <p:spPr>
          <a:xfrm>
            <a:off x="3138007" y="351315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3BDFF0A4-4D7D-1956-9631-E2E742C6EC75}"/>
              </a:ext>
            </a:extLst>
          </p:cNvPr>
          <p:cNvSpPr/>
          <p:nvPr/>
        </p:nvSpPr>
        <p:spPr>
          <a:xfrm>
            <a:off x="3131320" y="39592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91D9753-E47A-11BF-CC16-AA9FDB3C3E43}"/>
              </a:ext>
            </a:extLst>
          </p:cNvPr>
          <p:cNvCxnSpPr>
            <a:cxnSpLocks/>
            <a:stCxn id="161" idx="4"/>
            <a:endCxn id="162" idx="0"/>
          </p:cNvCxnSpPr>
          <p:nvPr/>
        </p:nvCxnSpPr>
        <p:spPr>
          <a:xfrm flipH="1">
            <a:off x="3222760" y="369603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F2E18319-9391-CA41-FA97-313D3CA4AC94}"/>
              </a:ext>
            </a:extLst>
          </p:cNvPr>
          <p:cNvSpPr/>
          <p:nvPr/>
        </p:nvSpPr>
        <p:spPr>
          <a:xfrm>
            <a:off x="3468242" y="351315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B24BD851-1190-61CA-5436-DCB8D75548F9}"/>
              </a:ext>
            </a:extLst>
          </p:cNvPr>
          <p:cNvSpPr/>
          <p:nvPr/>
        </p:nvSpPr>
        <p:spPr>
          <a:xfrm>
            <a:off x="3461555" y="39592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D5000EA-23DC-D1F2-0FE3-40F63D3C2D12}"/>
              </a:ext>
            </a:extLst>
          </p:cNvPr>
          <p:cNvCxnSpPr>
            <a:cxnSpLocks/>
            <a:stCxn id="164" idx="4"/>
            <a:endCxn id="165" idx="0"/>
          </p:cNvCxnSpPr>
          <p:nvPr/>
        </p:nvCxnSpPr>
        <p:spPr>
          <a:xfrm flipH="1">
            <a:off x="3552995" y="369603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166">
            <a:extLst>
              <a:ext uri="{FF2B5EF4-FFF2-40B4-BE49-F238E27FC236}">
                <a16:creationId xmlns:a16="http://schemas.microsoft.com/office/drawing/2014/main" id="{3CAD06CA-85F2-4F64-3F35-4798E4ECEFC2}"/>
              </a:ext>
            </a:extLst>
          </p:cNvPr>
          <p:cNvSpPr/>
          <p:nvPr/>
        </p:nvSpPr>
        <p:spPr>
          <a:xfrm>
            <a:off x="3793874" y="351315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838F5256-E418-9DE2-01A3-6FB6E90B893D}"/>
              </a:ext>
            </a:extLst>
          </p:cNvPr>
          <p:cNvSpPr/>
          <p:nvPr/>
        </p:nvSpPr>
        <p:spPr>
          <a:xfrm>
            <a:off x="3787187" y="39592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B2DAEE4-1399-1F47-51DB-50B6B503A166}"/>
              </a:ext>
            </a:extLst>
          </p:cNvPr>
          <p:cNvCxnSpPr>
            <a:cxnSpLocks/>
            <a:stCxn id="167" idx="4"/>
            <a:endCxn id="168" idx="0"/>
          </p:cNvCxnSpPr>
          <p:nvPr/>
        </p:nvCxnSpPr>
        <p:spPr>
          <a:xfrm flipH="1">
            <a:off x="3878627" y="3696031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6F4F49B8-5268-D0C6-7845-20EA9DF7AC9B}"/>
              </a:ext>
            </a:extLst>
          </p:cNvPr>
          <p:cNvSpPr txBox="1"/>
          <p:nvPr/>
        </p:nvSpPr>
        <p:spPr>
          <a:xfrm>
            <a:off x="3172265" y="4142645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571239B-DB55-148E-4D7D-2649CC06AAC1}"/>
              </a:ext>
            </a:extLst>
          </p:cNvPr>
          <p:cNvSpPr txBox="1"/>
          <p:nvPr/>
        </p:nvSpPr>
        <p:spPr>
          <a:xfrm>
            <a:off x="3828132" y="4125827"/>
            <a:ext cx="100989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8038D2A-132E-385B-EFD5-0F243AD1FD7F}"/>
              </a:ext>
            </a:extLst>
          </p:cNvPr>
          <p:cNvSpPr txBox="1"/>
          <p:nvPr/>
        </p:nvSpPr>
        <p:spPr>
          <a:xfrm>
            <a:off x="3486027" y="4029822"/>
            <a:ext cx="89768" cy="2154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932C6CDE-FE47-6D02-7835-C207CACACA25}"/>
              </a:ext>
            </a:extLst>
          </p:cNvPr>
          <p:cNvSpPr/>
          <p:nvPr/>
        </p:nvSpPr>
        <p:spPr>
          <a:xfrm>
            <a:off x="209549" y="74141"/>
            <a:ext cx="4119486" cy="49202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AC172F7-8A62-0CBC-BD70-D5869A9BD3A3}"/>
              </a:ext>
            </a:extLst>
          </p:cNvPr>
          <p:cNvSpPr/>
          <p:nvPr/>
        </p:nvSpPr>
        <p:spPr>
          <a:xfrm>
            <a:off x="2301543" y="5187589"/>
            <a:ext cx="2027490" cy="124566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B3BB4268-BA00-3816-06D5-7326A1140814}"/>
              </a:ext>
            </a:extLst>
          </p:cNvPr>
          <p:cNvSpPr/>
          <p:nvPr/>
        </p:nvSpPr>
        <p:spPr>
          <a:xfrm>
            <a:off x="366021" y="1908300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on CPU</a:t>
            </a: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0FC1FD11-4602-6E27-B8A7-53975D32C967}"/>
              </a:ext>
            </a:extLst>
          </p:cNvPr>
          <p:cNvSpPr/>
          <p:nvPr/>
        </p:nvSpPr>
        <p:spPr>
          <a:xfrm>
            <a:off x="2905603" y="61142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10F3A37C-0F49-8D65-9E03-9800C42EEFE8}"/>
              </a:ext>
            </a:extLst>
          </p:cNvPr>
          <p:cNvSpPr/>
          <p:nvPr/>
        </p:nvSpPr>
        <p:spPr>
          <a:xfrm>
            <a:off x="3123726" y="101877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A63B89A5-0933-FB31-1355-57658107E7D2}"/>
              </a:ext>
            </a:extLst>
          </p:cNvPr>
          <p:cNvSpPr/>
          <p:nvPr/>
        </p:nvSpPr>
        <p:spPr>
          <a:xfrm>
            <a:off x="3778773" y="92733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D55297F6-D27A-94B6-D63F-1E91B80293D1}"/>
              </a:ext>
            </a:extLst>
          </p:cNvPr>
          <p:cNvSpPr/>
          <p:nvPr/>
        </p:nvSpPr>
        <p:spPr>
          <a:xfrm>
            <a:off x="3928678" y="56789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BB416303-FC6D-A1B7-0FA8-5000F88B6649}"/>
              </a:ext>
            </a:extLst>
          </p:cNvPr>
          <p:cNvSpPr/>
          <p:nvPr/>
        </p:nvSpPr>
        <p:spPr>
          <a:xfrm>
            <a:off x="3466671" y="111066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225DE481-AE28-35B6-9C29-64FB13620ADA}"/>
              </a:ext>
            </a:extLst>
          </p:cNvPr>
          <p:cNvSpPr/>
          <p:nvPr/>
        </p:nvSpPr>
        <p:spPr>
          <a:xfrm>
            <a:off x="3422201" y="3454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E21C1D79-0F5B-B71D-DE5A-CC0DE563AE14}"/>
              </a:ext>
            </a:extLst>
          </p:cNvPr>
          <p:cNvSpPr/>
          <p:nvPr/>
        </p:nvSpPr>
        <p:spPr>
          <a:xfrm>
            <a:off x="3485518" y="78472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B6ACB265-2A6D-EBB4-6089-C856730BC6C0}"/>
              </a:ext>
            </a:extLst>
          </p:cNvPr>
          <p:cNvSpPr/>
          <p:nvPr/>
        </p:nvSpPr>
        <p:spPr>
          <a:xfrm>
            <a:off x="3686661" y="49623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191C9005-AAB7-919F-C249-1A952E50ADBD}"/>
              </a:ext>
            </a:extLst>
          </p:cNvPr>
          <p:cNvCxnSpPr>
            <a:cxnSpLocks/>
            <a:stCxn id="286" idx="4"/>
            <a:endCxn id="287" idx="1"/>
          </p:cNvCxnSpPr>
          <p:nvPr/>
        </p:nvCxnSpPr>
        <p:spPr>
          <a:xfrm>
            <a:off x="2997043" y="794302"/>
            <a:ext cx="153465" cy="2512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BDF7D3FA-703F-BBFF-18E3-31858923CC91}"/>
              </a:ext>
            </a:extLst>
          </p:cNvPr>
          <p:cNvCxnSpPr>
            <a:cxnSpLocks/>
            <a:stCxn id="291" idx="6"/>
            <a:endCxn id="288" idx="3"/>
          </p:cNvCxnSpPr>
          <p:nvPr/>
        </p:nvCxnSpPr>
        <p:spPr>
          <a:xfrm flipV="1">
            <a:off x="3649551" y="1083433"/>
            <a:ext cx="156004" cy="11867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D4FCB424-6CF6-2A7E-C4C2-BBB2DDECC5CB}"/>
              </a:ext>
            </a:extLst>
          </p:cNvPr>
          <p:cNvCxnSpPr>
            <a:cxnSpLocks/>
            <a:stCxn id="291" idx="0"/>
            <a:endCxn id="293" idx="4"/>
          </p:cNvCxnSpPr>
          <p:nvPr/>
        </p:nvCxnSpPr>
        <p:spPr>
          <a:xfrm flipV="1">
            <a:off x="3558111" y="967607"/>
            <a:ext cx="18847" cy="14306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B3C1E545-1DB5-611F-C741-F814110CC637}"/>
              </a:ext>
            </a:extLst>
          </p:cNvPr>
          <p:cNvCxnSpPr>
            <a:cxnSpLocks/>
            <a:stCxn id="294" idx="6"/>
            <a:endCxn id="290" idx="1"/>
          </p:cNvCxnSpPr>
          <p:nvPr/>
        </p:nvCxnSpPr>
        <p:spPr>
          <a:xfrm>
            <a:off x="3869541" y="587670"/>
            <a:ext cx="85919" cy="700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DF15BC3-3597-9EDE-F404-DA1E20B5F455}"/>
              </a:ext>
            </a:extLst>
          </p:cNvPr>
          <p:cNvCxnSpPr>
            <a:cxnSpLocks/>
            <a:stCxn id="294" idx="2"/>
            <a:endCxn id="292" idx="5"/>
          </p:cNvCxnSpPr>
          <p:nvPr/>
        </p:nvCxnSpPr>
        <p:spPr>
          <a:xfrm flipH="1" flipV="1">
            <a:off x="3578299" y="501577"/>
            <a:ext cx="108362" cy="8609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Oval 309">
            <a:extLst>
              <a:ext uri="{FF2B5EF4-FFF2-40B4-BE49-F238E27FC236}">
                <a16:creationId xmlns:a16="http://schemas.microsoft.com/office/drawing/2014/main" id="{98BFDEEF-4790-9264-1D42-D80978C09435}"/>
              </a:ext>
            </a:extLst>
          </p:cNvPr>
          <p:cNvSpPr/>
          <p:nvPr/>
        </p:nvSpPr>
        <p:spPr>
          <a:xfrm>
            <a:off x="626747" y="60588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C0268673-E9EA-F258-9584-A72612058812}"/>
              </a:ext>
            </a:extLst>
          </p:cNvPr>
          <p:cNvSpPr/>
          <p:nvPr/>
        </p:nvSpPr>
        <p:spPr>
          <a:xfrm>
            <a:off x="956982" y="60588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BD95B24D-4CD8-DD5F-5C3D-3CB31055D682}"/>
              </a:ext>
            </a:extLst>
          </p:cNvPr>
          <p:cNvSpPr/>
          <p:nvPr/>
        </p:nvSpPr>
        <p:spPr>
          <a:xfrm>
            <a:off x="1282614" y="60588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A484E199-09C3-0F89-6BB5-459000BE3950}"/>
              </a:ext>
            </a:extLst>
          </p:cNvPr>
          <p:cNvSpPr/>
          <p:nvPr/>
        </p:nvSpPr>
        <p:spPr>
          <a:xfrm>
            <a:off x="1586434" y="60588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6001CE6E-3B2A-C68C-36C3-FD7C7FC32A07}"/>
              </a:ext>
            </a:extLst>
          </p:cNvPr>
          <p:cNvSpPr/>
          <p:nvPr/>
        </p:nvSpPr>
        <p:spPr>
          <a:xfrm>
            <a:off x="633605" y="91880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278A2E6E-F7CE-2736-6F17-81B788BE2751}"/>
              </a:ext>
            </a:extLst>
          </p:cNvPr>
          <p:cNvSpPr/>
          <p:nvPr/>
        </p:nvSpPr>
        <p:spPr>
          <a:xfrm>
            <a:off x="963840" y="91880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8641CB62-C35B-4FDA-B70D-6D78BB1BFCE7}"/>
              </a:ext>
            </a:extLst>
          </p:cNvPr>
          <p:cNvSpPr/>
          <p:nvPr/>
        </p:nvSpPr>
        <p:spPr>
          <a:xfrm>
            <a:off x="1289472" y="91880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488D45DF-2E34-8985-DAAA-7AF59CD688C9}"/>
              </a:ext>
            </a:extLst>
          </p:cNvPr>
          <p:cNvSpPr/>
          <p:nvPr/>
        </p:nvSpPr>
        <p:spPr>
          <a:xfrm>
            <a:off x="1593292" y="91880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7B684928-1741-B55C-E9BA-8694A7EE84AD}"/>
              </a:ext>
            </a:extLst>
          </p:cNvPr>
          <p:cNvSpPr txBox="1"/>
          <p:nvPr/>
        </p:nvSpPr>
        <p:spPr>
          <a:xfrm>
            <a:off x="2782499" y="1361972"/>
            <a:ext cx="154653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Subgraph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3D26BF2-3B9A-F4F8-3385-C38ED45FF034}"/>
              </a:ext>
            </a:extLst>
          </p:cNvPr>
          <p:cNvSpPr txBox="1"/>
          <p:nvPr/>
        </p:nvSpPr>
        <p:spPr>
          <a:xfrm>
            <a:off x="496949" y="1225654"/>
            <a:ext cx="144594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</a:t>
            </a:r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78C52D63-1115-55C7-CC34-450529186E22}"/>
              </a:ext>
            </a:extLst>
          </p:cNvPr>
          <p:cNvSpPr/>
          <p:nvPr/>
        </p:nvSpPr>
        <p:spPr>
          <a:xfrm>
            <a:off x="3026002" y="18748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D785C6D6-C53C-536F-8FFA-626182C83496}"/>
              </a:ext>
            </a:extLst>
          </p:cNvPr>
          <p:cNvSpPr/>
          <p:nvPr/>
        </p:nvSpPr>
        <p:spPr>
          <a:xfrm>
            <a:off x="3019315" y="232097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A29CA4B5-75F9-4CE1-33A6-C2D0A28FA975}"/>
              </a:ext>
            </a:extLst>
          </p:cNvPr>
          <p:cNvCxnSpPr>
            <a:cxnSpLocks/>
            <a:stCxn id="322" idx="4"/>
            <a:endCxn id="323" idx="0"/>
          </p:cNvCxnSpPr>
          <p:nvPr/>
        </p:nvCxnSpPr>
        <p:spPr>
          <a:xfrm flipH="1">
            <a:off x="3110755" y="2057778"/>
            <a:ext cx="6687" cy="2631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Oval 324">
            <a:extLst>
              <a:ext uri="{FF2B5EF4-FFF2-40B4-BE49-F238E27FC236}">
                <a16:creationId xmlns:a16="http://schemas.microsoft.com/office/drawing/2014/main" id="{BB95CC25-1F59-2186-D3A8-FB20774BC25A}"/>
              </a:ext>
            </a:extLst>
          </p:cNvPr>
          <p:cNvSpPr/>
          <p:nvPr/>
        </p:nvSpPr>
        <p:spPr>
          <a:xfrm>
            <a:off x="3356237" y="18748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971BF579-94FA-BBD6-9251-49CABEE01F40}"/>
              </a:ext>
            </a:extLst>
          </p:cNvPr>
          <p:cNvSpPr/>
          <p:nvPr/>
        </p:nvSpPr>
        <p:spPr>
          <a:xfrm>
            <a:off x="3621966" y="223304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FB2DD814-71AC-C2A6-1733-5E2DB0B3E553}"/>
              </a:ext>
            </a:extLst>
          </p:cNvPr>
          <p:cNvCxnSpPr>
            <a:cxnSpLocks/>
            <a:stCxn id="325" idx="5"/>
            <a:endCxn id="326" idx="0"/>
          </p:cNvCxnSpPr>
          <p:nvPr/>
        </p:nvCxnSpPr>
        <p:spPr>
          <a:xfrm>
            <a:off x="3512335" y="2030996"/>
            <a:ext cx="201071" cy="20205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Oval 327">
            <a:extLst>
              <a:ext uri="{FF2B5EF4-FFF2-40B4-BE49-F238E27FC236}">
                <a16:creationId xmlns:a16="http://schemas.microsoft.com/office/drawing/2014/main" id="{5953B008-F5B1-6A89-D440-FB430B64F051}"/>
              </a:ext>
            </a:extLst>
          </p:cNvPr>
          <p:cNvSpPr/>
          <p:nvPr/>
        </p:nvSpPr>
        <p:spPr>
          <a:xfrm>
            <a:off x="3904786" y="245041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0EA75B2B-60A5-98FC-5C05-8A2DEE9638F0}"/>
              </a:ext>
            </a:extLst>
          </p:cNvPr>
          <p:cNvSpPr/>
          <p:nvPr/>
        </p:nvSpPr>
        <p:spPr>
          <a:xfrm>
            <a:off x="3290189" y="245041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2BA06169-BD1C-D2CE-E10C-62683E567C3D}"/>
              </a:ext>
            </a:extLst>
          </p:cNvPr>
          <p:cNvCxnSpPr>
            <a:cxnSpLocks/>
            <a:stCxn id="328" idx="2"/>
            <a:endCxn id="329" idx="6"/>
          </p:cNvCxnSpPr>
          <p:nvPr/>
        </p:nvCxnSpPr>
        <p:spPr>
          <a:xfrm flipH="1">
            <a:off x="3473069" y="2541857"/>
            <a:ext cx="43171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593C615E-1C39-456E-B61D-B017FCE22642}"/>
              </a:ext>
            </a:extLst>
          </p:cNvPr>
          <p:cNvCxnSpPr>
            <a:cxnSpLocks/>
            <a:stCxn id="325" idx="2"/>
            <a:endCxn id="322" idx="6"/>
          </p:cNvCxnSpPr>
          <p:nvPr/>
        </p:nvCxnSpPr>
        <p:spPr>
          <a:xfrm flipH="1">
            <a:off x="3208882" y="1966338"/>
            <a:ext cx="14735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TextBox 359">
            <a:extLst>
              <a:ext uri="{FF2B5EF4-FFF2-40B4-BE49-F238E27FC236}">
                <a16:creationId xmlns:a16="http://schemas.microsoft.com/office/drawing/2014/main" id="{31B5DCD5-728B-461B-8A53-45262709D45B}"/>
              </a:ext>
            </a:extLst>
          </p:cNvPr>
          <p:cNvSpPr txBox="1"/>
          <p:nvPr/>
        </p:nvSpPr>
        <p:spPr>
          <a:xfrm>
            <a:off x="2886967" y="2681970"/>
            <a:ext cx="1162550" cy="3180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Graph</a:t>
            </a:r>
          </a:p>
        </p:txBody>
      </p: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8CF6A683-8E21-5A0D-9D70-790319EDAA10}"/>
              </a:ext>
            </a:extLst>
          </p:cNvPr>
          <p:cNvCxnSpPr>
            <a:cxnSpLocks/>
          </p:cNvCxnSpPr>
          <p:nvPr/>
        </p:nvCxnSpPr>
        <p:spPr>
          <a:xfrm flipV="1">
            <a:off x="1214805" y="2684200"/>
            <a:ext cx="0" cy="4141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C23B8A07-30B5-8E74-A039-DA22B3C0495F}"/>
              </a:ext>
            </a:extLst>
          </p:cNvPr>
          <p:cNvCxnSpPr>
            <a:cxnSpLocks/>
          </p:cNvCxnSpPr>
          <p:nvPr/>
        </p:nvCxnSpPr>
        <p:spPr>
          <a:xfrm flipH="1" flipV="1">
            <a:off x="2163344" y="2681970"/>
            <a:ext cx="719922" cy="5042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C1C615F9-5C15-22EA-C700-6429794EB574}"/>
              </a:ext>
            </a:extLst>
          </p:cNvPr>
          <p:cNvCxnSpPr>
            <a:cxnSpLocks/>
          </p:cNvCxnSpPr>
          <p:nvPr/>
        </p:nvCxnSpPr>
        <p:spPr>
          <a:xfrm flipV="1">
            <a:off x="3562350" y="3046466"/>
            <a:ext cx="0" cy="3167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F03550F0-8322-6301-06CB-3A29E6F94355}"/>
              </a:ext>
            </a:extLst>
          </p:cNvPr>
          <p:cNvCxnSpPr>
            <a:cxnSpLocks/>
          </p:cNvCxnSpPr>
          <p:nvPr/>
        </p:nvCxnSpPr>
        <p:spPr>
          <a:xfrm flipV="1">
            <a:off x="1229008" y="1529085"/>
            <a:ext cx="0" cy="2461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BA09F389-C654-9A4F-5A78-FB03EF7BFFA1}"/>
              </a:ext>
            </a:extLst>
          </p:cNvPr>
          <p:cNvCxnSpPr>
            <a:cxnSpLocks/>
          </p:cNvCxnSpPr>
          <p:nvPr/>
        </p:nvCxnSpPr>
        <p:spPr>
          <a:xfrm>
            <a:off x="2173223" y="884389"/>
            <a:ext cx="5660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280B66B4-5386-27F4-F51B-A0841608219C}"/>
              </a:ext>
            </a:extLst>
          </p:cNvPr>
          <p:cNvCxnSpPr>
            <a:cxnSpLocks/>
          </p:cNvCxnSpPr>
          <p:nvPr/>
        </p:nvCxnSpPr>
        <p:spPr>
          <a:xfrm flipH="1">
            <a:off x="2689248" y="3824387"/>
            <a:ext cx="33675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3" name="Curved Down Arrow 392">
            <a:extLst>
              <a:ext uri="{FF2B5EF4-FFF2-40B4-BE49-F238E27FC236}">
                <a16:creationId xmlns:a16="http://schemas.microsoft.com/office/drawing/2014/main" id="{D1545FE4-E2F0-5B12-D8E0-7B1B329729EE}"/>
              </a:ext>
            </a:extLst>
          </p:cNvPr>
          <p:cNvSpPr/>
          <p:nvPr/>
        </p:nvSpPr>
        <p:spPr>
          <a:xfrm rot="5400000">
            <a:off x="1791947" y="3704826"/>
            <a:ext cx="494270" cy="268282"/>
          </a:xfrm>
          <a:prstGeom prst="curvedDown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Rounded Rectangle 397">
            <a:extLst>
              <a:ext uri="{FF2B5EF4-FFF2-40B4-BE49-F238E27FC236}">
                <a16:creationId xmlns:a16="http://schemas.microsoft.com/office/drawing/2014/main" id="{0CDDEB91-4296-A28D-A5E8-7448FF298884}"/>
              </a:ext>
            </a:extLst>
          </p:cNvPr>
          <p:cNvSpPr/>
          <p:nvPr/>
        </p:nvSpPr>
        <p:spPr>
          <a:xfrm rot="5400000">
            <a:off x="2029694" y="3637219"/>
            <a:ext cx="796162" cy="3110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C320E16A-D806-9124-7031-D082A177F0CB}"/>
              </a:ext>
            </a:extLst>
          </p:cNvPr>
          <p:cNvSpPr txBox="1"/>
          <p:nvPr/>
        </p:nvSpPr>
        <p:spPr>
          <a:xfrm>
            <a:off x="200509" y="83534"/>
            <a:ext cx="2101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Main Memory</a:t>
            </a:r>
          </a:p>
        </p:txBody>
      </p:sp>
      <p:sp>
        <p:nvSpPr>
          <p:cNvPr id="405" name="Rounded Rectangle 404">
            <a:extLst>
              <a:ext uri="{FF2B5EF4-FFF2-40B4-BE49-F238E27FC236}">
                <a16:creationId xmlns:a16="http://schemas.microsoft.com/office/drawing/2014/main" id="{04BF74DB-71C8-3A2C-4CFB-12FB32F66974}"/>
              </a:ext>
            </a:extLst>
          </p:cNvPr>
          <p:cNvSpPr/>
          <p:nvPr/>
        </p:nvSpPr>
        <p:spPr>
          <a:xfrm>
            <a:off x="2599025" y="5629045"/>
            <a:ext cx="1593330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F1DF9B07-A806-32B7-D95B-F0883679521E}"/>
              </a:ext>
            </a:extLst>
          </p:cNvPr>
          <p:cNvSpPr txBox="1"/>
          <p:nvPr/>
        </p:nvSpPr>
        <p:spPr>
          <a:xfrm>
            <a:off x="2310915" y="5184289"/>
            <a:ext cx="1747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Global Memory</a:t>
            </a:r>
          </a:p>
        </p:txBody>
      </p:sp>
      <p:cxnSp>
        <p:nvCxnSpPr>
          <p:cNvPr id="481" name="Elbow Connector 480">
            <a:extLst>
              <a:ext uri="{FF2B5EF4-FFF2-40B4-BE49-F238E27FC236}">
                <a16:creationId xmlns:a16="http://schemas.microsoft.com/office/drawing/2014/main" id="{D4270B95-1833-77C7-01FE-CB3BD6402F01}"/>
              </a:ext>
            </a:extLst>
          </p:cNvPr>
          <p:cNvCxnSpPr>
            <a:cxnSpLocks/>
            <a:endCxn id="221" idx="3"/>
          </p:cNvCxnSpPr>
          <p:nvPr/>
        </p:nvCxnSpPr>
        <p:spPr>
          <a:xfrm rot="16200000" flipH="1">
            <a:off x="1837377" y="3318766"/>
            <a:ext cx="4842816" cy="140496"/>
          </a:xfrm>
          <a:prstGeom prst="bentConnector4">
            <a:avLst>
              <a:gd name="adj1" fmla="val 193"/>
              <a:gd name="adj2" fmla="val 262709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A54E878F-320B-25EF-19AB-49DBF59B3F8B}"/>
              </a:ext>
            </a:extLst>
          </p:cNvPr>
          <p:cNvCxnSpPr>
            <a:cxnSpLocks/>
          </p:cNvCxnSpPr>
          <p:nvPr/>
        </p:nvCxnSpPr>
        <p:spPr>
          <a:xfrm>
            <a:off x="4184301" y="2212755"/>
            <a:ext cx="37534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9" name="TextBox 488">
            <a:extLst>
              <a:ext uri="{FF2B5EF4-FFF2-40B4-BE49-F238E27FC236}">
                <a16:creationId xmlns:a16="http://schemas.microsoft.com/office/drawing/2014/main" id="{26BBB9BC-9E2C-1815-780F-2B6B79841730}"/>
              </a:ext>
            </a:extLst>
          </p:cNvPr>
          <p:cNvSpPr txBox="1"/>
          <p:nvPr/>
        </p:nvSpPr>
        <p:spPr>
          <a:xfrm rot="5400000">
            <a:off x="3596551" y="3602811"/>
            <a:ext cx="221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8D7BBA20-FEAE-6820-547D-091B265CA64B}"/>
              </a:ext>
            </a:extLst>
          </p:cNvPr>
          <p:cNvSpPr/>
          <p:nvPr/>
        </p:nvSpPr>
        <p:spPr>
          <a:xfrm>
            <a:off x="209549" y="5180715"/>
            <a:ext cx="2027490" cy="124566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D5612A04-6EC8-6F55-8B90-BE3B8D424618}"/>
              </a:ext>
            </a:extLst>
          </p:cNvPr>
          <p:cNvSpPr txBox="1"/>
          <p:nvPr/>
        </p:nvSpPr>
        <p:spPr>
          <a:xfrm rot="16200000">
            <a:off x="-182490" y="5554021"/>
            <a:ext cx="1269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Virtual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</a:p>
        </p:txBody>
      </p:sp>
      <p:sp>
        <p:nvSpPr>
          <p:cNvPr id="500" name="Up-Down Arrow 499">
            <a:extLst>
              <a:ext uri="{FF2B5EF4-FFF2-40B4-BE49-F238E27FC236}">
                <a16:creationId xmlns:a16="http://schemas.microsoft.com/office/drawing/2014/main" id="{30A1E1C4-758F-665A-5E22-13F5ADD24236}"/>
              </a:ext>
            </a:extLst>
          </p:cNvPr>
          <p:cNvSpPr/>
          <p:nvPr/>
        </p:nvSpPr>
        <p:spPr>
          <a:xfrm rot="16200000">
            <a:off x="2072282" y="5606935"/>
            <a:ext cx="309170" cy="585468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Up-Down Arrow 500">
            <a:extLst>
              <a:ext uri="{FF2B5EF4-FFF2-40B4-BE49-F238E27FC236}">
                <a16:creationId xmlns:a16="http://schemas.microsoft.com/office/drawing/2014/main" id="{3C3A9F4A-E8A6-A0D9-9F94-E0E286E5957F}"/>
              </a:ext>
            </a:extLst>
          </p:cNvPr>
          <p:cNvSpPr/>
          <p:nvPr/>
        </p:nvSpPr>
        <p:spPr>
          <a:xfrm>
            <a:off x="1124039" y="4878231"/>
            <a:ext cx="309170" cy="491039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8135CF7B-1DA6-FAE9-A8BF-7931334ADF3E}"/>
              </a:ext>
            </a:extLst>
          </p:cNvPr>
          <p:cNvSpPr txBox="1"/>
          <p:nvPr/>
        </p:nvSpPr>
        <p:spPr>
          <a:xfrm>
            <a:off x="1890068" y="4488905"/>
            <a:ext cx="770471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cxnSp>
        <p:nvCxnSpPr>
          <p:cNvPr id="512" name="Straight Arrow Connector 511">
            <a:extLst>
              <a:ext uri="{FF2B5EF4-FFF2-40B4-BE49-F238E27FC236}">
                <a16:creationId xmlns:a16="http://schemas.microsoft.com/office/drawing/2014/main" id="{CB88883B-BC00-57A3-B43E-3ADB3EA3C886}"/>
              </a:ext>
            </a:extLst>
          </p:cNvPr>
          <p:cNvCxnSpPr>
            <a:cxnSpLocks/>
          </p:cNvCxnSpPr>
          <p:nvPr/>
        </p:nvCxnSpPr>
        <p:spPr>
          <a:xfrm flipH="1">
            <a:off x="1666262" y="4656918"/>
            <a:ext cx="33675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E29D2E78-1DDD-99C5-ECA5-0A271312D746}"/>
              </a:ext>
            </a:extLst>
          </p:cNvPr>
          <p:cNvCxnSpPr>
            <a:cxnSpLocks/>
          </p:cNvCxnSpPr>
          <p:nvPr/>
        </p:nvCxnSpPr>
        <p:spPr>
          <a:xfrm>
            <a:off x="2534709" y="4656918"/>
            <a:ext cx="3090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8" name="Graphic 517" descr="Repeat with solid fill">
            <a:extLst>
              <a:ext uri="{FF2B5EF4-FFF2-40B4-BE49-F238E27FC236}">
                <a16:creationId xmlns:a16="http://schemas.microsoft.com/office/drawing/2014/main" id="{6582F8D2-2AE0-FC60-0F6F-83A5BC4E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88616">
            <a:off x="808535" y="53879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2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6">
            <a:extLst>
              <a:ext uri="{FF2B5EF4-FFF2-40B4-BE49-F238E27FC236}">
                <a16:creationId xmlns:a16="http://schemas.microsoft.com/office/drawing/2014/main" id="{31727597-09BB-1DC8-A9DB-FC6402F01CF2}"/>
              </a:ext>
            </a:extLst>
          </p:cNvPr>
          <p:cNvSpPr/>
          <p:nvPr/>
        </p:nvSpPr>
        <p:spPr>
          <a:xfrm>
            <a:off x="721758" y="289224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CF741806-5C58-7A6D-080F-7038EE3B34DA}"/>
              </a:ext>
            </a:extLst>
          </p:cNvPr>
          <p:cNvSpPr/>
          <p:nvPr/>
        </p:nvSpPr>
        <p:spPr>
          <a:xfrm>
            <a:off x="1345130" y="289224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椭圆 8">
            <a:extLst>
              <a:ext uri="{FF2B5EF4-FFF2-40B4-BE49-F238E27FC236}">
                <a16:creationId xmlns:a16="http://schemas.microsoft.com/office/drawing/2014/main" id="{18D7FBB1-0537-27BF-08A1-9B806B969420}"/>
              </a:ext>
            </a:extLst>
          </p:cNvPr>
          <p:cNvSpPr/>
          <p:nvPr/>
        </p:nvSpPr>
        <p:spPr>
          <a:xfrm>
            <a:off x="1887783" y="259430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椭圆 9">
            <a:extLst>
              <a:ext uri="{FF2B5EF4-FFF2-40B4-BE49-F238E27FC236}">
                <a16:creationId xmlns:a16="http://schemas.microsoft.com/office/drawing/2014/main" id="{684DFD6E-FB00-3785-51F2-3C696B67CBCB}"/>
              </a:ext>
            </a:extLst>
          </p:cNvPr>
          <p:cNvSpPr/>
          <p:nvPr/>
        </p:nvSpPr>
        <p:spPr>
          <a:xfrm>
            <a:off x="1887783" y="320004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椭圆 10">
            <a:extLst>
              <a:ext uri="{FF2B5EF4-FFF2-40B4-BE49-F238E27FC236}">
                <a16:creationId xmlns:a16="http://schemas.microsoft.com/office/drawing/2014/main" id="{82B12E85-BB90-935A-46D9-74E1DA52B832}"/>
              </a:ext>
            </a:extLst>
          </p:cNvPr>
          <p:cNvSpPr/>
          <p:nvPr/>
        </p:nvSpPr>
        <p:spPr>
          <a:xfrm>
            <a:off x="721758" y="343315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椭圆 11">
            <a:extLst>
              <a:ext uri="{FF2B5EF4-FFF2-40B4-BE49-F238E27FC236}">
                <a16:creationId xmlns:a16="http://schemas.microsoft.com/office/drawing/2014/main" id="{55EC317D-A0AF-5BDD-CB01-389B629DD181}"/>
              </a:ext>
            </a:extLst>
          </p:cNvPr>
          <p:cNvSpPr/>
          <p:nvPr/>
        </p:nvSpPr>
        <p:spPr>
          <a:xfrm>
            <a:off x="2477283" y="320004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线连接符 24">
            <a:extLst>
              <a:ext uri="{FF2B5EF4-FFF2-40B4-BE49-F238E27FC236}">
                <a16:creationId xmlns:a16="http://schemas.microsoft.com/office/drawing/2014/main" id="{94B74265-E315-26B0-796B-05A613387F68}"/>
              </a:ext>
            </a:extLst>
          </p:cNvPr>
          <p:cNvCxnSpPr>
            <a:cxnSpLocks/>
            <a:stCxn id="3" idx="2"/>
            <a:endCxn id="2" idx="6"/>
          </p:cNvCxnSpPr>
          <p:nvPr/>
        </p:nvCxnSpPr>
        <p:spPr>
          <a:xfrm flipH="1">
            <a:off x="1082366" y="3072550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28">
            <a:extLst>
              <a:ext uri="{FF2B5EF4-FFF2-40B4-BE49-F238E27FC236}">
                <a16:creationId xmlns:a16="http://schemas.microsoft.com/office/drawing/2014/main" id="{FBC9DD8C-8D20-66F6-564B-01E4044F734E}"/>
              </a:ext>
            </a:extLst>
          </p:cNvPr>
          <p:cNvCxnSpPr>
            <a:cxnSpLocks/>
            <a:stCxn id="4" idx="2"/>
            <a:endCxn id="3" idx="7"/>
          </p:cNvCxnSpPr>
          <p:nvPr/>
        </p:nvCxnSpPr>
        <p:spPr>
          <a:xfrm flipH="1">
            <a:off x="1652928" y="2774608"/>
            <a:ext cx="234855" cy="1704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31">
            <a:extLst>
              <a:ext uri="{FF2B5EF4-FFF2-40B4-BE49-F238E27FC236}">
                <a16:creationId xmlns:a16="http://schemas.microsoft.com/office/drawing/2014/main" id="{3B277E3E-51EC-AA50-C74F-E1A851F8C93E}"/>
              </a:ext>
            </a:extLst>
          </p:cNvPr>
          <p:cNvCxnSpPr>
            <a:cxnSpLocks/>
            <a:stCxn id="5" idx="2"/>
            <a:endCxn id="3" idx="5"/>
          </p:cNvCxnSpPr>
          <p:nvPr/>
        </p:nvCxnSpPr>
        <p:spPr>
          <a:xfrm flipH="1" flipV="1">
            <a:off x="1652928" y="3200044"/>
            <a:ext cx="234855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34">
            <a:extLst>
              <a:ext uri="{FF2B5EF4-FFF2-40B4-BE49-F238E27FC236}">
                <a16:creationId xmlns:a16="http://schemas.microsoft.com/office/drawing/2014/main" id="{AB885726-7855-9FDD-9F09-0405BF26FA03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2068087" y="2954912"/>
            <a:ext cx="0" cy="245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37">
            <a:extLst>
              <a:ext uri="{FF2B5EF4-FFF2-40B4-BE49-F238E27FC236}">
                <a16:creationId xmlns:a16="http://schemas.microsoft.com/office/drawing/2014/main" id="{3DE15922-6A4B-CBD0-6BCA-AF3E54681FAA}"/>
              </a:ext>
            </a:extLst>
          </p:cNvPr>
          <p:cNvCxnSpPr>
            <a:cxnSpLocks/>
            <a:stCxn id="7" idx="1"/>
            <a:endCxn id="4" idx="5"/>
          </p:cNvCxnSpPr>
          <p:nvPr/>
        </p:nvCxnSpPr>
        <p:spPr>
          <a:xfrm flipH="1" flipV="1">
            <a:off x="2195581" y="2902102"/>
            <a:ext cx="334512" cy="3507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40">
            <a:extLst>
              <a:ext uri="{FF2B5EF4-FFF2-40B4-BE49-F238E27FC236}">
                <a16:creationId xmlns:a16="http://schemas.microsoft.com/office/drawing/2014/main" id="{A4F0A90D-7972-FFEC-7176-47D4CBD0D700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2248391" y="3380348"/>
            <a:ext cx="22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50">
            <a:extLst>
              <a:ext uri="{FF2B5EF4-FFF2-40B4-BE49-F238E27FC236}">
                <a16:creationId xmlns:a16="http://schemas.microsoft.com/office/drawing/2014/main" id="{23BED811-AA12-1A6B-6D8D-7D19B5BACB66}"/>
              </a:ext>
            </a:extLst>
          </p:cNvPr>
          <p:cNvCxnSpPr>
            <a:cxnSpLocks/>
            <a:stCxn id="6" idx="0"/>
            <a:endCxn id="2" idx="4"/>
          </p:cNvCxnSpPr>
          <p:nvPr/>
        </p:nvCxnSpPr>
        <p:spPr>
          <a:xfrm flipV="1">
            <a:off x="902062" y="3252854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53">
            <a:extLst>
              <a:ext uri="{FF2B5EF4-FFF2-40B4-BE49-F238E27FC236}">
                <a16:creationId xmlns:a16="http://schemas.microsoft.com/office/drawing/2014/main" id="{D5BBE792-2868-442D-534F-B72DCFC70CD8}"/>
              </a:ext>
            </a:extLst>
          </p:cNvPr>
          <p:cNvCxnSpPr>
            <a:cxnSpLocks/>
            <a:stCxn id="6" idx="7"/>
            <a:endCxn id="3" idx="3"/>
          </p:cNvCxnSpPr>
          <p:nvPr/>
        </p:nvCxnSpPr>
        <p:spPr>
          <a:xfrm flipV="1">
            <a:off x="1029556" y="3200044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56">
            <a:extLst>
              <a:ext uri="{FF2B5EF4-FFF2-40B4-BE49-F238E27FC236}">
                <a16:creationId xmlns:a16="http://schemas.microsoft.com/office/drawing/2014/main" id="{9CE7F686-8C95-1926-EFCD-B19A46639FEA}"/>
              </a:ext>
            </a:extLst>
          </p:cNvPr>
          <p:cNvCxnSpPr>
            <a:cxnSpLocks/>
            <a:stCxn id="17" idx="0"/>
            <a:endCxn id="3" idx="4"/>
          </p:cNvCxnSpPr>
          <p:nvPr/>
        </p:nvCxnSpPr>
        <p:spPr>
          <a:xfrm flipV="1">
            <a:off x="1525434" y="3252854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59">
            <a:extLst>
              <a:ext uri="{FF2B5EF4-FFF2-40B4-BE49-F238E27FC236}">
                <a16:creationId xmlns:a16="http://schemas.microsoft.com/office/drawing/2014/main" id="{CD8203AE-1BAF-C4B7-801F-F1201128F1B5}"/>
              </a:ext>
            </a:extLst>
          </p:cNvPr>
          <p:cNvSpPr/>
          <p:nvPr/>
        </p:nvSpPr>
        <p:spPr>
          <a:xfrm>
            <a:off x="1345130" y="343315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椭圆 10">
            <a:extLst>
              <a:ext uri="{FF2B5EF4-FFF2-40B4-BE49-F238E27FC236}">
                <a16:creationId xmlns:a16="http://schemas.microsoft.com/office/drawing/2014/main" id="{39A4253F-A23D-9C7F-F603-0577DC15F8AD}"/>
              </a:ext>
            </a:extLst>
          </p:cNvPr>
          <p:cNvSpPr/>
          <p:nvPr/>
        </p:nvSpPr>
        <p:spPr>
          <a:xfrm>
            <a:off x="1014094" y="92994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59">
            <a:extLst>
              <a:ext uri="{FF2B5EF4-FFF2-40B4-BE49-F238E27FC236}">
                <a16:creationId xmlns:a16="http://schemas.microsoft.com/office/drawing/2014/main" id="{6AB8F951-173B-535D-5DD6-D5D0AFDCC967}"/>
              </a:ext>
            </a:extLst>
          </p:cNvPr>
          <p:cNvSpPr/>
          <p:nvPr/>
        </p:nvSpPr>
        <p:spPr>
          <a:xfrm>
            <a:off x="1690276" y="929940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8">
            <a:extLst>
              <a:ext uri="{FF2B5EF4-FFF2-40B4-BE49-F238E27FC236}">
                <a16:creationId xmlns:a16="http://schemas.microsoft.com/office/drawing/2014/main" id="{B1519290-BB4A-3E3A-5315-60041F911AB1}"/>
              </a:ext>
            </a:extLst>
          </p:cNvPr>
          <p:cNvSpPr/>
          <p:nvPr/>
        </p:nvSpPr>
        <p:spPr>
          <a:xfrm>
            <a:off x="1014094" y="143537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11">
            <a:extLst>
              <a:ext uri="{FF2B5EF4-FFF2-40B4-BE49-F238E27FC236}">
                <a16:creationId xmlns:a16="http://schemas.microsoft.com/office/drawing/2014/main" id="{7E3C84F9-D7D9-554B-016D-7CF601AC26F1}"/>
              </a:ext>
            </a:extLst>
          </p:cNvPr>
          <p:cNvSpPr/>
          <p:nvPr/>
        </p:nvSpPr>
        <p:spPr>
          <a:xfrm>
            <a:off x="1690276" y="143537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线连接符 37">
            <a:extLst>
              <a:ext uri="{FF2B5EF4-FFF2-40B4-BE49-F238E27FC236}">
                <a16:creationId xmlns:a16="http://schemas.microsoft.com/office/drawing/2014/main" id="{9118CB38-E088-18EF-D4EC-632C346D77EC}"/>
              </a:ext>
            </a:extLst>
          </p:cNvPr>
          <p:cNvCxnSpPr>
            <a:cxnSpLocks/>
            <a:stCxn id="22" idx="2"/>
            <a:endCxn id="20" idx="6"/>
          </p:cNvCxnSpPr>
          <p:nvPr/>
        </p:nvCxnSpPr>
        <p:spPr>
          <a:xfrm flipH="1">
            <a:off x="1374702" y="1615678"/>
            <a:ext cx="3155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37">
            <a:extLst>
              <a:ext uri="{FF2B5EF4-FFF2-40B4-BE49-F238E27FC236}">
                <a16:creationId xmlns:a16="http://schemas.microsoft.com/office/drawing/2014/main" id="{EEC85007-3E56-C2DC-015F-73D99C9EBD67}"/>
              </a:ext>
            </a:extLst>
          </p:cNvPr>
          <p:cNvCxnSpPr>
            <a:cxnSpLocks/>
            <a:stCxn id="19" idx="2"/>
            <a:endCxn id="18" idx="6"/>
          </p:cNvCxnSpPr>
          <p:nvPr/>
        </p:nvCxnSpPr>
        <p:spPr>
          <a:xfrm flipH="1">
            <a:off x="1374702" y="1110244"/>
            <a:ext cx="3155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0FE6019-0A5E-FEB5-324C-50FF37E87266}"/>
              </a:ext>
            </a:extLst>
          </p:cNvPr>
          <p:cNvSpPr txBox="1"/>
          <p:nvPr/>
        </p:nvSpPr>
        <p:spPr>
          <a:xfrm>
            <a:off x="706295" y="968351"/>
            <a:ext cx="30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BD64AD-0054-4586-21FE-DE7D5C4F246D}"/>
              </a:ext>
            </a:extLst>
          </p:cNvPr>
          <p:cNvSpPr txBox="1"/>
          <p:nvPr/>
        </p:nvSpPr>
        <p:spPr>
          <a:xfrm>
            <a:off x="721758" y="13289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E64D96-ED66-D390-4B3C-DAD31D1BCCA4}"/>
              </a:ext>
            </a:extLst>
          </p:cNvPr>
          <p:cNvSpPr txBox="1"/>
          <p:nvPr/>
        </p:nvSpPr>
        <p:spPr>
          <a:xfrm>
            <a:off x="691501" y="3832008"/>
            <a:ext cx="175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Graph 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71B8DF-A922-24EC-F781-1E0B652163FA}"/>
              </a:ext>
            </a:extLst>
          </p:cNvPr>
          <p:cNvSpPr txBox="1"/>
          <p:nvPr/>
        </p:nvSpPr>
        <p:spPr>
          <a:xfrm>
            <a:off x="703673" y="1862400"/>
            <a:ext cx="1755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Batch of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Update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386ADE6-25D2-FD52-4B2D-941D6B9EC5B8}"/>
              </a:ext>
            </a:extLst>
          </p:cNvPr>
          <p:cNvSpPr/>
          <p:nvPr/>
        </p:nvSpPr>
        <p:spPr>
          <a:xfrm>
            <a:off x="3948530" y="4881607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matching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CPU</a:t>
            </a:r>
          </a:p>
        </p:txBody>
      </p:sp>
      <p:sp>
        <p:nvSpPr>
          <p:cNvPr id="47" name="椭圆 6">
            <a:extLst>
              <a:ext uri="{FF2B5EF4-FFF2-40B4-BE49-F238E27FC236}">
                <a16:creationId xmlns:a16="http://schemas.microsoft.com/office/drawing/2014/main" id="{2CF3A9C1-8052-D585-282C-5D369517EA2F}"/>
              </a:ext>
            </a:extLst>
          </p:cNvPr>
          <p:cNvSpPr/>
          <p:nvPr/>
        </p:nvSpPr>
        <p:spPr>
          <a:xfrm>
            <a:off x="3806585" y="3559392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椭圆 6">
            <a:extLst>
              <a:ext uri="{FF2B5EF4-FFF2-40B4-BE49-F238E27FC236}">
                <a16:creationId xmlns:a16="http://schemas.microsoft.com/office/drawing/2014/main" id="{EB597E93-0342-2AFF-C9E9-D942DB34ABD0}"/>
              </a:ext>
            </a:extLst>
          </p:cNvPr>
          <p:cNvSpPr/>
          <p:nvPr/>
        </p:nvSpPr>
        <p:spPr>
          <a:xfrm>
            <a:off x="760375" y="444517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椭圆 7">
            <a:extLst>
              <a:ext uri="{FF2B5EF4-FFF2-40B4-BE49-F238E27FC236}">
                <a16:creationId xmlns:a16="http://schemas.microsoft.com/office/drawing/2014/main" id="{25F2B5DD-16B4-046E-0FB9-9C0160B872C2}"/>
              </a:ext>
            </a:extLst>
          </p:cNvPr>
          <p:cNvSpPr/>
          <p:nvPr/>
        </p:nvSpPr>
        <p:spPr>
          <a:xfrm>
            <a:off x="1383747" y="4445174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椭圆 10">
            <a:extLst>
              <a:ext uri="{FF2B5EF4-FFF2-40B4-BE49-F238E27FC236}">
                <a16:creationId xmlns:a16="http://schemas.microsoft.com/office/drawing/2014/main" id="{09EB22EB-2B8E-7132-2814-0625D6781F79}"/>
              </a:ext>
            </a:extLst>
          </p:cNvPr>
          <p:cNvSpPr/>
          <p:nvPr/>
        </p:nvSpPr>
        <p:spPr>
          <a:xfrm>
            <a:off x="760375" y="4986086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线连接符 24">
            <a:extLst>
              <a:ext uri="{FF2B5EF4-FFF2-40B4-BE49-F238E27FC236}">
                <a16:creationId xmlns:a16="http://schemas.microsoft.com/office/drawing/2014/main" id="{87A6FE94-2998-847C-4E45-2C6754287CF0}"/>
              </a:ext>
            </a:extLst>
          </p:cNvPr>
          <p:cNvCxnSpPr>
            <a:cxnSpLocks/>
            <a:stCxn id="50" idx="2"/>
            <a:endCxn id="49" idx="6"/>
          </p:cNvCxnSpPr>
          <p:nvPr/>
        </p:nvCxnSpPr>
        <p:spPr>
          <a:xfrm flipH="1">
            <a:off x="1120983" y="4625478"/>
            <a:ext cx="2627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连接符 50">
            <a:extLst>
              <a:ext uri="{FF2B5EF4-FFF2-40B4-BE49-F238E27FC236}">
                <a16:creationId xmlns:a16="http://schemas.microsoft.com/office/drawing/2014/main" id="{03CA6129-4113-A9DB-B484-E70CEC60CFE0}"/>
              </a:ext>
            </a:extLst>
          </p:cNvPr>
          <p:cNvCxnSpPr>
            <a:cxnSpLocks/>
            <a:stCxn id="51" idx="0"/>
            <a:endCxn id="49" idx="4"/>
          </p:cNvCxnSpPr>
          <p:nvPr/>
        </p:nvCxnSpPr>
        <p:spPr>
          <a:xfrm flipV="1">
            <a:off x="940679" y="4805782"/>
            <a:ext cx="0" cy="1803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C5F61AA3-431C-143A-A492-5E7FEAD57767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1068173" y="4752972"/>
            <a:ext cx="368384" cy="2859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6">
            <a:extLst>
              <a:ext uri="{FF2B5EF4-FFF2-40B4-BE49-F238E27FC236}">
                <a16:creationId xmlns:a16="http://schemas.microsoft.com/office/drawing/2014/main" id="{8E87EF2A-1424-0E38-7FB7-A155A7016FC1}"/>
              </a:ext>
            </a:extLst>
          </p:cNvPr>
          <p:cNvCxnSpPr>
            <a:cxnSpLocks/>
            <a:stCxn id="56" idx="0"/>
            <a:endCxn id="50" idx="4"/>
          </p:cNvCxnSpPr>
          <p:nvPr/>
        </p:nvCxnSpPr>
        <p:spPr>
          <a:xfrm flipV="1">
            <a:off x="1564051" y="4805782"/>
            <a:ext cx="0" cy="18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 59">
            <a:extLst>
              <a:ext uri="{FF2B5EF4-FFF2-40B4-BE49-F238E27FC236}">
                <a16:creationId xmlns:a16="http://schemas.microsoft.com/office/drawing/2014/main" id="{0A5529A8-1DCB-E3FD-EE27-6EC9CAC4D881}"/>
              </a:ext>
            </a:extLst>
          </p:cNvPr>
          <p:cNvSpPr/>
          <p:nvPr/>
        </p:nvSpPr>
        <p:spPr>
          <a:xfrm>
            <a:off x="1383747" y="4986085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线连接符 53">
            <a:extLst>
              <a:ext uri="{FF2B5EF4-FFF2-40B4-BE49-F238E27FC236}">
                <a16:creationId xmlns:a16="http://schemas.microsoft.com/office/drawing/2014/main" id="{FA39BBD4-1EE6-8612-6C1D-F29C0E926721}"/>
              </a:ext>
            </a:extLst>
          </p:cNvPr>
          <p:cNvCxnSpPr>
            <a:cxnSpLocks/>
            <a:stCxn id="51" idx="6"/>
            <a:endCxn id="56" idx="2"/>
          </p:cNvCxnSpPr>
          <p:nvPr/>
        </p:nvCxnSpPr>
        <p:spPr>
          <a:xfrm flipV="1">
            <a:off x="1120983" y="5166389"/>
            <a:ext cx="26276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8962827-03FF-4F2D-6708-90827CD9BF25}"/>
              </a:ext>
            </a:extLst>
          </p:cNvPr>
          <p:cNvSpPr txBox="1"/>
          <p:nvPr/>
        </p:nvSpPr>
        <p:spPr>
          <a:xfrm>
            <a:off x="686288" y="5354166"/>
            <a:ext cx="1755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Graph Q</a:t>
            </a:r>
          </a:p>
        </p:txBody>
      </p:sp>
      <p:sp>
        <p:nvSpPr>
          <p:cNvPr id="63" name="椭圆 9">
            <a:extLst>
              <a:ext uri="{FF2B5EF4-FFF2-40B4-BE49-F238E27FC236}">
                <a16:creationId xmlns:a16="http://schemas.microsoft.com/office/drawing/2014/main" id="{55B4C2FF-CECF-47A2-E1A1-E096690CB1D2}"/>
              </a:ext>
            </a:extLst>
          </p:cNvPr>
          <p:cNvSpPr/>
          <p:nvPr/>
        </p:nvSpPr>
        <p:spPr>
          <a:xfrm>
            <a:off x="4287596" y="3573371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9BAF96-46B8-69E8-0845-3FFF7D25FB53}"/>
              </a:ext>
            </a:extLst>
          </p:cNvPr>
          <p:cNvSpPr txBox="1"/>
          <p:nvPr/>
        </p:nvSpPr>
        <p:spPr>
          <a:xfrm>
            <a:off x="3924889" y="3918556"/>
            <a:ext cx="204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CA8773A-73B4-E77A-1F8A-3789AC133B76}"/>
              </a:ext>
            </a:extLst>
          </p:cNvPr>
          <p:cNvSpPr/>
          <p:nvPr/>
        </p:nvSpPr>
        <p:spPr>
          <a:xfrm>
            <a:off x="3861284" y="1009070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7BF52DC-4238-4AA7-8BC9-D947A0282F33}"/>
              </a:ext>
            </a:extLst>
          </p:cNvPr>
          <p:cNvCxnSpPr>
            <a:cxnSpLocks/>
          </p:cNvCxnSpPr>
          <p:nvPr/>
        </p:nvCxnSpPr>
        <p:spPr>
          <a:xfrm flipV="1">
            <a:off x="4825382" y="4390545"/>
            <a:ext cx="0" cy="2787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9B9D877-4399-9B2A-13AE-C88AC4B15DCA}"/>
              </a:ext>
            </a:extLst>
          </p:cNvPr>
          <p:cNvCxnSpPr>
            <a:cxnSpLocks/>
          </p:cNvCxnSpPr>
          <p:nvPr/>
        </p:nvCxnSpPr>
        <p:spPr>
          <a:xfrm flipV="1">
            <a:off x="4708206" y="1763119"/>
            <a:ext cx="0" cy="3525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DA16586-0F68-783C-AD27-EBAD1D395A62}"/>
              </a:ext>
            </a:extLst>
          </p:cNvPr>
          <p:cNvSpPr/>
          <p:nvPr/>
        </p:nvSpPr>
        <p:spPr>
          <a:xfrm>
            <a:off x="568411" y="729048"/>
            <a:ext cx="2483707" cy="516060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椭圆 6">
            <a:extLst>
              <a:ext uri="{FF2B5EF4-FFF2-40B4-BE49-F238E27FC236}">
                <a16:creationId xmlns:a16="http://schemas.microsoft.com/office/drawing/2014/main" id="{825C8F79-D2E5-9209-6800-7C24422A943D}"/>
              </a:ext>
            </a:extLst>
          </p:cNvPr>
          <p:cNvSpPr/>
          <p:nvPr/>
        </p:nvSpPr>
        <p:spPr>
          <a:xfrm>
            <a:off x="4773370" y="3574489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9">
            <a:extLst>
              <a:ext uri="{FF2B5EF4-FFF2-40B4-BE49-F238E27FC236}">
                <a16:creationId xmlns:a16="http://schemas.microsoft.com/office/drawing/2014/main" id="{8F078A14-BC77-4265-80F4-0B6501920DD0}"/>
              </a:ext>
            </a:extLst>
          </p:cNvPr>
          <p:cNvSpPr/>
          <p:nvPr/>
        </p:nvSpPr>
        <p:spPr>
          <a:xfrm>
            <a:off x="5254381" y="3588468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9">
            <a:extLst>
              <a:ext uri="{FF2B5EF4-FFF2-40B4-BE49-F238E27FC236}">
                <a16:creationId xmlns:a16="http://schemas.microsoft.com/office/drawing/2014/main" id="{675240D1-9058-74CA-CE71-ECFED217D6D8}"/>
              </a:ext>
            </a:extLst>
          </p:cNvPr>
          <p:cNvSpPr/>
          <p:nvPr/>
        </p:nvSpPr>
        <p:spPr>
          <a:xfrm>
            <a:off x="5735392" y="3575277"/>
            <a:ext cx="360608" cy="36060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98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2AD7D9-4E5F-CBE2-3251-79C0F2B1BFCB}"/>
              </a:ext>
            </a:extLst>
          </p:cNvPr>
          <p:cNvSpPr txBox="1"/>
          <p:nvPr/>
        </p:nvSpPr>
        <p:spPr>
          <a:xfrm>
            <a:off x="90501" y="5225169"/>
            <a:ext cx="1514897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Updates</a:t>
            </a:r>
            <a:r>
              <a:rPr lang="en-US" sz="1400" dirty="0">
                <a:latin typeface="Courier" pitchFamily="2" charset="0"/>
                <a:cs typeface="Times New Roman" panose="02020603050405020304" pitchFamily="18" charset="0"/>
              </a:rPr>
              <a:t> </a:t>
            </a:r>
            <a:r>
              <a:rPr lang="el-GR" sz="1400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66872-DEA3-C979-466E-9208A62039F1}"/>
              </a:ext>
            </a:extLst>
          </p:cNvPr>
          <p:cNvSpPr txBox="1"/>
          <p:nvPr/>
        </p:nvSpPr>
        <p:spPr>
          <a:xfrm>
            <a:off x="346319" y="4053496"/>
            <a:ext cx="118706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8CDDC9-1F36-1D66-08DB-6D48645A2CB3}"/>
              </a:ext>
            </a:extLst>
          </p:cNvPr>
          <p:cNvSpPr/>
          <p:nvPr/>
        </p:nvSpPr>
        <p:spPr>
          <a:xfrm>
            <a:off x="567088" y="472147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</a:t>
            </a:r>
            <a:r>
              <a:rPr lang="en-US" altLang="zh-CN" sz="800" dirty="0"/>
              <a:t>2</a:t>
            </a:r>
            <a:endParaRPr lang="en-US" sz="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420C21-098E-93CF-DF56-0A983A887DBC}"/>
              </a:ext>
            </a:extLst>
          </p:cNvPr>
          <p:cNvSpPr/>
          <p:nvPr/>
        </p:nvSpPr>
        <p:spPr>
          <a:xfrm>
            <a:off x="1006298" y="47190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45C64-2FB3-C728-3008-C4EDA581B91B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749968" y="4810519"/>
            <a:ext cx="256330" cy="23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85B8F33-F5E9-82BB-707F-7A152EB5C13F}"/>
              </a:ext>
            </a:extLst>
          </p:cNvPr>
          <p:cNvSpPr/>
          <p:nvPr/>
        </p:nvSpPr>
        <p:spPr>
          <a:xfrm>
            <a:off x="581656" y="495822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1E79BA-B842-1C04-548D-CAFF5F43B6EE}"/>
              </a:ext>
            </a:extLst>
          </p:cNvPr>
          <p:cNvSpPr/>
          <p:nvPr/>
        </p:nvSpPr>
        <p:spPr>
          <a:xfrm>
            <a:off x="1012061" y="495822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A7E687-A58E-AE42-C60F-9A972063CC79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764536" y="5049668"/>
            <a:ext cx="2475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3CB377-83C4-643A-EA43-6F3EA6B23EC6}"/>
              </a:ext>
            </a:extLst>
          </p:cNvPr>
          <p:cNvSpPr txBox="1"/>
          <p:nvPr/>
        </p:nvSpPr>
        <p:spPr>
          <a:xfrm>
            <a:off x="430008" y="4731700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27736C-BD4B-833C-1FB3-9E4B4658E357}"/>
              </a:ext>
            </a:extLst>
          </p:cNvPr>
          <p:cNvSpPr/>
          <p:nvPr/>
        </p:nvSpPr>
        <p:spPr>
          <a:xfrm>
            <a:off x="4382358" y="503224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1988EA-2113-F7E9-FA72-E56D76FA7524}"/>
              </a:ext>
            </a:extLst>
          </p:cNvPr>
          <p:cNvCxnSpPr>
            <a:cxnSpLocks/>
            <a:stCxn id="331" idx="3"/>
            <a:endCxn id="430" idx="5"/>
          </p:cNvCxnSpPr>
          <p:nvPr/>
        </p:nvCxnSpPr>
        <p:spPr>
          <a:xfrm flipV="1">
            <a:off x="3420838" y="5220466"/>
            <a:ext cx="552209" cy="51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E9454B9-9167-D699-0657-EFA75CDE8CEC}"/>
              </a:ext>
            </a:extLst>
          </p:cNvPr>
          <p:cNvSpPr txBox="1"/>
          <p:nvPr/>
        </p:nvSpPr>
        <p:spPr>
          <a:xfrm>
            <a:off x="436556" y="4892968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0C8A322-13BF-96A5-A195-79D5E274C881}"/>
              </a:ext>
            </a:extLst>
          </p:cNvPr>
          <p:cNvSpPr/>
          <p:nvPr/>
        </p:nvSpPr>
        <p:spPr>
          <a:xfrm>
            <a:off x="4699919" y="503191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0CAAE7-8534-A4E7-E5B0-C34D74F8550E}"/>
              </a:ext>
            </a:extLst>
          </p:cNvPr>
          <p:cNvSpPr txBox="1"/>
          <p:nvPr/>
        </p:nvSpPr>
        <p:spPr>
          <a:xfrm>
            <a:off x="8469193" y="4945274"/>
            <a:ext cx="174827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Subgraph</a:t>
            </a:r>
          </a:p>
          <a:p>
            <a:pPr algn="ctr"/>
            <a:r>
              <a:rPr lang="en-US" altLang="zh-CN" sz="1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CSR[GPU]</a:t>
            </a:r>
            <a:endParaRPr lang="en-US" sz="14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A4FC61-447A-74D8-D609-B7AFE8BF083A}"/>
              </a:ext>
            </a:extLst>
          </p:cNvPr>
          <p:cNvSpPr txBox="1"/>
          <p:nvPr/>
        </p:nvSpPr>
        <p:spPr>
          <a:xfrm>
            <a:off x="2510756" y="4625075"/>
            <a:ext cx="64008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211432-1FFE-D684-77D6-606FC4809700}"/>
              </a:ext>
            </a:extLst>
          </p:cNvPr>
          <p:cNvSpPr txBox="1"/>
          <p:nvPr/>
        </p:nvSpPr>
        <p:spPr>
          <a:xfrm>
            <a:off x="6645263" y="4638094"/>
            <a:ext cx="64008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A3AE5C-E17E-4F8C-64E8-BE0D45373B5A}"/>
              </a:ext>
            </a:extLst>
          </p:cNvPr>
          <p:cNvSpPr txBox="1"/>
          <p:nvPr/>
        </p:nvSpPr>
        <p:spPr>
          <a:xfrm>
            <a:off x="10713107" y="4905657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61D790-CA3E-0993-4EDF-4BC97A4E4E7C}"/>
              </a:ext>
            </a:extLst>
          </p:cNvPr>
          <p:cNvSpPr txBox="1"/>
          <p:nvPr/>
        </p:nvSpPr>
        <p:spPr>
          <a:xfrm>
            <a:off x="2727361" y="1964779"/>
            <a:ext cx="64008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039B13E7-8A0D-5AE4-0BE1-39957DCC1D69}"/>
              </a:ext>
            </a:extLst>
          </p:cNvPr>
          <p:cNvCxnSpPr>
            <a:cxnSpLocks/>
            <a:stCxn id="340" idx="0"/>
            <a:endCxn id="488" idx="4"/>
          </p:cNvCxnSpPr>
          <p:nvPr/>
        </p:nvCxnSpPr>
        <p:spPr>
          <a:xfrm flipV="1">
            <a:off x="11353532" y="4189434"/>
            <a:ext cx="26744" cy="7337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7" name="椭圆 3">
            <a:extLst>
              <a:ext uri="{FF2B5EF4-FFF2-40B4-BE49-F238E27FC236}">
                <a16:creationId xmlns:a16="http://schemas.microsoft.com/office/drawing/2014/main" id="{63A18181-5016-B1F2-DA16-3C065EDEEBA5}"/>
              </a:ext>
            </a:extLst>
          </p:cNvPr>
          <p:cNvSpPr/>
          <p:nvPr/>
        </p:nvSpPr>
        <p:spPr>
          <a:xfrm>
            <a:off x="5296706" y="2783106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椭圆 4">
            <a:extLst>
              <a:ext uri="{FF2B5EF4-FFF2-40B4-BE49-F238E27FC236}">
                <a16:creationId xmlns:a16="http://schemas.microsoft.com/office/drawing/2014/main" id="{54068065-3E05-FD69-CC64-FC24960B88A4}"/>
              </a:ext>
            </a:extLst>
          </p:cNvPr>
          <p:cNvSpPr/>
          <p:nvPr/>
        </p:nvSpPr>
        <p:spPr>
          <a:xfrm>
            <a:off x="5299375" y="3125539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0" name="直线连接符 9">
            <a:extLst>
              <a:ext uri="{FF2B5EF4-FFF2-40B4-BE49-F238E27FC236}">
                <a16:creationId xmlns:a16="http://schemas.microsoft.com/office/drawing/2014/main" id="{752A4151-CD25-A2FD-B66F-4A6CC805DC94}"/>
              </a:ext>
            </a:extLst>
          </p:cNvPr>
          <p:cNvCxnSpPr>
            <a:cxnSpLocks/>
            <a:stCxn id="257" idx="4"/>
            <a:endCxn id="258" idx="0"/>
          </p:cNvCxnSpPr>
          <p:nvPr/>
        </p:nvCxnSpPr>
        <p:spPr>
          <a:xfrm>
            <a:off x="5395706" y="2982807"/>
            <a:ext cx="2669" cy="142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椭圆 14">
            <a:extLst>
              <a:ext uri="{FF2B5EF4-FFF2-40B4-BE49-F238E27FC236}">
                <a16:creationId xmlns:a16="http://schemas.microsoft.com/office/drawing/2014/main" id="{6211E760-53C2-FFC7-8BD2-0648F7438099}"/>
              </a:ext>
            </a:extLst>
          </p:cNvPr>
          <p:cNvSpPr/>
          <p:nvPr/>
        </p:nvSpPr>
        <p:spPr>
          <a:xfrm>
            <a:off x="5101241" y="3519066"/>
            <a:ext cx="198000" cy="199701"/>
          </a:xfrm>
          <a:prstGeom prst="ellipse">
            <a:avLst/>
          </a:prstGeom>
          <a:pattFill prst="dk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3" name="直线连接符 15">
            <a:extLst>
              <a:ext uri="{FF2B5EF4-FFF2-40B4-BE49-F238E27FC236}">
                <a16:creationId xmlns:a16="http://schemas.microsoft.com/office/drawing/2014/main" id="{B5EAB9DC-B69B-E9A1-7562-F02B897E4DCD}"/>
              </a:ext>
            </a:extLst>
          </p:cNvPr>
          <p:cNvCxnSpPr>
            <a:cxnSpLocks/>
            <a:stCxn id="258" idx="4"/>
            <a:endCxn id="262" idx="0"/>
          </p:cNvCxnSpPr>
          <p:nvPr/>
        </p:nvCxnSpPr>
        <p:spPr>
          <a:xfrm flipH="1">
            <a:off x="5200241" y="3325240"/>
            <a:ext cx="198134" cy="193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99ACE6B7-015C-006F-C457-06530B1F0F8A}"/>
              </a:ext>
            </a:extLst>
          </p:cNvPr>
          <p:cNvSpPr txBox="1"/>
          <p:nvPr/>
        </p:nvSpPr>
        <p:spPr>
          <a:xfrm>
            <a:off x="2456588" y="2889143"/>
            <a:ext cx="1845815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sz="1200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sz="1200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C42B1D8E-A0F6-F1AC-2B1D-E56F9754D626}"/>
              </a:ext>
            </a:extLst>
          </p:cNvPr>
          <p:cNvSpPr txBox="1"/>
          <p:nvPr/>
        </p:nvSpPr>
        <p:spPr>
          <a:xfrm>
            <a:off x="2438034" y="3374314"/>
            <a:ext cx="2468601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N’(</a:t>
            </a:r>
            <a:r>
              <a:rPr lang="en-US" sz="1200" dirty="0">
                <a:latin typeface="Courier" pitchFamily="2" charset="0"/>
                <a:cs typeface="Times New Roman" panose="02020603050405020304" pitchFamily="18" charset="0"/>
              </a:rPr>
              <a:t>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2C13D648-0DEC-AC26-4792-75F314F479F2}"/>
              </a:ext>
            </a:extLst>
          </p:cNvPr>
          <p:cNvSpPr txBox="1"/>
          <p:nvPr/>
        </p:nvSpPr>
        <p:spPr>
          <a:xfrm>
            <a:off x="2433268" y="3655320"/>
            <a:ext cx="2557314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N’(c</a:t>
            </a:r>
            <a:r>
              <a:rPr lang="en-US" sz="1200" baseline="-25000" dirty="0"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</a:t>
            </a:r>
            <a:r>
              <a:rPr lang="en-US" sz="1200" dirty="0">
                <a:latin typeface="Courier" pitchFamily="2" charset="0"/>
                <a:cs typeface="Times New Roman" panose="02020603050405020304" pitchFamily="18" charset="0"/>
              </a:rPr>
              <a:t>c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293" name="Left Brace 292">
            <a:extLst>
              <a:ext uri="{FF2B5EF4-FFF2-40B4-BE49-F238E27FC236}">
                <a16:creationId xmlns:a16="http://schemas.microsoft.com/office/drawing/2014/main" id="{B74046BA-3AC5-2BF5-A40C-08220291990A}"/>
              </a:ext>
            </a:extLst>
          </p:cNvPr>
          <p:cNvSpPr/>
          <p:nvPr/>
        </p:nvSpPr>
        <p:spPr>
          <a:xfrm>
            <a:off x="3985290" y="2914319"/>
            <a:ext cx="198000" cy="388963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E53C0975-8049-67BC-205A-9B487E9B03C4}"/>
              </a:ext>
            </a:extLst>
          </p:cNvPr>
          <p:cNvSpPr txBox="1"/>
          <p:nvPr/>
        </p:nvSpPr>
        <p:spPr>
          <a:xfrm>
            <a:off x="324661" y="2874802"/>
            <a:ext cx="1366021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7CD9602C-CD5B-8706-961E-76CA6372A52D}"/>
              </a:ext>
            </a:extLst>
          </p:cNvPr>
          <p:cNvSpPr txBox="1"/>
          <p:nvPr/>
        </p:nvSpPr>
        <p:spPr>
          <a:xfrm>
            <a:off x="8315797" y="3191218"/>
            <a:ext cx="130460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Graph </a:t>
            </a:r>
          </a:p>
          <a:p>
            <a:pPr algn="ctr"/>
            <a:r>
              <a:rPr lang="en-US" altLang="zh-CN" sz="1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CSR[GPU]</a:t>
            </a:r>
            <a:endParaRPr lang="en-US" sz="14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69D43F1-B199-0261-1C09-0FDC428640AB}"/>
              </a:ext>
            </a:extLst>
          </p:cNvPr>
          <p:cNvSpPr/>
          <p:nvPr/>
        </p:nvSpPr>
        <p:spPr>
          <a:xfrm>
            <a:off x="1979154" y="4928731"/>
            <a:ext cx="1441684" cy="593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cs typeface="Times New Roman" panose="02020603050405020304" pitchFamily="18" charset="0"/>
              </a:rPr>
              <a:t>Sampled Matching on CPU</a:t>
            </a:r>
          </a:p>
        </p:txBody>
      </p:sp>
      <p:sp>
        <p:nvSpPr>
          <p:cNvPr id="333" name="Parallelogram 332">
            <a:extLst>
              <a:ext uri="{FF2B5EF4-FFF2-40B4-BE49-F238E27FC236}">
                <a16:creationId xmlns:a16="http://schemas.microsoft.com/office/drawing/2014/main" id="{C9164F11-FD9D-5A15-B390-8E827717629B}"/>
              </a:ext>
            </a:extLst>
          </p:cNvPr>
          <p:cNvSpPr/>
          <p:nvPr/>
        </p:nvSpPr>
        <p:spPr>
          <a:xfrm>
            <a:off x="109369" y="2262246"/>
            <a:ext cx="1691893" cy="3348609"/>
          </a:xfrm>
          <a:prstGeom prst="parallelogram">
            <a:avLst>
              <a:gd name="adj" fmla="val 15356"/>
            </a:avLst>
          </a:prstGeom>
          <a:noFill/>
          <a:ln w="190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A5858492-BA3E-6F46-6A27-02AA6FD2A569}"/>
              </a:ext>
            </a:extLst>
          </p:cNvPr>
          <p:cNvSpPr/>
          <p:nvPr/>
        </p:nvSpPr>
        <p:spPr>
          <a:xfrm>
            <a:off x="6249513" y="4924322"/>
            <a:ext cx="1441684" cy="5937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7EBE5188-99A0-E666-A1C6-AA226F7B2231}"/>
              </a:ext>
            </a:extLst>
          </p:cNvPr>
          <p:cNvSpPr/>
          <p:nvPr/>
        </p:nvSpPr>
        <p:spPr>
          <a:xfrm>
            <a:off x="10632690" y="4923174"/>
            <a:ext cx="1441684" cy="5937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BDCC5780-0A6B-B0E5-FECC-A5716EEEECFA}"/>
              </a:ext>
            </a:extLst>
          </p:cNvPr>
          <p:cNvSpPr/>
          <p:nvPr/>
        </p:nvSpPr>
        <p:spPr>
          <a:xfrm>
            <a:off x="2432268" y="2257210"/>
            <a:ext cx="1298086" cy="372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Graph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2F94DAE-5647-500E-48D4-FF90841C9D17}"/>
              </a:ext>
            </a:extLst>
          </p:cNvPr>
          <p:cNvSpPr txBox="1"/>
          <p:nvPr/>
        </p:nvSpPr>
        <p:spPr>
          <a:xfrm>
            <a:off x="3946030" y="5193783"/>
            <a:ext cx="1942326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 [CPU]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39546CDA-07B2-80B2-F2EF-888A27AA47D5}"/>
              </a:ext>
            </a:extLst>
          </p:cNvPr>
          <p:cNvSpPr txBox="1"/>
          <p:nvPr/>
        </p:nvSpPr>
        <p:spPr>
          <a:xfrm>
            <a:off x="291810" y="1980332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29487373-A865-C741-646E-E777C0CFCA5C}"/>
              </a:ext>
            </a:extLst>
          </p:cNvPr>
          <p:cNvCxnSpPr>
            <a:cxnSpLocks/>
            <a:stCxn id="336" idx="3"/>
          </p:cNvCxnSpPr>
          <p:nvPr/>
        </p:nvCxnSpPr>
        <p:spPr>
          <a:xfrm>
            <a:off x="7691197" y="5221195"/>
            <a:ext cx="423131" cy="177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0" name="Parallelogram 429">
            <a:extLst>
              <a:ext uri="{FF2B5EF4-FFF2-40B4-BE49-F238E27FC236}">
                <a16:creationId xmlns:a16="http://schemas.microsoft.com/office/drawing/2014/main" id="{1207A31D-BB28-099A-A1B9-DF407E7A5637}"/>
              </a:ext>
            </a:extLst>
          </p:cNvPr>
          <p:cNvSpPr/>
          <p:nvPr/>
        </p:nvSpPr>
        <p:spPr>
          <a:xfrm>
            <a:off x="3950684" y="4958019"/>
            <a:ext cx="1918804" cy="524893"/>
          </a:xfrm>
          <a:prstGeom prst="parallelogram">
            <a:avLst>
              <a:gd name="adj" fmla="val 8521"/>
            </a:avLst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Parallelogram 432">
            <a:extLst>
              <a:ext uri="{FF2B5EF4-FFF2-40B4-BE49-F238E27FC236}">
                <a16:creationId xmlns:a16="http://schemas.microsoft.com/office/drawing/2014/main" id="{7C175F36-0759-8CF5-60EB-30E2292D65EB}"/>
              </a:ext>
            </a:extLst>
          </p:cNvPr>
          <p:cNvSpPr/>
          <p:nvPr/>
        </p:nvSpPr>
        <p:spPr>
          <a:xfrm>
            <a:off x="8114328" y="1964778"/>
            <a:ext cx="2566870" cy="3510709"/>
          </a:xfrm>
          <a:prstGeom prst="parallelogram">
            <a:avLst>
              <a:gd name="adj" fmla="val 11051"/>
            </a:avLst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313F2F8F-7D4B-7157-B6FF-E6932BAFAECC}"/>
              </a:ext>
            </a:extLst>
          </p:cNvPr>
          <p:cNvSpPr txBox="1"/>
          <p:nvPr/>
        </p:nvSpPr>
        <p:spPr>
          <a:xfrm>
            <a:off x="10608746" y="4607422"/>
            <a:ext cx="64008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</p:txBody>
      </p:sp>
      <p:sp>
        <p:nvSpPr>
          <p:cNvPr id="488" name="Parallelogram 487">
            <a:extLst>
              <a:ext uri="{FF2B5EF4-FFF2-40B4-BE49-F238E27FC236}">
                <a16:creationId xmlns:a16="http://schemas.microsoft.com/office/drawing/2014/main" id="{0D99508A-9FD6-4EC3-5C31-014D4A9EEC8E}"/>
              </a:ext>
            </a:extLst>
          </p:cNvPr>
          <p:cNvSpPr/>
          <p:nvPr/>
        </p:nvSpPr>
        <p:spPr>
          <a:xfrm>
            <a:off x="10822957" y="3823481"/>
            <a:ext cx="1114638" cy="365953"/>
          </a:xfrm>
          <a:prstGeom prst="parallelogram">
            <a:avLst/>
          </a:prstGeom>
          <a:noFill/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Matching Result</a:t>
            </a:r>
          </a:p>
        </p:txBody>
      </p:sp>
      <p:sp>
        <p:nvSpPr>
          <p:cNvPr id="495" name="椭圆 55">
            <a:extLst>
              <a:ext uri="{FF2B5EF4-FFF2-40B4-BE49-F238E27FC236}">
                <a16:creationId xmlns:a16="http://schemas.microsoft.com/office/drawing/2014/main" id="{C5925046-CC6A-A913-DB93-1CDEA3EB400B}"/>
              </a:ext>
            </a:extLst>
          </p:cNvPr>
          <p:cNvSpPr/>
          <p:nvPr/>
        </p:nvSpPr>
        <p:spPr>
          <a:xfrm>
            <a:off x="757296" y="2345606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u0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96" name="椭圆 56">
            <a:extLst>
              <a:ext uri="{FF2B5EF4-FFF2-40B4-BE49-F238E27FC236}">
                <a16:creationId xmlns:a16="http://schemas.microsoft.com/office/drawing/2014/main" id="{E86203B0-B50B-ECA6-D6F8-82D0CB600ED0}"/>
              </a:ext>
            </a:extLst>
          </p:cNvPr>
          <p:cNvSpPr/>
          <p:nvPr/>
        </p:nvSpPr>
        <p:spPr>
          <a:xfrm>
            <a:off x="1110554" y="2345606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u1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97" name="椭圆 57">
            <a:extLst>
              <a:ext uri="{FF2B5EF4-FFF2-40B4-BE49-F238E27FC236}">
                <a16:creationId xmlns:a16="http://schemas.microsoft.com/office/drawing/2014/main" id="{A503C1E5-BD27-475E-A206-FD42661B7F9D}"/>
              </a:ext>
            </a:extLst>
          </p:cNvPr>
          <p:cNvSpPr/>
          <p:nvPr/>
        </p:nvSpPr>
        <p:spPr>
          <a:xfrm>
            <a:off x="757296" y="2684460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u2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98" name="椭圆 58">
            <a:extLst>
              <a:ext uri="{FF2B5EF4-FFF2-40B4-BE49-F238E27FC236}">
                <a16:creationId xmlns:a16="http://schemas.microsoft.com/office/drawing/2014/main" id="{810A4510-540E-E68C-9105-A366AD8AF668}"/>
              </a:ext>
            </a:extLst>
          </p:cNvPr>
          <p:cNvSpPr/>
          <p:nvPr/>
        </p:nvSpPr>
        <p:spPr>
          <a:xfrm>
            <a:off x="1110554" y="2684460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u3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99" name="直线连接符 59">
            <a:extLst>
              <a:ext uri="{FF2B5EF4-FFF2-40B4-BE49-F238E27FC236}">
                <a16:creationId xmlns:a16="http://schemas.microsoft.com/office/drawing/2014/main" id="{6940A043-7110-02B3-F40E-C6F17F99F6A5}"/>
              </a:ext>
            </a:extLst>
          </p:cNvPr>
          <p:cNvCxnSpPr>
            <a:cxnSpLocks/>
            <a:stCxn id="495" idx="4"/>
            <a:endCxn id="497" idx="0"/>
          </p:cNvCxnSpPr>
          <p:nvPr/>
        </p:nvCxnSpPr>
        <p:spPr>
          <a:xfrm>
            <a:off x="856296" y="2545307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直线连接符 62">
            <a:extLst>
              <a:ext uri="{FF2B5EF4-FFF2-40B4-BE49-F238E27FC236}">
                <a16:creationId xmlns:a16="http://schemas.microsoft.com/office/drawing/2014/main" id="{7A2B0D27-923F-3AF4-7DEA-43FBE5BFCCEB}"/>
              </a:ext>
            </a:extLst>
          </p:cNvPr>
          <p:cNvCxnSpPr>
            <a:cxnSpLocks/>
            <a:stCxn id="495" idx="6"/>
            <a:endCxn id="496" idx="2"/>
          </p:cNvCxnSpPr>
          <p:nvPr/>
        </p:nvCxnSpPr>
        <p:spPr>
          <a:xfrm>
            <a:off x="955296" y="2445457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直线连接符 65">
            <a:extLst>
              <a:ext uri="{FF2B5EF4-FFF2-40B4-BE49-F238E27FC236}">
                <a16:creationId xmlns:a16="http://schemas.microsoft.com/office/drawing/2014/main" id="{FF0E5C3B-571D-9065-1DA4-2120039E6B3C}"/>
              </a:ext>
            </a:extLst>
          </p:cNvPr>
          <p:cNvCxnSpPr>
            <a:cxnSpLocks/>
            <a:stCxn id="498" idx="0"/>
            <a:endCxn id="496" idx="4"/>
          </p:cNvCxnSpPr>
          <p:nvPr/>
        </p:nvCxnSpPr>
        <p:spPr>
          <a:xfrm flipV="1">
            <a:off x="1209554" y="2545307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直线连接符 68">
            <a:extLst>
              <a:ext uri="{FF2B5EF4-FFF2-40B4-BE49-F238E27FC236}">
                <a16:creationId xmlns:a16="http://schemas.microsoft.com/office/drawing/2014/main" id="{14031D9F-BE63-E75F-5026-E34241835C8C}"/>
              </a:ext>
            </a:extLst>
          </p:cNvPr>
          <p:cNvCxnSpPr>
            <a:cxnSpLocks/>
            <a:stCxn id="497" idx="6"/>
            <a:endCxn id="498" idx="2"/>
          </p:cNvCxnSpPr>
          <p:nvPr/>
        </p:nvCxnSpPr>
        <p:spPr>
          <a:xfrm>
            <a:off x="955296" y="2784311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直线连接符 72">
            <a:extLst>
              <a:ext uri="{FF2B5EF4-FFF2-40B4-BE49-F238E27FC236}">
                <a16:creationId xmlns:a16="http://schemas.microsoft.com/office/drawing/2014/main" id="{97E91B5E-2EA7-8ABA-2E6A-301EC9DD4006}"/>
              </a:ext>
            </a:extLst>
          </p:cNvPr>
          <p:cNvCxnSpPr>
            <a:cxnSpLocks/>
            <a:stCxn id="497" idx="7"/>
            <a:endCxn id="496" idx="3"/>
          </p:cNvCxnSpPr>
          <p:nvPr/>
        </p:nvCxnSpPr>
        <p:spPr>
          <a:xfrm flipV="1">
            <a:off x="926300" y="2516061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TextBox 508">
            <a:extLst>
              <a:ext uri="{FF2B5EF4-FFF2-40B4-BE49-F238E27FC236}">
                <a16:creationId xmlns:a16="http://schemas.microsoft.com/office/drawing/2014/main" id="{D4FB81FD-B7EC-F670-E9A8-78E9700F4532}"/>
              </a:ext>
            </a:extLst>
          </p:cNvPr>
          <p:cNvSpPr txBox="1"/>
          <p:nvPr/>
        </p:nvSpPr>
        <p:spPr>
          <a:xfrm>
            <a:off x="10778679" y="3549892"/>
            <a:ext cx="865830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688BD234-762B-DFBC-B84A-65FB11617C51}"/>
              </a:ext>
            </a:extLst>
          </p:cNvPr>
          <p:cNvSpPr/>
          <p:nvPr/>
        </p:nvSpPr>
        <p:spPr>
          <a:xfrm>
            <a:off x="434347" y="35444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V0</a:t>
            </a:r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C59330ED-A4F4-1B7A-CBA1-1A7F9EAF1FC9}"/>
              </a:ext>
            </a:extLst>
          </p:cNvPr>
          <p:cNvSpPr/>
          <p:nvPr/>
        </p:nvSpPr>
        <p:spPr>
          <a:xfrm>
            <a:off x="434347" y="382207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636A9CFE-4631-2FAE-2EF0-B6D4E3A042CA}"/>
              </a:ext>
            </a:extLst>
          </p:cNvPr>
          <p:cNvSpPr/>
          <p:nvPr/>
        </p:nvSpPr>
        <p:spPr>
          <a:xfrm>
            <a:off x="753983" y="354660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13CDFBA0-54AD-BF26-5E08-C48A8EDE721F}"/>
              </a:ext>
            </a:extLst>
          </p:cNvPr>
          <p:cNvCxnSpPr>
            <a:cxnSpLocks/>
            <a:stCxn id="543" idx="0"/>
            <a:endCxn id="542" idx="4"/>
          </p:cNvCxnSpPr>
          <p:nvPr/>
        </p:nvCxnSpPr>
        <p:spPr>
          <a:xfrm flipV="1">
            <a:off x="525787" y="3727359"/>
            <a:ext cx="0" cy="947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71AD7B60-482B-F825-9DCD-46E26D89203C}"/>
              </a:ext>
            </a:extLst>
          </p:cNvPr>
          <p:cNvCxnSpPr>
            <a:cxnSpLocks/>
            <a:stCxn id="543" idx="7"/>
            <a:endCxn id="544" idx="3"/>
          </p:cNvCxnSpPr>
          <p:nvPr/>
        </p:nvCxnSpPr>
        <p:spPr>
          <a:xfrm flipV="1">
            <a:off x="590445" y="3702698"/>
            <a:ext cx="190320" cy="1461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1602435C-83EE-11BE-596F-A9C01A642C5E}"/>
              </a:ext>
            </a:extLst>
          </p:cNvPr>
          <p:cNvCxnSpPr>
            <a:cxnSpLocks/>
            <a:stCxn id="544" idx="2"/>
            <a:endCxn id="542" idx="6"/>
          </p:cNvCxnSpPr>
          <p:nvPr/>
        </p:nvCxnSpPr>
        <p:spPr>
          <a:xfrm flipH="1" flipV="1">
            <a:off x="617227" y="3635919"/>
            <a:ext cx="136756" cy="212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8" name="Oval 547">
            <a:extLst>
              <a:ext uri="{FF2B5EF4-FFF2-40B4-BE49-F238E27FC236}">
                <a16:creationId xmlns:a16="http://schemas.microsoft.com/office/drawing/2014/main" id="{9515968A-CE2D-33EE-9F41-BC5F43848751}"/>
              </a:ext>
            </a:extLst>
          </p:cNvPr>
          <p:cNvSpPr/>
          <p:nvPr/>
        </p:nvSpPr>
        <p:spPr>
          <a:xfrm>
            <a:off x="757033" y="382677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FF40C3C1-C3AB-A0A5-4A1A-EF0A245764C3}"/>
              </a:ext>
            </a:extLst>
          </p:cNvPr>
          <p:cNvSpPr/>
          <p:nvPr/>
        </p:nvSpPr>
        <p:spPr>
          <a:xfrm>
            <a:off x="1073619" y="355185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D3725F97-4108-DED4-7B75-38988D78FB91}"/>
              </a:ext>
            </a:extLst>
          </p:cNvPr>
          <p:cNvSpPr/>
          <p:nvPr/>
        </p:nvSpPr>
        <p:spPr>
          <a:xfrm>
            <a:off x="1073619" y="38255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162AAD25-22A3-BA82-7FFB-782A427EFF6F}"/>
              </a:ext>
            </a:extLst>
          </p:cNvPr>
          <p:cNvSpPr/>
          <p:nvPr/>
        </p:nvSpPr>
        <p:spPr>
          <a:xfrm>
            <a:off x="1402402" y="383023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9BF0F08E-9963-2E2F-D46D-DD62FBD01B9E}"/>
              </a:ext>
            </a:extLst>
          </p:cNvPr>
          <p:cNvCxnSpPr>
            <a:cxnSpLocks/>
            <a:stCxn id="544" idx="6"/>
            <a:endCxn id="549" idx="2"/>
          </p:cNvCxnSpPr>
          <p:nvPr/>
        </p:nvCxnSpPr>
        <p:spPr>
          <a:xfrm>
            <a:off x="936863" y="3638040"/>
            <a:ext cx="136756" cy="525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E0BB7FF3-F3D5-3AC9-94DB-DB0BAC70750E}"/>
              </a:ext>
            </a:extLst>
          </p:cNvPr>
          <p:cNvCxnSpPr>
            <a:cxnSpLocks/>
            <a:stCxn id="544" idx="5"/>
            <a:endCxn id="550" idx="1"/>
          </p:cNvCxnSpPr>
          <p:nvPr/>
        </p:nvCxnSpPr>
        <p:spPr>
          <a:xfrm>
            <a:off x="910081" y="3702698"/>
            <a:ext cx="190320" cy="1496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554">
            <a:extLst>
              <a:ext uri="{FF2B5EF4-FFF2-40B4-BE49-F238E27FC236}">
                <a16:creationId xmlns:a16="http://schemas.microsoft.com/office/drawing/2014/main" id="{72E1D076-73E0-240A-12B8-25539FC91BA0}"/>
              </a:ext>
            </a:extLst>
          </p:cNvPr>
          <p:cNvCxnSpPr>
            <a:cxnSpLocks/>
            <a:stCxn id="549" idx="4"/>
            <a:endCxn id="550" idx="0"/>
          </p:cNvCxnSpPr>
          <p:nvPr/>
        </p:nvCxnSpPr>
        <p:spPr>
          <a:xfrm>
            <a:off x="1165059" y="3734738"/>
            <a:ext cx="0" cy="907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06652F5B-6A52-465E-3364-808C883ADC03}"/>
              </a:ext>
            </a:extLst>
          </p:cNvPr>
          <p:cNvCxnSpPr>
            <a:cxnSpLocks/>
            <a:stCxn id="549" idx="6"/>
            <a:endCxn id="551" idx="0"/>
          </p:cNvCxnSpPr>
          <p:nvPr/>
        </p:nvCxnSpPr>
        <p:spPr>
          <a:xfrm>
            <a:off x="1256499" y="3643298"/>
            <a:ext cx="237343" cy="1869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E3D0A3C9-8B01-72CE-5983-308E436EBA0D}"/>
              </a:ext>
            </a:extLst>
          </p:cNvPr>
          <p:cNvCxnSpPr>
            <a:cxnSpLocks/>
            <a:stCxn id="550" idx="6"/>
            <a:endCxn id="551" idx="2"/>
          </p:cNvCxnSpPr>
          <p:nvPr/>
        </p:nvCxnSpPr>
        <p:spPr>
          <a:xfrm>
            <a:off x="1256499" y="3916969"/>
            <a:ext cx="145903" cy="470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D8CBEB0A-8413-DABF-0B81-50CE8D61B3D7}"/>
              </a:ext>
            </a:extLst>
          </p:cNvPr>
          <p:cNvCxnSpPr>
            <a:cxnSpLocks/>
            <a:stCxn id="543" idx="6"/>
            <a:endCxn id="548" idx="2"/>
          </p:cNvCxnSpPr>
          <p:nvPr/>
        </p:nvCxnSpPr>
        <p:spPr>
          <a:xfrm>
            <a:off x="617227" y="3913511"/>
            <a:ext cx="139806" cy="470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F081E59C-05A3-D139-94B9-AEA4B59B4BA5}"/>
              </a:ext>
            </a:extLst>
          </p:cNvPr>
          <p:cNvCxnSpPr>
            <a:cxnSpLocks/>
            <a:stCxn id="548" idx="6"/>
            <a:endCxn id="550" idx="2"/>
          </p:cNvCxnSpPr>
          <p:nvPr/>
        </p:nvCxnSpPr>
        <p:spPr>
          <a:xfrm flipV="1">
            <a:off x="939913" y="3916969"/>
            <a:ext cx="133706" cy="125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椭圆 3">
            <a:extLst>
              <a:ext uri="{FF2B5EF4-FFF2-40B4-BE49-F238E27FC236}">
                <a16:creationId xmlns:a16="http://schemas.microsoft.com/office/drawing/2014/main" id="{81FD77C1-C0EE-315A-8988-54204E9698A8}"/>
              </a:ext>
            </a:extLst>
          </p:cNvPr>
          <p:cNvSpPr/>
          <p:nvPr/>
        </p:nvSpPr>
        <p:spPr>
          <a:xfrm>
            <a:off x="6724731" y="2782082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" name="椭圆 4">
            <a:extLst>
              <a:ext uri="{FF2B5EF4-FFF2-40B4-BE49-F238E27FC236}">
                <a16:creationId xmlns:a16="http://schemas.microsoft.com/office/drawing/2014/main" id="{E310DC0E-68BC-E016-D2A9-6C4CBABB7667}"/>
              </a:ext>
            </a:extLst>
          </p:cNvPr>
          <p:cNvSpPr/>
          <p:nvPr/>
        </p:nvSpPr>
        <p:spPr>
          <a:xfrm>
            <a:off x="6727400" y="3124515"/>
            <a:ext cx="198000" cy="199701"/>
          </a:xfrm>
          <a:prstGeom prst="ellipse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5" name="椭圆 5">
            <a:extLst>
              <a:ext uri="{FF2B5EF4-FFF2-40B4-BE49-F238E27FC236}">
                <a16:creationId xmlns:a16="http://schemas.microsoft.com/office/drawing/2014/main" id="{7C6FE722-6AC4-0A2C-0176-B609A56F3792}"/>
              </a:ext>
            </a:extLst>
          </p:cNvPr>
          <p:cNvSpPr/>
          <p:nvPr/>
        </p:nvSpPr>
        <p:spPr>
          <a:xfrm>
            <a:off x="7259047" y="3125286"/>
            <a:ext cx="198000" cy="199701"/>
          </a:xfrm>
          <a:prstGeom prst="ellipse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6" name="直线连接符 9">
            <a:extLst>
              <a:ext uri="{FF2B5EF4-FFF2-40B4-BE49-F238E27FC236}">
                <a16:creationId xmlns:a16="http://schemas.microsoft.com/office/drawing/2014/main" id="{8F386249-4BCA-E5C1-E2D0-8DD550355498}"/>
              </a:ext>
            </a:extLst>
          </p:cNvPr>
          <p:cNvCxnSpPr>
            <a:cxnSpLocks/>
            <a:stCxn id="603" idx="4"/>
            <a:endCxn id="604" idx="0"/>
          </p:cNvCxnSpPr>
          <p:nvPr/>
        </p:nvCxnSpPr>
        <p:spPr>
          <a:xfrm>
            <a:off x="6823731" y="2981783"/>
            <a:ext cx="2669" cy="142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直线连接符 10">
            <a:extLst>
              <a:ext uri="{FF2B5EF4-FFF2-40B4-BE49-F238E27FC236}">
                <a16:creationId xmlns:a16="http://schemas.microsoft.com/office/drawing/2014/main" id="{7F363701-DF8E-56FB-54AE-D082F977C8DF}"/>
              </a:ext>
            </a:extLst>
          </p:cNvPr>
          <p:cNvCxnSpPr>
            <a:cxnSpLocks/>
            <a:stCxn id="614" idx="4"/>
            <a:endCxn id="605" idx="0"/>
          </p:cNvCxnSpPr>
          <p:nvPr/>
        </p:nvCxnSpPr>
        <p:spPr>
          <a:xfrm>
            <a:off x="7358047" y="2976872"/>
            <a:ext cx="0" cy="14841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椭圆 14">
            <a:extLst>
              <a:ext uri="{FF2B5EF4-FFF2-40B4-BE49-F238E27FC236}">
                <a16:creationId xmlns:a16="http://schemas.microsoft.com/office/drawing/2014/main" id="{4C3B89C2-678D-8868-4E1D-93076FB28FCF}"/>
              </a:ext>
            </a:extLst>
          </p:cNvPr>
          <p:cNvSpPr/>
          <p:nvPr/>
        </p:nvSpPr>
        <p:spPr>
          <a:xfrm>
            <a:off x="6732126" y="3527029"/>
            <a:ext cx="198000" cy="199701"/>
          </a:xfrm>
          <a:prstGeom prst="ellipse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9" name="直线连接符 15">
            <a:extLst>
              <a:ext uri="{FF2B5EF4-FFF2-40B4-BE49-F238E27FC236}">
                <a16:creationId xmlns:a16="http://schemas.microsoft.com/office/drawing/2014/main" id="{634784C0-E28F-EDCE-3D86-0A6BEBD8E205}"/>
              </a:ext>
            </a:extLst>
          </p:cNvPr>
          <p:cNvCxnSpPr>
            <a:cxnSpLocks/>
            <a:stCxn id="604" idx="4"/>
            <a:endCxn id="608" idx="0"/>
          </p:cNvCxnSpPr>
          <p:nvPr/>
        </p:nvCxnSpPr>
        <p:spPr>
          <a:xfrm>
            <a:off x="6826400" y="3324216"/>
            <a:ext cx="4726" cy="20281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0" name="椭圆 16">
            <a:extLst>
              <a:ext uri="{FF2B5EF4-FFF2-40B4-BE49-F238E27FC236}">
                <a16:creationId xmlns:a16="http://schemas.microsoft.com/office/drawing/2014/main" id="{C365C8AD-45E7-7DB6-A475-22418E57DFA1}"/>
              </a:ext>
            </a:extLst>
          </p:cNvPr>
          <p:cNvSpPr/>
          <p:nvPr/>
        </p:nvSpPr>
        <p:spPr>
          <a:xfrm>
            <a:off x="7259518" y="3519846"/>
            <a:ext cx="198000" cy="199701"/>
          </a:xfrm>
          <a:prstGeom prst="ellipse">
            <a:avLst/>
          </a:prstGeom>
          <a:pattFill prst="dk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1" name="直线连接符 17">
            <a:extLst>
              <a:ext uri="{FF2B5EF4-FFF2-40B4-BE49-F238E27FC236}">
                <a16:creationId xmlns:a16="http://schemas.microsoft.com/office/drawing/2014/main" id="{21EA49D8-218A-1E10-12C6-0A8CB75102DC}"/>
              </a:ext>
            </a:extLst>
          </p:cNvPr>
          <p:cNvCxnSpPr>
            <a:cxnSpLocks/>
            <a:stCxn id="605" idx="4"/>
            <a:endCxn id="610" idx="0"/>
          </p:cNvCxnSpPr>
          <p:nvPr/>
        </p:nvCxnSpPr>
        <p:spPr>
          <a:xfrm>
            <a:off x="7358047" y="3324987"/>
            <a:ext cx="471" cy="19485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椭圆 32">
            <a:extLst>
              <a:ext uri="{FF2B5EF4-FFF2-40B4-BE49-F238E27FC236}">
                <a16:creationId xmlns:a16="http://schemas.microsoft.com/office/drawing/2014/main" id="{A74D3317-3166-851D-069B-BB46A1BF0934}"/>
              </a:ext>
            </a:extLst>
          </p:cNvPr>
          <p:cNvSpPr/>
          <p:nvPr/>
        </p:nvSpPr>
        <p:spPr>
          <a:xfrm>
            <a:off x="7256072" y="3917999"/>
            <a:ext cx="198000" cy="199701"/>
          </a:xfrm>
          <a:prstGeom prst="ellipse">
            <a:avLst/>
          </a:prstGeom>
          <a:pattFill prst="dk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accent6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" name="椭圆 36">
            <a:extLst>
              <a:ext uri="{FF2B5EF4-FFF2-40B4-BE49-F238E27FC236}">
                <a16:creationId xmlns:a16="http://schemas.microsoft.com/office/drawing/2014/main" id="{607CC28A-DC22-D672-79A3-C688D78FFCD3}"/>
              </a:ext>
            </a:extLst>
          </p:cNvPr>
          <p:cNvSpPr/>
          <p:nvPr/>
        </p:nvSpPr>
        <p:spPr>
          <a:xfrm>
            <a:off x="7259047" y="2777171"/>
            <a:ext cx="198000" cy="199701"/>
          </a:xfrm>
          <a:prstGeom prst="ellipse">
            <a:avLst/>
          </a:prstGeom>
          <a:pattFill prst="dkUpDiag">
            <a:fgClr>
              <a:schemeClr val="bg1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7" name="直线连接符 17">
            <a:extLst>
              <a:ext uri="{FF2B5EF4-FFF2-40B4-BE49-F238E27FC236}">
                <a16:creationId xmlns:a16="http://schemas.microsoft.com/office/drawing/2014/main" id="{411BE1AB-D7DE-BA88-F5AB-53E0E6FA9568}"/>
              </a:ext>
            </a:extLst>
          </p:cNvPr>
          <p:cNvCxnSpPr>
            <a:cxnSpLocks/>
            <a:stCxn id="610" idx="4"/>
            <a:endCxn id="612" idx="0"/>
          </p:cNvCxnSpPr>
          <p:nvPr/>
        </p:nvCxnSpPr>
        <p:spPr>
          <a:xfrm flipH="1">
            <a:off x="7355072" y="3719547"/>
            <a:ext cx="3446" cy="198452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" name="椭圆 14">
            <a:extLst>
              <a:ext uri="{FF2B5EF4-FFF2-40B4-BE49-F238E27FC236}">
                <a16:creationId xmlns:a16="http://schemas.microsoft.com/office/drawing/2014/main" id="{08C3EF50-5217-7E1E-F710-0B5DC8480ABF}"/>
              </a:ext>
            </a:extLst>
          </p:cNvPr>
          <p:cNvSpPr/>
          <p:nvPr/>
        </p:nvSpPr>
        <p:spPr>
          <a:xfrm>
            <a:off x="5490582" y="3517853"/>
            <a:ext cx="198000" cy="199701"/>
          </a:xfrm>
          <a:prstGeom prst="ellipse">
            <a:avLst/>
          </a:prstGeom>
          <a:pattFill prst="dk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4" name="直线连接符 15">
            <a:extLst>
              <a:ext uri="{FF2B5EF4-FFF2-40B4-BE49-F238E27FC236}">
                <a16:creationId xmlns:a16="http://schemas.microsoft.com/office/drawing/2014/main" id="{2B106B9E-DE10-5622-C4AF-9F5224DE427E}"/>
              </a:ext>
            </a:extLst>
          </p:cNvPr>
          <p:cNvCxnSpPr>
            <a:cxnSpLocks/>
            <a:stCxn id="258" idx="4"/>
            <a:endCxn id="623" idx="0"/>
          </p:cNvCxnSpPr>
          <p:nvPr/>
        </p:nvCxnSpPr>
        <p:spPr>
          <a:xfrm>
            <a:off x="5398375" y="3325240"/>
            <a:ext cx="191207" cy="1926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" name="椭圆 3">
            <a:extLst>
              <a:ext uri="{FF2B5EF4-FFF2-40B4-BE49-F238E27FC236}">
                <a16:creationId xmlns:a16="http://schemas.microsoft.com/office/drawing/2014/main" id="{A5E48795-7B3F-FBD3-7081-4E4F06F49667}"/>
              </a:ext>
            </a:extLst>
          </p:cNvPr>
          <p:cNvSpPr/>
          <p:nvPr/>
        </p:nvSpPr>
        <p:spPr>
          <a:xfrm>
            <a:off x="6007349" y="2780648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" name="椭圆 4">
            <a:extLst>
              <a:ext uri="{FF2B5EF4-FFF2-40B4-BE49-F238E27FC236}">
                <a16:creationId xmlns:a16="http://schemas.microsoft.com/office/drawing/2014/main" id="{936DB007-C6D5-9A40-FF1F-791FCF005159}"/>
              </a:ext>
            </a:extLst>
          </p:cNvPr>
          <p:cNvSpPr/>
          <p:nvPr/>
        </p:nvSpPr>
        <p:spPr>
          <a:xfrm>
            <a:off x="6010018" y="3123081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直线连接符 9">
            <a:extLst>
              <a:ext uri="{FF2B5EF4-FFF2-40B4-BE49-F238E27FC236}">
                <a16:creationId xmlns:a16="http://schemas.microsoft.com/office/drawing/2014/main" id="{AD8CB1A1-A78C-A753-70D5-F5FD9006AE28}"/>
              </a:ext>
            </a:extLst>
          </p:cNvPr>
          <p:cNvCxnSpPr>
            <a:cxnSpLocks/>
            <a:stCxn id="634" idx="4"/>
            <a:endCxn id="635" idx="0"/>
          </p:cNvCxnSpPr>
          <p:nvPr/>
        </p:nvCxnSpPr>
        <p:spPr>
          <a:xfrm>
            <a:off x="6106349" y="2980349"/>
            <a:ext cx="2669" cy="142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椭圆 14">
            <a:extLst>
              <a:ext uri="{FF2B5EF4-FFF2-40B4-BE49-F238E27FC236}">
                <a16:creationId xmlns:a16="http://schemas.microsoft.com/office/drawing/2014/main" id="{B4BCF701-8116-A93D-84EC-139D99921A73}"/>
              </a:ext>
            </a:extLst>
          </p:cNvPr>
          <p:cNvSpPr/>
          <p:nvPr/>
        </p:nvSpPr>
        <p:spPr>
          <a:xfrm>
            <a:off x="5811884" y="3516608"/>
            <a:ext cx="198000" cy="199701"/>
          </a:xfrm>
          <a:prstGeom prst="ellipse">
            <a:avLst/>
          </a:prstGeom>
          <a:pattFill prst="dkUpDiag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8" name="直线连接符 15">
            <a:extLst>
              <a:ext uri="{FF2B5EF4-FFF2-40B4-BE49-F238E27FC236}">
                <a16:creationId xmlns:a16="http://schemas.microsoft.com/office/drawing/2014/main" id="{FBCC1D61-7D3F-39D4-E5D2-58E24CE8C3E9}"/>
              </a:ext>
            </a:extLst>
          </p:cNvPr>
          <p:cNvCxnSpPr>
            <a:cxnSpLocks/>
            <a:stCxn id="635" idx="4"/>
            <a:endCxn id="637" idx="0"/>
          </p:cNvCxnSpPr>
          <p:nvPr/>
        </p:nvCxnSpPr>
        <p:spPr>
          <a:xfrm flipH="1">
            <a:off x="5910884" y="3322782"/>
            <a:ext cx="198134" cy="193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椭圆 14">
            <a:extLst>
              <a:ext uri="{FF2B5EF4-FFF2-40B4-BE49-F238E27FC236}">
                <a16:creationId xmlns:a16="http://schemas.microsoft.com/office/drawing/2014/main" id="{81C67D0A-B671-1CAA-AF03-15A09CEAE16C}"/>
              </a:ext>
            </a:extLst>
          </p:cNvPr>
          <p:cNvSpPr/>
          <p:nvPr/>
        </p:nvSpPr>
        <p:spPr>
          <a:xfrm>
            <a:off x="6201225" y="3516608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0" name="直线连接符 15">
            <a:extLst>
              <a:ext uri="{FF2B5EF4-FFF2-40B4-BE49-F238E27FC236}">
                <a16:creationId xmlns:a16="http://schemas.microsoft.com/office/drawing/2014/main" id="{C53D01E4-4B2A-3A15-C646-76F4B9BBE995}"/>
              </a:ext>
            </a:extLst>
          </p:cNvPr>
          <p:cNvCxnSpPr>
            <a:cxnSpLocks/>
            <a:stCxn id="635" idx="4"/>
            <a:endCxn id="639" idx="0"/>
          </p:cNvCxnSpPr>
          <p:nvPr/>
        </p:nvCxnSpPr>
        <p:spPr>
          <a:xfrm>
            <a:off x="6109018" y="3322782"/>
            <a:ext cx="191207" cy="193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1" name="椭圆 32">
            <a:extLst>
              <a:ext uri="{FF2B5EF4-FFF2-40B4-BE49-F238E27FC236}">
                <a16:creationId xmlns:a16="http://schemas.microsoft.com/office/drawing/2014/main" id="{26C5EED2-FB52-B2D4-6C29-ECF76C3EE823}"/>
              </a:ext>
            </a:extLst>
          </p:cNvPr>
          <p:cNvSpPr/>
          <p:nvPr/>
        </p:nvSpPr>
        <p:spPr>
          <a:xfrm>
            <a:off x="5811884" y="3907878"/>
            <a:ext cx="198000" cy="199701"/>
          </a:xfrm>
          <a:prstGeom prst="ellipse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6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2" name="直线连接符 15">
            <a:extLst>
              <a:ext uri="{FF2B5EF4-FFF2-40B4-BE49-F238E27FC236}">
                <a16:creationId xmlns:a16="http://schemas.microsoft.com/office/drawing/2014/main" id="{56913AEF-2B48-1C4F-44E9-F24E61490EF0}"/>
              </a:ext>
            </a:extLst>
          </p:cNvPr>
          <p:cNvCxnSpPr>
            <a:cxnSpLocks/>
            <a:stCxn id="637" idx="4"/>
            <a:endCxn id="641" idx="0"/>
          </p:cNvCxnSpPr>
          <p:nvPr/>
        </p:nvCxnSpPr>
        <p:spPr>
          <a:xfrm>
            <a:off x="5910884" y="3716309"/>
            <a:ext cx="0" cy="191569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椭圆 32">
            <a:extLst>
              <a:ext uri="{FF2B5EF4-FFF2-40B4-BE49-F238E27FC236}">
                <a16:creationId xmlns:a16="http://schemas.microsoft.com/office/drawing/2014/main" id="{3F591B56-5A9A-CAA5-4B22-43F6D385B5DA}"/>
              </a:ext>
            </a:extLst>
          </p:cNvPr>
          <p:cNvSpPr/>
          <p:nvPr/>
        </p:nvSpPr>
        <p:spPr>
          <a:xfrm>
            <a:off x="6205381" y="3918000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9" name="直线连接符 15">
            <a:extLst>
              <a:ext uri="{FF2B5EF4-FFF2-40B4-BE49-F238E27FC236}">
                <a16:creationId xmlns:a16="http://schemas.microsoft.com/office/drawing/2014/main" id="{46E2FC96-BA3A-4C43-2044-D8173C19AF79}"/>
              </a:ext>
            </a:extLst>
          </p:cNvPr>
          <p:cNvCxnSpPr>
            <a:cxnSpLocks/>
            <a:stCxn id="639" idx="4"/>
            <a:endCxn id="648" idx="0"/>
          </p:cNvCxnSpPr>
          <p:nvPr/>
        </p:nvCxnSpPr>
        <p:spPr>
          <a:xfrm>
            <a:off x="6300225" y="3716309"/>
            <a:ext cx="4156" cy="201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直线连接符 9">
            <a:extLst>
              <a:ext uri="{FF2B5EF4-FFF2-40B4-BE49-F238E27FC236}">
                <a16:creationId xmlns:a16="http://schemas.microsoft.com/office/drawing/2014/main" id="{9A5DB92D-F168-8B57-109E-F38CA2CDBE64}"/>
              </a:ext>
            </a:extLst>
          </p:cNvPr>
          <p:cNvCxnSpPr>
            <a:cxnSpLocks/>
            <a:stCxn id="712" idx="2"/>
            <a:endCxn id="257" idx="0"/>
          </p:cNvCxnSpPr>
          <p:nvPr/>
        </p:nvCxnSpPr>
        <p:spPr>
          <a:xfrm flipH="1">
            <a:off x="5395706" y="2540338"/>
            <a:ext cx="1053269" cy="24276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直线连接符 9">
            <a:extLst>
              <a:ext uri="{FF2B5EF4-FFF2-40B4-BE49-F238E27FC236}">
                <a16:creationId xmlns:a16="http://schemas.microsoft.com/office/drawing/2014/main" id="{E70E44E6-94B0-4293-13B4-1ACA4B2EE1E9}"/>
              </a:ext>
            </a:extLst>
          </p:cNvPr>
          <p:cNvCxnSpPr>
            <a:cxnSpLocks/>
            <a:stCxn id="712" idx="2"/>
            <a:endCxn id="634" idx="0"/>
          </p:cNvCxnSpPr>
          <p:nvPr/>
        </p:nvCxnSpPr>
        <p:spPr>
          <a:xfrm flipH="1">
            <a:off x="6106349" y="2540338"/>
            <a:ext cx="342626" cy="24031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直线连接符 9">
            <a:extLst>
              <a:ext uri="{FF2B5EF4-FFF2-40B4-BE49-F238E27FC236}">
                <a16:creationId xmlns:a16="http://schemas.microsoft.com/office/drawing/2014/main" id="{B09AD117-D653-3C31-2D8D-CC3C457AB9FC}"/>
              </a:ext>
            </a:extLst>
          </p:cNvPr>
          <p:cNvCxnSpPr>
            <a:cxnSpLocks/>
            <a:stCxn id="712" idx="2"/>
            <a:endCxn id="603" idx="0"/>
          </p:cNvCxnSpPr>
          <p:nvPr/>
        </p:nvCxnSpPr>
        <p:spPr>
          <a:xfrm>
            <a:off x="6448975" y="2540338"/>
            <a:ext cx="374756" cy="241744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直线连接符 9">
            <a:extLst>
              <a:ext uri="{FF2B5EF4-FFF2-40B4-BE49-F238E27FC236}">
                <a16:creationId xmlns:a16="http://schemas.microsoft.com/office/drawing/2014/main" id="{FBBFBE1C-53E1-3CF1-3530-F6D21E4CAAD3}"/>
              </a:ext>
            </a:extLst>
          </p:cNvPr>
          <p:cNvCxnSpPr>
            <a:cxnSpLocks/>
            <a:stCxn id="712" idx="2"/>
            <a:endCxn id="614" idx="0"/>
          </p:cNvCxnSpPr>
          <p:nvPr/>
        </p:nvCxnSpPr>
        <p:spPr>
          <a:xfrm>
            <a:off x="6448975" y="2540338"/>
            <a:ext cx="909072" cy="23683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TextBox 711">
            <a:extLst>
              <a:ext uri="{FF2B5EF4-FFF2-40B4-BE49-F238E27FC236}">
                <a16:creationId xmlns:a16="http://schemas.microsoft.com/office/drawing/2014/main" id="{D56757FC-66C6-B564-5846-C399724616B8}"/>
              </a:ext>
            </a:extLst>
          </p:cNvPr>
          <p:cNvSpPr txBox="1"/>
          <p:nvPr/>
        </p:nvSpPr>
        <p:spPr>
          <a:xfrm>
            <a:off x="5913976" y="2294117"/>
            <a:ext cx="1069998" cy="246221"/>
          </a:xfrm>
          <a:prstGeom prst="rect">
            <a:avLst/>
          </a:prstGeom>
          <a:noFill/>
          <a:ln w="9525" cap="flat" cmpd="sng" algn="ctr">
            <a:noFill/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Dummy Node</a:t>
            </a:r>
          </a:p>
        </p:txBody>
      </p:sp>
      <p:sp>
        <p:nvSpPr>
          <p:cNvPr id="722" name="TextBox 721">
            <a:extLst>
              <a:ext uri="{FF2B5EF4-FFF2-40B4-BE49-F238E27FC236}">
                <a16:creationId xmlns:a16="http://schemas.microsoft.com/office/drawing/2014/main" id="{ADCEAB4F-E217-D528-B2EC-F64465BA2BA6}"/>
              </a:ext>
            </a:extLst>
          </p:cNvPr>
          <p:cNvSpPr txBox="1"/>
          <p:nvPr/>
        </p:nvSpPr>
        <p:spPr>
          <a:xfrm>
            <a:off x="4312453" y="4675378"/>
            <a:ext cx="15143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 Step 1</a:t>
            </a:r>
          </a:p>
        </p:txBody>
      </p:sp>
      <p:sp>
        <p:nvSpPr>
          <p:cNvPr id="723" name="TextBox 722">
            <a:extLst>
              <a:ext uri="{FF2B5EF4-FFF2-40B4-BE49-F238E27FC236}">
                <a16:creationId xmlns:a16="http://schemas.microsoft.com/office/drawing/2014/main" id="{0D9F4456-FDD3-83DD-17A8-8BFB84CEFF15}"/>
              </a:ext>
            </a:extLst>
          </p:cNvPr>
          <p:cNvSpPr txBox="1"/>
          <p:nvPr/>
        </p:nvSpPr>
        <p:spPr>
          <a:xfrm>
            <a:off x="8251006" y="1666103"/>
            <a:ext cx="151433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of Step 2</a:t>
            </a:r>
          </a:p>
        </p:txBody>
      </p:sp>
      <p:cxnSp>
        <p:nvCxnSpPr>
          <p:cNvPr id="724" name="直线连接符 9">
            <a:extLst>
              <a:ext uri="{FF2B5EF4-FFF2-40B4-BE49-F238E27FC236}">
                <a16:creationId xmlns:a16="http://schemas.microsoft.com/office/drawing/2014/main" id="{6A5C5044-68CC-90E1-3182-8A74834FBA3A}"/>
              </a:ext>
            </a:extLst>
          </p:cNvPr>
          <p:cNvCxnSpPr>
            <a:cxnSpLocks/>
            <a:stCxn id="756" idx="0"/>
          </p:cNvCxnSpPr>
          <p:nvPr/>
        </p:nvCxnSpPr>
        <p:spPr>
          <a:xfrm flipH="1">
            <a:off x="1962116" y="4203865"/>
            <a:ext cx="412949" cy="74140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直线连接符 9">
            <a:extLst>
              <a:ext uri="{FF2B5EF4-FFF2-40B4-BE49-F238E27FC236}">
                <a16:creationId xmlns:a16="http://schemas.microsoft.com/office/drawing/2014/main" id="{B079E4B7-1D33-A4E0-D70B-7458F58FB5CA}"/>
              </a:ext>
            </a:extLst>
          </p:cNvPr>
          <p:cNvCxnSpPr>
            <a:cxnSpLocks/>
            <a:stCxn id="756" idx="1"/>
          </p:cNvCxnSpPr>
          <p:nvPr/>
        </p:nvCxnSpPr>
        <p:spPr>
          <a:xfrm flipH="1">
            <a:off x="3407396" y="4215740"/>
            <a:ext cx="4287814" cy="700626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92FA7A78-CDF1-CADF-5D30-E706F7B623D0}"/>
              </a:ext>
            </a:extLst>
          </p:cNvPr>
          <p:cNvCxnSpPr>
            <a:cxnSpLocks/>
            <a:stCxn id="430" idx="2"/>
            <a:endCxn id="336" idx="1"/>
          </p:cNvCxnSpPr>
          <p:nvPr/>
        </p:nvCxnSpPr>
        <p:spPr>
          <a:xfrm>
            <a:off x="5847125" y="5220466"/>
            <a:ext cx="402388" cy="7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9" name="Straight Arrow Connector 748">
            <a:extLst>
              <a:ext uri="{FF2B5EF4-FFF2-40B4-BE49-F238E27FC236}">
                <a16:creationId xmlns:a16="http://schemas.microsoft.com/office/drawing/2014/main" id="{BB23865B-AE93-3B6F-6FF6-45A84E5D17B8}"/>
              </a:ext>
            </a:extLst>
          </p:cNvPr>
          <p:cNvCxnSpPr>
            <a:cxnSpLocks/>
            <a:endCxn id="340" idx="1"/>
          </p:cNvCxnSpPr>
          <p:nvPr/>
        </p:nvCxnSpPr>
        <p:spPr>
          <a:xfrm>
            <a:off x="10404708" y="5220046"/>
            <a:ext cx="227982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6" name="Freeform 755">
            <a:extLst>
              <a:ext uri="{FF2B5EF4-FFF2-40B4-BE49-F238E27FC236}">
                <a16:creationId xmlns:a16="http://schemas.microsoft.com/office/drawing/2014/main" id="{88EE54D0-311C-3ED4-6503-D81B499184B9}"/>
              </a:ext>
            </a:extLst>
          </p:cNvPr>
          <p:cNvSpPr/>
          <p:nvPr/>
        </p:nvSpPr>
        <p:spPr>
          <a:xfrm>
            <a:off x="2375065" y="2232561"/>
            <a:ext cx="5320145" cy="1983179"/>
          </a:xfrm>
          <a:custGeom>
            <a:avLst/>
            <a:gdLst>
              <a:gd name="connsiteX0" fmla="*/ 0 w 5320145"/>
              <a:gd name="connsiteY0" fmla="*/ 1971304 h 1983179"/>
              <a:gd name="connsiteX1" fmla="*/ 5320145 w 5320145"/>
              <a:gd name="connsiteY1" fmla="*/ 1983179 h 1983179"/>
              <a:gd name="connsiteX2" fmla="*/ 5320145 w 5320145"/>
              <a:gd name="connsiteY2" fmla="*/ 11875 h 1983179"/>
              <a:gd name="connsiteX3" fmla="*/ 2375065 w 5320145"/>
              <a:gd name="connsiteY3" fmla="*/ 0 h 1983179"/>
              <a:gd name="connsiteX4" fmla="*/ 2375065 w 5320145"/>
              <a:gd name="connsiteY4" fmla="*/ 534390 h 1983179"/>
              <a:gd name="connsiteX5" fmla="*/ 0 w 5320145"/>
              <a:gd name="connsiteY5" fmla="*/ 534390 h 1983179"/>
              <a:gd name="connsiteX6" fmla="*/ 0 w 5320145"/>
              <a:gd name="connsiteY6" fmla="*/ 1971304 h 1983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145" h="1983179">
                <a:moveTo>
                  <a:pt x="0" y="1971304"/>
                </a:moveTo>
                <a:lnTo>
                  <a:pt x="5320145" y="1983179"/>
                </a:lnTo>
                <a:lnTo>
                  <a:pt x="5320145" y="11875"/>
                </a:lnTo>
                <a:lnTo>
                  <a:pt x="2375065" y="0"/>
                </a:lnTo>
                <a:lnTo>
                  <a:pt x="2375065" y="534390"/>
                </a:lnTo>
                <a:lnTo>
                  <a:pt x="0" y="534390"/>
                </a:lnTo>
                <a:lnTo>
                  <a:pt x="0" y="1971304"/>
                </a:lnTo>
                <a:close/>
              </a:path>
            </a:pathLst>
          </a:cu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0" name="Straight Arrow Connector 759">
            <a:extLst>
              <a:ext uri="{FF2B5EF4-FFF2-40B4-BE49-F238E27FC236}">
                <a16:creationId xmlns:a16="http://schemas.microsoft.com/office/drawing/2014/main" id="{D8F9FE43-81A7-D3C0-94C0-8F8773581D77}"/>
              </a:ext>
            </a:extLst>
          </p:cNvPr>
          <p:cNvCxnSpPr>
            <a:cxnSpLocks/>
          </p:cNvCxnSpPr>
          <p:nvPr/>
        </p:nvCxnSpPr>
        <p:spPr>
          <a:xfrm>
            <a:off x="1873492" y="2364982"/>
            <a:ext cx="4572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4" name="Straight Arrow Connector 763">
            <a:extLst>
              <a:ext uri="{FF2B5EF4-FFF2-40B4-BE49-F238E27FC236}">
                <a16:creationId xmlns:a16="http://schemas.microsoft.com/office/drawing/2014/main" id="{8DD9BAB6-7293-3305-EE02-62EFBC8518F1}"/>
              </a:ext>
            </a:extLst>
          </p:cNvPr>
          <p:cNvCxnSpPr>
            <a:cxnSpLocks/>
          </p:cNvCxnSpPr>
          <p:nvPr/>
        </p:nvCxnSpPr>
        <p:spPr>
          <a:xfrm flipH="1">
            <a:off x="1811349" y="2520049"/>
            <a:ext cx="4572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0" name="TextBox 769">
            <a:extLst>
              <a:ext uri="{FF2B5EF4-FFF2-40B4-BE49-F238E27FC236}">
                <a16:creationId xmlns:a16="http://schemas.microsoft.com/office/drawing/2014/main" id="{93381278-9A67-8063-6126-9A5C23E6C21D}"/>
              </a:ext>
            </a:extLst>
          </p:cNvPr>
          <p:cNvSpPr txBox="1"/>
          <p:nvPr/>
        </p:nvSpPr>
        <p:spPr>
          <a:xfrm>
            <a:off x="4702408" y="1745251"/>
            <a:ext cx="273958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a sampled matching as a search tree</a:t>
            </a:r>
          </a:p>
        </p:txBody>
      </p:sp>
      <p:graphicFrame>
        <p:nvGraphicFramePr>
          <p:cNvPr id="776" name="Table 776">
            <a:extLst>
              <a:ext uri="{FF2B5EF4-FFF2-40B4-BE49-F238E27FC236}">
                <a16:creationId xmlns:a16="http://schemas.microsoft.com/office/drawing/2014/main" id="{16F6F7AB-DB53-AEF5-C6D5-0E88BD2E3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510388"/>
              </p:ext>
            </p:extLst>
          </p:nvPr>
        </p:nvGraphicFramePr>
        <p:xfrm>
          <a:off x="9136417" y="3813466"/>
          <a:ext cx="1097280" cy="274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141123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7581848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41102144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9026566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10931831"/>
                  </a:ext>
                </a:extLst>
              </a:tr>
            </a:tbl>
          </a:graphicData>
        </a:graphic>
      </p:graphicFrame>
      <p:graphicFrame>
        <p:nvGraphicFramePr>
          <p:cNvPr id="778" name="Table 778">
            <a:extLst>
              <a:ext uri="{FF2B5EF4-FFF2-40B4-BE49-F238E27FC236}">
                <a16:creationId xmlns:a16="http://schemas.microsoft.com/office/drawing/2014/main" id="{A54BAF6B-5D2C-4FB4-08C0-CC5EB67F7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317698"/>
              </p:ext>
            </p:extLst>
          </p:nvPr>
        </p:nvGraphicFramePr>
        <p:xfrm>
          <a:off x="9136417" y="4086909"/>
          <a:ext cx="54864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15315090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93584369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11383707"/>
                  </a:ext>
                </a:extLst>
              </a:tr>
            </a:tbl>
          </a:graphicData>
        </a:graphic>
      </p:graphicFrame>
      <p:graphicFrame>
        <p:nvGraphicFramePr>
          <p:cNvPr id="779" name="Table 779">
            <a:extLst>
              <a:ext uri="{FF2B5EF4-FFF2-40B4-BE49-F238E27FC236}">
                <a16:creationId xmlns:a16="http://schemas.microsoft.com/office/drawing/2014/main" id="{CF3F3FB0-81D4-99D6-4495-7B0CA6DA8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70061"/>
              </p:ext>
            </p:extLst>
          </p:nvPr>
        </p:nvGraphicFramePr>
        <p:xfrm>
          <a:off x="9136417" y="4366973"/>
          <a:ext cx="82296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19574403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52684530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33846619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10144989"/>
                  </a:ext>
                </a:extLst>
              </a:tr>
            </a:tbl>
          </a:graphicData>
        </a:graphic>
      </p:graphicFrame>
      <p:graphicFrame>
        <p:nvGraphicFramePr>
          <p:cNvPr id="780" name="Table 780">
            <a:extLst>
              <a:ext uri="{FF2B5EF4-FFF2-40B4-BE49-F238E27FC236}">
                <a16:creationId xmlns:a16="http://schemas.microsoft.com/office/drawing/2014/main" id="{09436B24-3F3B-1E21-8FF8-755512099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32177"/>
              </p:ext>
            </p:extLst>
          </p:nvPr>
        </p:nvGraphicFramePr>
        <p:xfrm>
          <a:off x="9136417" y="4646160"/>
          <a:ext cx="54864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25900912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5258179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91930015"/>
                  </a:ext>
                </a:extLst>
              </a:tr>
            </a:tbl>
          </a:graphicData>
        </a:graphic>
      </p:graphicFrame>
      <p:graphicFrame>
        <p:nvGraphicFramePr>
          <p:cNvPr id="781" name="Table 781">
            <a:extLst>
              <a:ext uri="{FF2B5EF4-FFF2-40B4-BE49-F238E27FC236}">
                <a16:creationId xmlns:a16="http://schemas.microsoft.com/office/drawing/2014/main" id="{2CECE9F8-F010-18DB-C584-D501D107E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12863"/>
              </p:ext>
            </p:extLst>
          </p:nvPr>
        </p:nvGraphicFramePr>
        <p:xfrm>
          <a:off x="8615153" y="3795688"/>
          <a:ext cx="30507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079">
                  <a:extLst>
                    <a:ext uri="{9D8B030D-6E8A-4147-A177-3AD203B41FA5}">
                      <a16:colId xmlns:a16="http://schemas.microsoft.com/office/drawing/2014/main" val="377342357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8425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6733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718547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76578162"/>
                  </a:ext>
                </a:extLst>
              </a:tr>
            </a:tbl>
          </a:graphicData>
        </a:graphic>
      </p:graphicFrame>
      <p:cxnSp>
        <p:nvCxnSpPr>
          <p:cNvPr id="782" name="Straight Arrow Connector 781">
            <a:extLst>
              <a:ext uri="{FF2B5EF4-FFF2-40B4-BE49-F238E27FC236}">
                <a16:creationId xmlns:a16="http://schemas.microsoft.com/office/drawing/2014/main" id="{EC8800ED-3BAC-66A7-DDF9-AC797E285807}"/>
              </a:ext>
            </a:extLst>
          </p:cNvPr>
          <p:cNvCxnSpPr>
            <a:cxnSpLocks/>
            <a:endCxn id="776" idx="1"/>
          </p:cNvCxnSpPr>
          <p:nvPr/>
        </p:nvCxnSpPr>
        <p:spPr>
          <a:xfrm flipV="1">
            <a:off x="8936622" y="3950626"/>
            <a:ext cx="199795" cy="174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5" name="Straight Arrow Connector 784">
            <a:extLst>
              <a:ext uri="{FF2B5EF4-FFF2-40B4-BE49-F238E27FC236}">
                <a16:creationId xmlns:a16="http://schemas.microsoft.com/office/drawing/2014/main" id="{83B43B51-AF50-771C-9946-77EDC5E36000}"/>
              </a:ext>
            </a:extLst>
          </p:cNvPr>
          <p:cNvCxnSpPr>
            <a:cxnSpLocks/>
            <a:endCxn id="778" idx="1"/>
          </p:cNvCxnSpPr>
          <p:nvPr/>
        </p:nvCxnSpPr>
        <p:spPr>
          <a:xfrm flipV="1">
            <a:off x="8936622" y="4224069"/>
            <a:ext cx="199795" cy="174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8" name="Straight Arrow Connector 787">
            <a:extLst>
              <a:ext uri="{FF2B5EF4-FFF2-40B4-BE49-F238E27FC236}">
                <a16:creationId xmlns:a16="http://schemas.microsoft.com/office/drawing/2014/main" id="{709B81A1-895E-DB85-89AC-F0C31F10EE1D}"/>
              </a:ext>
            </a:extLst>
          </p:cNvPr>
          <p:cNvCxnSpPr>
            <a:cxnSpLocks/>
            <a:endCxn id="779" idx="1"/>
          </p:cNvCxnSpPr>
          <p:nvPr/>
        </p:nvCxnSpPr>
        <p:spPr>
          <a:xfrm flipV="1">
            <a:off x="8936622" y="4504133"/>
            <a:ext cx="199795" cy="27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1" name="Straight Arrow Connector 790">
            <a:extLst>
              <a:ext uri="{FF2B5EF4-FFF2-40B4-BE49-F238E27FC236}">
                <a16:creationId xmlns:a16="http://schemas.microsoft.com/office/drawing/2014/main" id="{553D176D-B179-B410-C442-4AE35253FE5B}"/>
              </a:ext>
            </a:extLst>
          </p:cNvPr>
          <p:cNvCxnSpPr>
            <a:cxnSpLocks/>
            <a:endCxn id="780" idx="1"/>
          </p:cNvCxnSpPr>
          <p:nvPr/>
        </p:nvCxnSpPr>
        <p:spPr>
          <a:xfrm flipV="1">
            <a:off x="8936622" y="4783320"/>
            <a:ext cx="199795" cy="280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98" name="Table 781">
            <a:extLst>
              <a:ext uri="{FF2B5EF4-FFF2-40B4-BE49-F238E27FC236}">
                <a16:creationId xmlns:a16="http://schemas.microsoft.com/office/drawing/2014/main" id="{52FFFCAB-A034-10DD-BA25-4CCB90021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152631"/>
              </p:ext>
            </p:extLst>
          </p:nvPr>
        </p:nvGraphicFramePr>
        <p:xfrm>
          <a:off x="8582330" y="2074060"/>
          <a:ext cx="27432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77342357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8425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6733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718547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76578162"/>
                  </a:ext>
                </a:extLst>
              </a:tr>
            </a:tbl>
          </a:graphicData>
        </a:graphic>
      </p:graphicFrame>
      <p:cxnSp>
        <p:nvCxnSpPr>
          <p:cNvPr id="799" name="Straight Arrow Connector 798">
            <a:extLst>
              <a:ext uri="{FF2B5EF4-FFF2-40B4-BE49-F238E27FC236}">
                <a16:creationId xmlns:a16="http://schemas.microsoft.com/office/drawing/2014/main" id="{D5667A77-C504-1BE6-CF0E-54E07EFF1F20}"/>
              </a:ext>
            </a:extLst>
          </p:cNvPr>
          <p:cNvCxnSpPr>
            <a:cxnSpLocks/>
          </p:cNvCxnSpPr>
          <p:nvPr/>
        </p:nvCxnSpPr>
        <p:spPr>
          <a:xfrm flipV="1">
            <a:off x="8848240" y="2213757"/>
            <a:ext cx="199795" cy="174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0" name="Straight Arrow Connector 799">
            <a:extLst>
              <a:ext uri="{FF2B5EF4-FFF2-40B4-BE49-F238E27FC236}">
                <a16:creationId xmlns:a16="http://schemas.microsoft.com/office/drawing/2014/main" id="{910BD546-A617-3711-AF31-D222922A27A0}"/>
              </a:ext>
            </a:extLst>
          </p:cNvPr>
          <p:cNvCxnSpPr>
            <a:cxnSpLocks/>
          </p:cNvCxnSpPr>
          <p:nvPr/>
        </p:nvCxnSpPr>
        <p:spPr>
          <a:xfrm flipV="1">
            <a:off x="8848240" y="2487200"/>
            <a:ext cx="199795" cy="174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1" name="Straight Arrow Connector 800">
            <a:extLst>
              <a:ext uri="{FF2B5EF4-FFF2-40B4-BE49-F238E27FC236}">
                <a16:creationId xmlns:a16="http://schemas.microsoft.com/office/drawing/2014/main" id="{C35DA0F6-8A0D-A741-91FC-4BD502D2AEF6}"/>
              </a:ext>
            </a:extLst>
          </p:cNvPr>
          <p:cNvCxnSpPr>
            <a:cxnSpLocks/>
          </p:cNvCxnSpPr>
          <p:nvPr/>
        </p:nvCxnSpPr>
        <p:spPr>
          <a:xfrm flipV="1">
            <a:off x="8848240" y="2767264"/>
            <a:ext cx="199795" cy="27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2" name="Straight Arrow Connector 801">
            <a:extLst>
              <a:ext uri="{FF2B5EF4-FFF2-40B4-BE49-F238E27FC236}">
                <a16:creationId xmlns:a16="http://schemas.microsoft.com/office/drawing/2014/main" id="{DE3A2340-8A5A-309C-57F7-58902022CDD2}"/>
              </a:ext>
            </a:extLst>
          </p:cNvPr>
          <p:cNvCxnSpPr>
            <a:cxnSpLocks/>
          </p:cNvCxnSpPr>
          <p:nvPr/>
        </p:nvCxnSpPr>
        <p:spPr>
          <a:xfrm flipV="1">
            <a:off x="8848240" y="3046451"/>
            <a:ext cx="199795" cy="280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04" name="Table 781">
            <a:extLst>
              <a:ext uri="{FF2B5EF4-FFF2-40B4-BE49-F238E27FC236}">
                <a16:creationId xmlns:a16="http://schemas.microsoft.com/office/drawing/2014/main" id="{EBEF6785-10AC-636B-72DD-3D886647A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024460"/>
              </p:ext>
            </p:extLst>
          </p:nvPr>
        </p:nvGraphicFramePr>
        <p:xfrm>
          <a:off x="9064925" y="2070762"/>
          <a:ext cx="31797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7973">
                  <a:extLst>
                    <a:ext uri="{9D8B030D-6E8A-4147-A177-3AD203B41FA5}">
                      <a16:colId xmlns:a16="http://schemas.microsoft.com/office/drawing/2014/main" val="377342357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+v3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8425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+v2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67333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-v6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718547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-v4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76578162"/>
                  </a:ext>
                </a:extLst>
              </a:tr>
            </a:tbl>
          </a:graphicData>
        </a:graphic>
      </p:graphicFrame>
      <p:graphicFrame>
        <p:nvGraphicFramePr>
          <p:cNvPr id="829" name="Table 829">
            <a:extLst>
              <a:ext uri="{FF2B5EF4-FFF2-40B4-BE49-F238E27FC236}">
                <a16:creationId xmlns:a16="http://schemas.microsoft.com/office/drawing/2014/main" id="{F2072D53-BB98-C65F-30BA-2888A80B3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853906"/>
              </p:ext>
            </p:extLst>
          </p:nvPr>
        </p:nvGraphicFramePr>
        <p:xfrm>
          <a:off x="9673188" y="2138928"/>
          <a:ext cx="73152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100270364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062089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27766786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9952267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316740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583029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764896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07586054"/>
                  </a:ext>
                </a:extLst>
              </a:tr>
            </a:tbl>
          </a:graphicData>
        </a:graphic>
      </p:graphicFrame>
      <p:sp>
        <p:nvSpPr>
          <p:cNvPr id="830" name="TextBox 829">
            <a:extLst>
              <a:ext uri="{FF2B5EF4-FFF2-40B4-BE49-F238E27FC236}">
                <a16:creationId xmlns:a16="http://schemas.microsoft.com/office/drawing/2014/main" id="{F9F693F1-65C8-ADB5-9B89-05298CC95DCF}"/>
              </a:ext>
            </a:extLst>
          </p:cNvPr>
          <p:cNvSpPr txBox="1"/>
          <p:nvPr/>
        </p:nvSpPr>
        <p:spPr>
          <a:xfrm>
            <a:off x="9387295" y="2832469"/>
            <a:ext cx="1304608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in Matrix[GPU]</a:t>
            </a:r>
            <a:endParaRPr lang="en-US" sz="14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4" name="Oval 833">
            <a:extLst>
              <a:ext uri="{FF2B5EF4-FFF2-40B4-BE49-F238E27FC236}">
                <a16:creationId xmlns:a16="http://schemas.microsoft.com/office/drawing/2014/main" id="{FF429A17-D8D2-7553-53AF-15E48CEF04A3}"/>
              </a:ext>
            </a:extLst>
          </p:cNvPr>
          <p:cNvSpPr/>
          <p:nvPr/>
        </p:nvSpPr>
        <p:spPr>
          <a:xfrm>
            <a:off x="5035859" y="503224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835" name="Oval 834">
            <a:extLst>
              <a:ext uri="{FF2B5EF4-FFF2-40B4-BE49-F238E27FC236}">
                <a16:creationId xmlns:a16="http://schemas.microsoft.com/office/drawing/2014/main" id="{A08B3344-DD2F-F255-0A6D-1F87D25F176B}"/>
              </a:ext>
            </a:extLst>
          </p:cNvPr>
          <p:cNvSpPr/>
          <p:nvPr/>
        </p:nvSpPr>
        <p:spPr>
          <a:xfrm>
            <a:off x="5353420" y="503191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cxnSp>
        <p:nvCxnSpPr>
          <p:cNvPr id="836" name="Curved Connector 835">
            <a:extLst>
              <a:ext uri="{FF2B5EF4-FFF2-40B4-BE49-F238E27FC236}">
                <a16:creationId xmlns:a16="http://schemas.microsoft.com/office/drawing/2014/main" id="{2B80F198-2CF2-3014-7566-89D7F6B8E385}"/>
              </a:ext>
            </a:extLst>
          </p:cNvPr>
          <p:cNvCxnSpPr>
            <a:cxnSpLocks/>
            <a:stCxn id="333" idx="3"/>
            <a:endCxn id="331" idx="2"/>
          </p:cNvCxnSpPr>
          <p:nvPr/>
        </p:nvCxnSpPr>
        <p:spPr>
          <a:xfrm rot="5400000" flipH="1" flipV="1">
            <a:off x="1718514" y="4629374"/>
            <a:ext cx="88379" cy="1874584"/>
          </a:xfrm>
          <a:prstGeom prst="curvedConnector3">
            <a:avLst>
              <a:gd name="adj1" fmla="val -25865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Curved Connector 838">
            <a:extLst>
              <a:ext uri="{FF2B5EF4-FFF2-40B4-BE49-F238E27FC236}">
                <a16:creationId xmlns:a16="http://schemas.microsoft.com/office/drawing/2014/main" id="{0D573E33-CB2D-205F-BC91-F1D2B4F72554}"/>
              </a:ext>
            </a:extLst>
          </p:cNvPr>
          <p:cNvCxnSpPr>
            <a:cxnSpLocks/>
            <a:stCxn id="333" idx="3"/>
            <a:endCxn id="336" idx="2"/>
          </p:cNvCxnSpPr>
          <p:nvPr/>
        </p:nvCxnSpPr>
        <p:spPr>
          <a:xfrm rot="5400000" flipH="1" flipV="1">
            <a:off x="3851489" y="2491989"/>
            <a:ext cx="92788" cy="6144943"/>
          </a:xfrm>
          <a:prstGeom prst="curvedConnector3">
            <a:avLst>
              <a:gd name="adj1" fmla="val -44047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Curved Connector 841">
            <a:extLst>
              <a:ext uri="{FF2B5EF4-FFF2-40B4-BE49-F238E27FC236}">
                <a16:creationId xmlns:a16="http://schemas.microsoft.com/office/drawing/2014/main" id="{1256F0A3-BD4D-BB21-A5AA-317EAA90A517}"/>
              </a:ext>
            </a:extLst>
          </p:cNvPr>
          <p:cNvCxnSpPr>
            <a:cxnSpLocks/>
            <a:stCxn id="333" idx="3"/>
            <a:endCxn id="340" idx="2"/>
          </p:cNvCxnSpPr>
          <p:nvPr/>
        </p:nvCxnSpPr>
        <p:spPr>
          <a:xfrm rot="5400000" flipH="1" flipV="1">
            <a:off x="6042504" y="299827"/>
            <a:ext cx="93936" cy="10528120"/>
          </a:xfrm>
          <a:prstGeom prst="curvedConnector3">
            <a:avLst>
              <a:gd name="adj1" fmla="val -70057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>
            <a:extLst>
              <a:ext uri="{FF2B5EF4-FFF2-40B4-BE49-F238E27FC236}">
                <a16:creationId xmlns:a16="http://schemas.microsoft.com/office/drawing/2014/main" id="{3EA8829A-88D7-3783-B190-3A17701C07A8}"/>
              </a:ext>
            </a:extLst>
          </p:cNvPr>
          <p:cNvSpPr txBox="1"/>
          <p:nvPr/>
        </p:nvSpPr>
        <p:spPr>
          <a:xfrm>
            <a:off x="1506873" y="5539471"/>
            <a:ext cx="76167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 G, E</a:t>
            </a:r>
          </a:p>
        </p:txBody>
      </p:sp>
      <p:sp>
        <p:nvSpPr>
          <p:cNvPr id="848" name="TextBox 847">
            <a:extLst>
              <a:ext uri="{FF2B5EF4-FFF2-40B4-BE49-F238E27FC236}">
                <a16:creationId xmlns:a16="http://schemas.microsoft.com/office/drawing/2014/main" id="{7CA7872A-AA80-9882-950C-C353A9AEFCF6}"/>
              </a:ext>
            </a:extLst>
          </p:cNvPr>
          <p:cNvSpPr txBox="1"/>
          <p:nvPr/>
        </p:nvSpPr>
        <p:spPr>
          <a:xfrm>
            <a:off x="3666052" y="5748282"/>
            <a:ext cx="761675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 G, E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5A6675CA-74F3-6F21-09D3-A189853D8E17}"/>
              </a:ext>
            </a:extLst>
          </p:cNvPr>
          <p:cNvSpPr txBox="1"/>
          <p:nvPr/>
        </p:nvSpPr>
        <p:spPr>
          <a:xfrm rot="21399114">
            <a:off x="6685915" y="5929133"/>
            <a:ext cx="264901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(through Zero-Copy)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52" name="Graphic 851" descr="User with solid fill">
            <a:extLst>
              <a:ext uri="{FF2B5EF4-FFF2-40B4-BE49-F238E27FC236}">
                <a16:creationId xmlns:a16="http://schemas.microsoft.com/office/drawing/2014/main" id="{5F9439AF-7ED5-8362-D20D-5D57B1CC7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643" y="1589019"/>
            <a:ext cx="411442" cy="411442"/>
          </a:xfrm>
          <a:prstGeom prst="rect">
            <a:avLst/>
          </a:prstGeom>
        </p:spPr>
      </p:pic>
      <p:cxnSp>
        <p:nvCxnSpPr>
          <p:cNvPr id="853" name="Straight Arrow Connector 852">
            <a:extLst>
              <a:ext uri="{FF2B5EF4-FFF2-40B4-BE49-F238E27FC236}">
                <a16:creationId xmlns:a16="http://schemas.microsoft.com/office/drawing/2014/main" id="{A44348CA-8311-8923-4AEB-7D94068521B6}"/>
              </a:ext>
            </a:extLst>
          </p:cNvPr>
          <p:cNvCxnSpPr>
            <a:cxnSpLocks/>
            <a:stCxn id="852" idx="2"/>
            <a:endCxn id="333" idx="1"/>
          </p:cNvCxnSpPr>
          <p:nvPr/>
        </p:nvCxnSpPr>
        <p:spPr>
          <a:xfrm flipH="1">
            <a:off x="1085219" y="2000461"/>
            <a:ext cx="9145" cy="2617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9" name="TextBox 858">
            <a:extLst>
              <a:ext uri="{FF2B5EF4-FFF2-40B4-BE49-F238E27FC236}">
                <a16:creationId xmlns:a16="http://schemas.microsoft.com/office/drawing/2014/main" id="{4A6BB890-E861-5BBD-62C4-9FC5227383B3}"/>
              </a:ext>
            </a:extLst>
          </p:cNvPr>
          <p:cNvSpPr txBox="1"/>
          <p:nvPr/>
        </p:nvSpPr>
        <p:spPr>
          <a:xfrm>
            <a:off x="967914" y="1643214"/>
            <a:ext cx="150257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specify</a:t>
            </a:r>
          </a:p>
        </p:txBody>
      </p:sp>
    </p:spTree>
    <p:extLst>
      <p:ext uri="{BB962C8B-B14F-4D97-AF65-F5344CB8AC3E}">
        <p14:creationId xmlns:p14="http://schemas.microsoft.com/office/powerpoint/2010/main" val="2787072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9196F9-4D35-0EB9-F17F-0F447E5AF093}"/>
              </a:ext>
            </a:extLst>
          </p:cNvPr>
          <p:cNvSpPr txBox="1"/>
          <p:nvPr/>
        </p:nvSpPr>
        <p:spPr>
          <a:xfrm>
            <a:off x="267617" y="5740686"/>
            <a:ext cx="1244540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Updates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2B004E-4A30-225D-D4C2-09CC88BBCEB7}"/>
              </a:ext>
            </a:extLst>
          </p:cNvPr>
          <p:cNvSpPr/>
          <p:nvPr/>
        </p:nvSpPr>
        <p:spPr>
          <a:xfrm>
            <a:off x="373027" y="398613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7E410-E2EB-86BE-91FF-203EBE164B98}"/>
              </a:ext>
            </a:extLst>
          </p:cNvPr>
          <p:cNvSpPr txBox="1"/>
          <p:nvPr/>
        </p:nvSpPr>
        <p:spPr>
          <a:xfrm>
            <a:off x="265266" y="4464775"/>
            <a:ext cx="118706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366611-C1C0-8FCB-C89A-527491D865D5}"/>
              </a:ext>
            </a:extLst>
          </p:cNvPr>
          <p:cNvSpPr/>
          <p:nvPr/>
        </p:nvSpPr>
        <p:spPr>
          <a:xfrm>
            <a:off x="373027" y="426372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44DC78-0F86-0C45-94FD-4F687959783E}"/>
              </a:ext>
            </a:extLst>
          </p:cNvPr>
          <p:cNvSpPr/>
          <p:nvPr/>
        </p:nvSpPr>
        <p:spPr>
          <a:xfrm>
            <a:off x="692663" y="398825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CBBEB1-8892-59E5-ADCA-CA2EA6F8E6D4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64467" y="4169017"/>
            <a:ext cx="0" cy="947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BAD7AE-6198-35CF-B62B-1E23EBEE1DB4}"/>
              </a:ext>
            </a:extLst>
          </p:cNvPr>
          <p:cNvCxnSpPr>
            <a:cxnSpLocks/>
            <a:stCxn id="9" idx="7"/>
            <a:endCxn id="15" idx="3"/>
          </p:cNvCxnSpPr>
          <p:nvPr/>
        </p:nvCxnSpPr>
        <p:spPr>
          <a:xfrm flipV="1">
            <a:off x="529125" y="4144356"/>
            <a:ext cx="190320" cy="1461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06C0677-FEC6-69B4-9003-AA9415A67DBA}"/>
              </a:ext>
            </a:extLst>
          </p:cNvPr>
          <p:cNvCxnSpPr>
            <a:cxnSpLocks/>
            <a:stCxn id="15" idx="2"/>
            <a:endCxn id="5" idx="6"/>
          </p:cNvCxnSpPr>
          <p:nvPr/>
        </p:nvCxnSpPr>
        <p:spPr>
          <a:xfrm flipH="1" flipV="1">
            <a:off x="555907" y="4077577"/>
            <a:ext cx="136756" cy="212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E5395F7-8774-BF70-7227-EEBF907013E8}"/>
              </a:ext>
            </a:extLst>
          </p:cNvPr>
          <p:cNvSpPr/>
          <p:nvPr/>
        </p:nvSpPr>
        <p:spPr>
          <a:xfrm>
            <a:off x="578842" y="520929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C7AB6D0-CFC7-36E0-8AA3-A34D77AF75B8}"/>
              </a:ext>
            </a:extLst>
          </p:cNvPr>
          <p:cNvSpPr/>
          <p:nvPr/>
        </p:nvSpPr>
        <p:spPr>
          <a:xfrm>
            <a:off x="1018052" y="520689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AC78D00-DD22-CF01-9FCA-9DD8CD5C4A02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 flipV="1">
            <a:off x="761722" y="5298332"/>
            <a:ext cx="256330" cy="23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A3ED598-FBC3-3A12-6CB9-99A3526480E5}"/>
              </a:ext>
            </a:extLst>
          </p:cNvPr>
          <p:cNvSpPr/>
          <p:nvPr/>
        </p:nvSpPr>
        <p:spPr>
          <a:xfrm>
            <a:off x="593410" y="54460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B46C9E5-2736-264F-4189-0F4F6D35BE57}"/>
              </a:ext>
            </a:extLst>
          </p:cNvPr>
          <p:cNvSpPr/>
          <p:nvPr/>
        </p:nvSpPr>
        <p:spPr>
          <a:xfrm>
            <a:off x="1023815" y="544604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8DCB3F-EE92-FA72-D067-33281BD1C85B}"/>
              </a:ext>
            </a:extLst>
          </p:cNvPr>
          <p:cNvCxnSpPr>
            <a:cxnSpLocks/>
            <a:stCxn id="36" idx="6"/>
            <a:endCxn id="37" idx="2"/>
          </p:cNvCxnSpPr>
          <p:nvPr/>
        </p:nvCxnSpPr>
        <p:spPr>
          <a:xfrm>
            <a:off x="776290" y="5537481"/>
            <a:ext cx="2475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9E218D8-B9C8-CDDE-D929-83790E31B10E}"/>
              </a:ext>
            </a:extLst>
          </p:cNvPr>
          <p:cNvSpPr txBox="1"/>
          <p:nvPr/>
        </p:nvSpPr>
        <p:spPr>
          <a:xfrm>
            <a:off x="441762" y="5219513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86D7FD6-A89B-152D-D296-4047EC907AAF}"/>
              </a:ext>
            </a:extLst>
          </p:cNvPr>
          <p:cNvSpPr/>
          <p:nvPr/>
        </p:nvSpPr>
        <p:spPr>
          <a:xfrm>
            <a:off x="1790631" y="4837909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Matching on CPU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7960869-8675-15AD-7F09-06051D31B608}"/>
              </a:ext>
            </a:extLst>
          </p:cNvPr>
          <p:cNvSpPr/>
          <p:nvPr/>
        </p:nvSpPr>
        <p:spPr>
          <a:xfrm>
            <a:off x="4034529" y="491755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CDDAD5F-1890-1A4B-4F44-B2381EDC9ED1}"/>
              </a:ext>
            </a:extLst>
          </p:cNvPr>
          <p:cNvSpPr txBox="1"/>
          <p:nvPr/>
        </p:nvSpPr>
        <p:spPr>
          <a:xfrm>
            <a:off x="3613859" y="5135498"/>
            <a:ext cx="144594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3189A04-DD16-AE2B-0A28-B5CA7915424F}"/>
              </a:ext>
            </a:extLst>
          </p:cNvPr>
          <p:cNvCxnSpPr>
            <a:cxnSpLocks/>
            <a:stCxn id="49" idx="3"/>
            <a:endCxn id="182" idx="1"/>
          </p:cNvCxnSpPr>
          <p:nvPr/>
        </p:nvCxnSpPr>
        <p:spPr>
          <a:xfrm>
            <a:off x="3544336" y="5166522"/>
            <a:ext cx="16748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9ECA95B-0BAF-8083-C701-53D8B7F5FC8D}"/>
              </a:ext>
            </a:extLst>
          </p:cNvPr>
          <p:cNvCxnSpPr>
            <a:cxnSpLocks/>
            <a:stCxn id="182" idx="3"/>
            <a:endCxn id="194" idx="1"/>
          </p:cNvCxnSpPr>
          <p:nvPr/>
        </p:nvCxnSpPr>
        <p:spPr>
          <a:xfrm flipV="1">
            <a:off x="6972853" y="5145586"/>
            <a:ext cx="2621324" cy="20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262F7AD4-9676-EAD8-2C46-BD3AFC44EBDA}"/>
              </a:ext>
            </a:extLst>
          </p:cNvPr>
          <p:cNvSpPr/>
          <p:nvPr/>
        </p:nvSpPr>
        <p:spPr>
          <a:xfrm>
            <a:off x="695713" y="426843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744755EB-0902-530F-4A6A-53A4EB37BCA5}"/>
              </a:ext>
            </a:extLst>
          </p:cNvPr>
          <p:cNvSpPr/>
          <p:nvPr/>
        </p:nvSpPr>
        <p:spPr>
          <a:xfrm>
            <a:off x="956783" y="384616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E80FD28-F8B4-2278-D953-100865502A13}"/>
              </a:ext>
            </a:extLst>
          </p:cNvPr>
          <p:cNvSpPr/>
          <p:nvPr/>
        </p:nvSpPr>
        <p:spPr>
          <a:xfrm>
            <a:off x="960203" y="413420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06AA53FD-0813-8EF6-39AD-2B2738181539}"/>
              </a:ext>
            </a:extLst>
          </p:cNvPr>
          <p:cNvSpPr/>
          <p:nvPr/>
        </p:nvSpPr>
        <p:spPr>
          <a:xfrm>
            <a:off x="1230875" y="413143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90D6F15-1730-CE5F-5BED-0BD3F42B0EBD}"/>
              </a:ext>
            </a:extLst>
          </p:cNvPr>
          <p:cNvCxnSpPr>
            <a:cxnSpLocks/>
            <a:stCxn id="15" idx="7"/>
            <a:endCxn id="134" idx="2"/>
          </p:cNvCxnSpPr>
          <p:nvPr/>
        </p:nvCxnSpPr>
        <p:spPr>
          <a:xfrm flipV="1">
            <a:off x="848761" y="3937603"/>
            <a:ext cx="108022" cy="774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81A44BF-93CB-17ED-B4FC-875D2295E6FC}"/>
              </a:ext>
            </a:extLst>
          </p:cNvPr>
          <p:cNvCxnSpPr>
            <a:cxnSpLocks/>
            <a:stCxn id="15" idx="4"/>
            <a:endCxn id="133" idx="0"/>
          </p:cNvCxnSpPr>
          <p:nvPr/>
        </p:nvCxnSpPr>
        <p:spPr>
          <a:xfrm>
            <a:off x="784103" y="4171138"/>
            <a:ext cx="3050" cy="9729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8BA611-51F5-BD44-22D5-19719B4735C6}"/>
              </a:ext>
            </a:extLst>
          </p:cNvPr>
          <p:cNvCxnSpPr>
            <a:cxnSpLocks/>
            <a:stCxn id="15" idx="5"/>
            <a:endCxn id="135" idx="2"/>
          </p:cNvCxnSpPr>
          <p:nvPr/>
        </p:nvCxnSpPr>
        <p:spPr>
          <a:xfrm>
            <a:off x="848761" y="4144356"/>
            <a:ext cx="111442" cy="81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5F638F5-227B-78A7-6D9C-3D743B3E9956}"/>
              </a:ext>
            </a:extLst>
          </p:cNvPr>
          <p:cNvCxnSpPr>
            <a:cxnSpLocks/>
            <a:stCxn id="134" idx="4"/>
            <a:endCxn id="135" idx="0"/>
          </p:cNvCxnSpPr>
          <p:nvPr/>
        </p:nvCxnSpPr>
        <p:spPr>
          <a:xfrm>
            <a:off x="1048223" y="4029043"/>
            <a:ext cx="3420" cy="1051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1E51B76-D06D-FB6C-86B3-D8525DC93BDD}"/>
              </a:ext>
            </a:extLst>
          </p:cNvPr>
          <p:cNvCxnSpPr>
            <a:cxnSpLocks/>
            <a:stCxn id="134" idx="5"/>
            <a:endCxn id="136" idx="0"/>
          </p:cNvCxnSpPr>
          <p:nvPr/>
        </p:nvCxnSpPr>
        <p:spPr>
          <a:xfrm>
            <a:off x="1112881" y="4002261"/>
            <a:ext cx="209434" cy="1291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937A0FF9-6747-1C2C-27CE-CBF3600F6600}"/>
              </a:ext>
            </a:extLst>
          </p:cNvPr>
          <p:cNvCxnSpPr>
            <a:cxnSpLocks/>
            <a:stCxn id="135" idx="6"/>
            <a:endCxn id="136" idx="2"/>
          </p:cNvCxnSpPr>
          <p:nvPr/>
        </p:nvCxnSpPr>
        <p:spPr>
          <a:xfrm flipV="1">
            <a:off x="1143083" y="4222871"/>
            <a:ext cx="87792" cy="27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7E7332CF-4751-0C98-8FB7-75CAA5E40555}"/>
              </a:ext>
            </a:extLst>
          </p:cNvPr>
          <p:cNvSpPr txBox="1"/>
          <p:nvPr/>
        </p:nvSpPr>
        <p:spPr>
          <a:xfrm>
            <a:off x="448310" y="5380781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5C26B9D-DBB0-B27C-85AE-D52831957E8D}"/>
              </a:ext>
            </a:extLst>
          </p:cNvPr>
          <p:cNvSpPr/>
          <p:nvPr/>
        </p:nvSpPr>
        <p:spPr>
          <a:xfrm>
            <a:off x="4352090" y="491721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B2E0475F-9C16-D617-9AE6-921B813E256E}"/>
              </a:ext>
            </a:extLst>
          </p:cNvPr>
          <p:cNvSpPr/>
          <p:nvPr/>
        </p:nvSpPr>
        <p:spPr>
          <a:xfrm>
            <a:off x="5219148" y="4837909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36B4D1D-17D2-AB28-0C10-C644D836DDC9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2667484" y="5495134"/>
            <a:ext cx="0" cy="1896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72B0C01-154B-E1AF-486E-54DBA5D732A6}"/>
              </a:ext>
            </a:extLst>
          </p:cNvPr>
          <p:cNvCxnSpPr>
            <a:cxnSpLocks/>
            <a:endCxn id="182" idx="2"/>
          </p:cNvCxnSpPr>
          <p:nvPr/>
        </p:nvCxnSpPr>
        <p:spPr>
          <a:xfrm flipV="1">
            <a:off x="6096001" y="5495134"/>
            <a:ext cx="0" cy="1811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A9DD9FB-3F7D-38A4-F931-F03604C5D97B}"/>
              </a:ext>
            </a:extLst>
          </p:cNvPr>
          <p:cNvCxnSpPr>
            <a:cxnSpLocks/>
          </p:cNvCxnSpPr>
          <p:nvPr/>
        </p:nvCxnSpPr>
        <p:spPr>
          <a:xfrm>
            <a:off x="269551" y="5684803"/>
            <a:ext cx="584818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217559F8-B329-83D6-185B-1976AC4B5BCD}"/>
              </a:ext>
            </a:extLst>
          </p:cNvPr>
          <p:cNvSpPr/>
          <p:nvPr/>
        </p:nvSpPr>
        <p:spPr>
          <a:xfrm>
            <a:off x="9594177" y="4816973"/>
            <a:ext cx="1753705" cy="6572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7A3B01E5-212F-6122-0255-5EEC3C918B4D}"/>
              </a:ext>
            </a:extLst>
          </p:cNvPr>
          <p:cNvSpPr/>
          <p:nvPr/>
        </p:nvSpPr>
        <p:spPr>
          <a:xfrm>
            <a:off x="7168501" y="465165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6BE45DFE-7466-5FA2-BAE9-A12F93988E0D}"/>
              </a:ext>
            </a:extLst>
          </p:cNvPr>
          <p:cNvSpPr/>
          <p:nvPr/>
        </p:nvSpPr>
        <p:spPr>
          <a:xfrm>
            <a:off x="7607711" y="464926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917B894-F21D-CD38-7834-F1EFBA255736}"/>
              </a:ext>
            </a:extLst>
          </p:cNvPr>
          <p:cNvCxnSpPr>
            <a:cxnSpLocks/>
            <a:stCxn id="206" idx="6"/>
            <a:endCxn id="207" idx="2"/>
          </p:cNvCxnSpPr>
          <p:nvPr/>
        </p:nvCxnSpPr>
        <p:spPr>
          <a:xfrm flipV="1">
            <a:off x="7351381" y="4740701"/>
            <a:ext cx="256330" cy="23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Oval 208">
            <a:extLst>
              <a:ext uri="{FF2B5EF4-FFF2-40B4-BE49-F238E27FC236}">
                <a16:creationId xmlns:a16="http://schemas.microsoft.com/office/drawing/2014/main" id="{52445574-7E71-EE3B-7CB5-C738904F40FE}"/>
              </a:ext>
            </a:extLst>
          </p:cNvPr>
          <p:cNvSpPr/>
          <p:nvPr/>
        </p:nvSpPr>
        <p:spPr>
          <a:xfrm>
            <a:off x="7168501" y="492006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C58F2904-0383-7717-1067-9D7D69464C3E}"/>
              </a:ext>
            </a:extLst>
          </p:cNvPr>
          <p:cNvSpPr/>
          <p:nvPr/>
        </p:nvSpPr>
        <p:spPr>
          <a:xfrm>
            <a:off x="7611921" y="492006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48104FD-0DAD-7107-6EEB-BCD0EFF2C5A0}"/>
              </a:ext>
            </a:extLst>
          </p:cNvPr>
          <p:cNvCxnSpPr>
            <a:cxnSpLocks/>
            <a:stCxn id="209" idx="6"/>
            <a:endCxn id="210" idx="2"/>
          </p:cNvCxnSpPr>
          <p:nvPr/>
        </p:nvCxnSpPr>
        <p:spPr>
          <a:xfrm>
            <a:off x="7351381" y="5011501"/>
            <a:ext cx="2605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>
            <a:extLst>
              <a:ext uri="{FF2B5EF4-FFF2-40B4-BE49-F238E27FC236}">
                <a16:creationId xmlns:a16="http://schemas.microsoft.com/office/drawing/2014/main" id="{95106CCE-B4AB-A735-F6FA-BF2D87D46246}"/>
              </a:ext>
            </a:extLst>
          </p:cNvPr>
          <p:cNvSpPr/>
          <p:nvPr/>
        </p:nvSpPr>
        <p:spPr>
          <a:xfrm>
            <a:off x="8381289" y="46223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D7E697D-C678-16B5-19B6-1767468BED31}"/>
              </a:ext>
            </a:extLst>
          </p:cNvPr>
          <p:cNvSpPr/>
          <p:nvPr/>
        </p:nvSpPr>
        <p:spPr>
          <a:xfrm>
            <a:off x="8384339" y="490257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204C9E62-9DE8-B260-1D9E-7E320B12913B}"/>
              </a:ext>
            </a:extLst>
          </p:cNvPr>
          <p:cNvSpPr/>
          <p:nvPr/>
        </p:nvSpPr>
        <p:spPr>
          <a:xfrm>
            <a:off x="8722547" y="462239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AB4F5B1-A5EE-B2C6-9D78-FDCC392B3F68}"/>
              </a:ext>
            </a:extLst>
          </p:cNvPr>
          <p:cNvSpPr/>
          <p:nvPr/>
        </p:nvSpPr>
        <p:spPr>
          <a:xfrm>
            <a:off x="8725967" y="4910438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09AD78CF-96B0-B47D-6EF0-D2A211779706}"/>
              </a:ext>
            </a:extLst>
          </p:cNvPr>
          <p:cNvSpPr/>
          <p:nvPr/>
        </p:nvSpPr>
        <p:spPr>
          <a:xfrm>
            <a:off x="8996639" y="4907666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F79A7C34-FCF1-3CE0-3D16-9F9C49F29DD8}"/>
              </a:ext>
            </a:extLst>
          </p:cNvPr>
          <p:cNvCxnSpPr>
            <a:cxnSpLocks/>
            <a:stCxn id="217" idx="4"/>
            <a:endCxn id="222" idx="0"/>
          </p:cNvCxnSpPr>
          <p:nvPr/>
        </p:nvCxnSpPr>
        <p:spPr>
          <a:xfrm>
            <a:off x="8472729" y="4805278"/>
            <a:ext cx="3050" cy="9729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3B9A7B11-6561-3D8A-BDB1-DADD1C889193}"/>
              </a:ext>
            </a:extLst>
          </p:cNvPr>
          <p:cNvCxnSpPr>
            <a:cxnSpLocks/>
            <a:stCxn id="223" idx="4"/>
            <a:endCxn id="224" idx="0"/>
          </p:cNvCxnSpPr>
          <p:nvPr/>
        </p:nvCxnSpPr>
        <p:spPr>
          <a:xfrm>
            <a:off x="8813987" y="4805278"/>
            <a:ext cx="3420" cy="1051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1B020AE2-C6AE-68E0-09B8-D3A378F9FE43}"/>
              </a:ext>
            </a:extLst>
          </p:cNvPr>
          <p:cNvCxnSpPr>
            <a:cxnSpLocks/>
            <a:stCxn id="223" idx="5"/>
            <a:endCxn id="225" idx="0"/>
          </p:cNvCxnSpPr>
          <p:nvPr/>
        </p:nvCxnSpPr>
        <p:spPr>
          <a:xfrm>
            <a:off x="8878645" y="4778496"/>
            <a:ext cx="209434" cy="1291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F2A5A7E-0BF1-2A23-75C0-92A298F5D4D9}"/>
              </a:ext>
            </a:extLst>
          </p:cNvPr>
          <p:cNvCxnSpPr>
            <a:cxnSpLocks/>
            <a:stCxn id="224" idx="6"/>
            <a:endCxn id="225" idx="2"/>
          </p:cNvCxnSpPr>
          <p:nvPr/>
        </p:nvCxnSpPr>
        <p:spPr>
          <a:xfrm flipV="1">
            <a:off x="8908847" y="4999106"/>
            <a:ext cx="87792" cy="27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1816D939-B26B-FFE7-4BE8-823F1047331A}"/>
              </a:ext>
            </a:extLst>
          </p:cNvPr>
          <p:cNvSpPr txBox="1"/>
          <p:nvPr/>
        </p:nvSpPr>
        <p:spPr>
          <a:xfrm>
            <a:off x="8040131" y="5132304"/>
            <a:ext cx="158158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Subgraph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119810E-10C2-DE8E-088C-E7BFFDD921D3}"/>
              </a:ext>
            </a:extLst>
          </p:cNvPr>
          <p:cNvSpPr txBox="1"/>
          <p:nvPr/>
        </p:nvSpPr>
        <p:spPr>
          <a:xfrm>
            <a:off x="6978087" y="5134898"/>
            <a:ext cx="1062044" cy="30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graph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0C76BB45-5735-7CA4-94AD-0D06C4532380}"/>
              </a:ext>
            </a:extLst>
          </p:cNvPr>
          <p:cNvCxnSpPr>
            <a:cxnSpLocks/>
          </p:cNvCxnSpPr>
          <p:nvPr/>
        </p:nvCxnSpPr>
        <p:spPr>
          <a:xfrm>
            <a:off x="247816" y="4498502"/>
            <a:ext cx="1022321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2150D01E-8023-E174-56A1-AD226E14D5FD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2667484" y="4496736"/>
            <a:ext cx="0" cy="3411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F1A75CF0-14FD-BCDD-99EA-0B36EE39964C}"/>
              </a:ext>
            </a:extLst>
          </p:cNvPr>
          <p:cNvCxnSpPr>
            <a:cxnSpLocks/>
            <a:endCxn id="182" idx="0"/>
          </p:cNvCxnSpPr>
          <p:nvPr/>
        </p:nvCxnSpPr>
        <p:spPr>
          <a:xfrm>
            <a:off x="6096000" y="4496736"/>
            <a:ext cx="1" cy="3411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7BBE091A-D6B2-03F8-3943-5D8DB11042D7}"/>
              </a:ext>
            </a:extLst>
          </p:cNvPr>
          <p:cNvCxnSpPr>
            <a:cxnSpLocks/>
            <a:endCxn id="194" idx="0"/>
          </p:cNvCxnSpPr>
          <p:nvPr/>
        </p:nvCxnSpPr>
        <p:spPr>
          <a:xfrm>
            <a:off x="10471030" y="4496736"/>
            <a:ext cx="0" cy="3202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585FB910-2BE3-91AD-9E07-8ADCFB68862C}"/>
              </a:ext>
            </a:extLst>
          </p:cNvPr>
          <p:cNvCxnSpPr>
            <a:cxnSpLocks/>
            <a:stCxn id="194" idx="3"/>
          </p:cNvCxnSpPr>
          <p:nvPr/>
        </p:nvCxnSpPr>
        <p:spPr>
          <a:xfrm>
            <a:off x="11347882" y="5145586"/>
            <a:ext cx="84411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55B7C96A-5CC9-E1D6-9EAA-5F61A2F6D780}"/>
              </a:ext>
            </a:extLst>
          </p:cNvPr>
          <p:cNvSpPr txBox="1"/>
          <p:nvPr/>
        </p:nvSpPr>
        <p:spPr>
          <a:xfrm>
            <a:off x="11215495" y="4827722"/>
            <a:ext cx="1062044" cy="30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Rounded Rectangle 290">
            <a:extLst>
              <a:ext uri="{FF2B5EF4-FFF2-40B4-BE49-F238E27FC236}">
                <a16:creationId xmlns:a16="http://schemas.microsoft.com/office/drawing/2014/main" id="{D414A6FC-B2A5-78D5-6231-1AD209D1F794}"/>
              </a:ext>
            </a:extLst>
          </p:cNvPr>
          <p:cNvSpPr/>
          <p:nvPr/>
        </p:nvSpPr>
        <p:spPr>
          <a:xfrm>
            <a:off x="1975363" y="4075177"/>
            <a:ext cx="1337179" cy="316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Graph</a:t>
            </a:r>
          </a:p>
        </p:txBody>
      </p:sp>
      <p:cxnSp>
        <p:nvCxnSpPr>
          <p:cNvPr id="302" name="Curved Connector 301">
            <a:extLst>
              <a:ext uri="{FF2B5EF4-FFF2-40B4-BE49-F238E27FC236}">
                <a16:creationId xmlns:a16="http://schemas.microsoft.com/office/drawing/2014/main" id="{19904593-5165-A0DC-F78F-8FC3C0E28E9E}"/>
              </a:ext>
            </a:extLst>
          </p:cNvPr>
          <p:cNvCxnSpPr>
            <a:cxnSpLocks/>
            <a:endCxn id="291" idx="1"/>
          </p:cNvCxnSpPr>
          <p:nvPr/>
        </p:nvCxnSpPr>
        <p:spPr>
          <a:xfrm rot="5400000" flipH="1" flipV="1">
            <a:off x="1172921" y="4334703"/>
            <a:ext cx="903880" cy="701004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2E7B468C-381B-DA2B-F188-B9E3C2BF2F89}"/>
              </a:ext>
            </a:extLst>
          </p:cNvPr>
          <p:cNvCxnSpPr>
            <a:cxnSpLocks/>
            <a:endCxn id="291" idx="1"/>
          </p:cNvCxnSpPr>
          <p:nvPr/>
        </p:nvCxnSpPr>
        <p:spPr>
          <a:xfrm>
            <a:off x="1414531" y="3988738"/>
            <a:ext cx="560832" cy="2445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6B0E4773-15AC-01EF-07EB-BD98D584BC70}"/>
              </a:ext>
            </a:extLst>
          </p:cNvPr>
          <p:cNvSpPr txBox="1"/>
          <p:nvPr/>
        </p:nvSpPr>
        <p:spPr>
          <a:xfrm>
            <a:off x="1818790" y="4553968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F9567106-9C8D-64A1-C9E9-04561D43119D}"/>
              </a:ext>
            </a:extLst>
          </p:cNvPr>
          <p:cNvSpPr txBox="1"/>
          <p:nvPr/>
        </p:nvSpPr>
        <p:spPr>
          <a:xfrm>
            <a:off x="5199741" y="4550582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E1B09508-A60F-3AE5-399A-C4C2770F1C50}"/>
              </a:ext>
            </a:extLst>
          </p:cNvPr>
          <p:cNvSpPr txBox="1"/>
          <p:nvPr/>
        </p:nvSpPr>
        <p:spPr>
          <a:xfrm>
            <a:off x="9546585" y="4495915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909F9A32-B7C5-DAE5-9914-00D7C6DA9DA4}"/>
              </a:ext>
            </a:extLst>
          </p:cNvPr>
          <p:cNvSpPr txBox="1"/>
          <p:nvPr/>
        </p:nvSpPr>
        <p:spPr>
          <a:xfrm>
            <a:off x="1790631" y="3782507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</p:txBody>
      </p:sp>
      <p:cxnSp>
        <p:nvCxnSpPr>
          <p:cNvPr id="347" name="Curved Connector 346">
            <a:extLst>
              <a:ext uri="{FF2B5EF4-FFF2-40B4-BE49-F238E27FC236}">
                <a16:creationId xmlns:a16="http://schemas.microsoft.com/office/drawing/2014/main" id="{3A021EF8-1017-1CDC-82DE-98516CD6422D}"/>
              </a:ext>
            </a:extLst>
          </p:cNvPr>
          <p:cNvCxnSpPr>
            <a:cxnSpLocks/>
            <a:stCxn id="291" idx="0"/>
            <a:endCxn id="134" idx="7"/>
          </p:cNvCxnSpPr>
          <p:nvPr/>
        </p:nvCxnSpPr>
        <p:spPr>
          <a:xfrm rot="16200000" flipV="1">
            <a:off x="1777301" y="3208525"/>
            <a:ext cx="202232" cy="1531072"/>
          </a:xfrm>
          <a:prstGeom prst="curvedConnector3">
            <a:avLst>
              <a:gd name="adj1" fmla="val 23481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553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1B03ED-EEE1-27D8-5DE2-72FBBAC3EFDE}"/>
              </a:ext>
            </a:extLst>
          </p:cNvPr>
          <p:cNvSpPr txBox="1"/>
          <p:nvPr/>
        </p:nvSpPr>
        <p:spPr>
          <a:xfrm>
            <a:off x="3667535" y="5761185"/>
            <a:ext cx="1244540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Updates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2D0A83-2858-FE1B-B460-FDDF199766A0}"/>
              </a:ext>
            </a:extLst>
          </p:cNvPr>
          <p:cNvSpPr/>
          <p:nvPr/>
        </p:nvSpPr>
        <p:spPr>
          <a:xfrm>
            <a:off x="3828685" y="282078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15EBA6-6D3B-1332-D5B0-89F580FC5236}"/>
              </a:ext>
            </a:extLst>
          </p:cNvPr>
          <p:cNvSpPr txBox="1"/>
          <p:nvPr/>
        </p:nvSpPr>
        <p:spPr>
          <a:xfrm>
            <a:off x="3720924" y="3299419"/>
            <a:ext cx="118706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33625B-5D42-905C-EFB0-A98A2AF74136}"/>
              </a:ext>
            </a:extLst>
          </p:cNvPr>
          <p:cNvSpPr/>
          <p:nvPr/>
        </p:nvSpPr>
        <p:spPr>
          <a:xfrm>
            <a:off x="3828685" y="309837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335541-DB2F-343E-FAE9-CBA37F205748}"/>
              </a:ext>
            </a:extLst>
          </p:cNvPr>
          <p:cNvSpPr/>
          <p:nvPr/>
        </p:nvSpPr>
        <p:spPr>
          <a:xfrm>
            <a:off x="4148321" y="282290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0FE5D5-749F-8658-AA1F-D3F4F71B6FD7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3920125" y="3003661"/>
            <a:ext cx="0" cy="947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160E09-0DEA-B8BF-8E47-658BF8764AE2}"/>
              </a:ext>
            </a:extLst>
          </p:cNvPr>
          <p:cNvCxnSpPr>
            <a:cxnSpLocks/>
            <a:stCxn id="7" idx="7"/>
            <a:endCxn id="8" idx="3"/>
          </p:cNvCxnSpPr>
          <p:nvPr/>
        </p:nvCxnSpPr>
        <p:spPr>
          <a:xfrm flipV="1">
            <a:off x="3984783" y="2979000"/>
            <a:ext cx="190320" cy="14615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6F8795-C9D5-EE59-FC96-5271BC704C97}"/>
              </a:ext>
            </a:extLst>
          </p:cNvPr>
          <p:cNvCxnSpPr>
            <a:cxnSpLocks/>
            <a:stCxn id="8" idx="2"/>
            <a:endCxn id="5" idx="6"/>
          </p:cNvCxnSpPr>
          <p:nvPr/>
        </p:nvCxnSpPr>
        <p:spPr>
          <a:xfrm flipH="1" flipV="1">
            <a:off x="4011565" y="2912221"/>
            <a:ext cx="136756" cy="212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CAFE89B-9647-77FD-BA63-6E736408DDC7}"/>
              </a:ext>
            </a:extLst>
          </p:cNvPr>
          <p:cNvSpPr/>
          <p:nvPr/>
        </p:nvSpPr>
        <p:spPr>
          <a:xfrm>
            <a:off x="3978760" y="5229789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A8936F-3C90-B325-1058-A8C81FBCDB23}"/>
              </a:ext>
            </a:extLst>
          </p:cNvPr>
          <p:cNvSpPr/>
          <p:nvPr/>
        </p:nvSpPr>
        <p:spPr>
          <a:xfrm>
            <a:off x="4417970" y="522739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AFA8CB-E98B-3189-22B5-0E5A1F409D46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4161640" y="5318831"/>
            <a:ext cx="256330" cy="23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90E99E1-BA6B-8C2D-6F2D-713D2030371C}"/>
              </a:ext>
            </a:extLst>
          </p:cNvPr>
          <p:cNvSpPr/>
          <p:nvPr/>
        </p:nvSpPr>
        <p:spPr>
          <a:xfrm>
            <a:off x="3993328" y="54665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86692A-2A98-11CB-FAE9-3BFEE0A45DEC}"/>
              </a:ext>
            </a:extLst>
          </p:cNvPr>
          <p:cNvSpPr/>
          <p:nvPr/>
        </p:nvSpPr>
        <p:spPr>
          <a:xfrm>
            <a:off x="4423733" y="546654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47950F-7E2A-CD05-6262-C5412139AAE4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4176208" y="5557980"/>
            <a:ext cx="2475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110634-D6C6-1F46-ABD5-2BB57EF1D1AA}"/>
              </a:ext>
            </a:extLst>
          </p:cNvPr>
          <p:cNvSpPr txBox="1"/>
          <p:nvPr/>
        </p:nvSpPr>
        <p:spPr>
          <a:xfrm>
            <a:off x="3841680" y="5240012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4B5EAB6-494A-87F4-F718-581FDF5A003E}"/>
              </a:ext>
            </a:extLst>
          </p:cNvPr>
          <p:cNvSpPr/>
          <p:nvPr/>
        </p:nvSpPr>
        <p:spPr>
          <a:xfrm>
            <a:off x="0" y="4022363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Matching on CPU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37B168-97C1-FBFF-BD2A-790BB226E2F1}"/>
              </a:ext>
            </a:extLst>
          </p:cNvPr>
          <p:cNvSpPr/>
          <p:nvPr/>
        </p:nvSpPr>
        <p:spPr>
          <a:xfrm>
            <a:off x="2243898" y="4102004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4F14B6-D3F9-C39B-DFB6-855AA2BFA2F8}"/>
              </a:ext>
            </a:extLst>
          </p:cNvPr>
          <p:cNvSpPr txBox="1"/>
          <p:nvPr/>
        </p:nvSpPr>
        <p:spPr>
          <a:xfrm>
            <a:off x="1823228" y="4319952"/>
            <a:ext cx="144594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Vertices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EBBCAF-40A1-74A3-ED42-65B3351C5E04}"/>
              </a:ext>
            </a:extLst>
          </p:cNvPr>
          <p:cNvCxnSpPr>
            <a:cxnSpLocks/>
            <a:stCxn id="19" idx="3"/>
            <a:endCxn id="36" idx="1"/>
          </p:cNvCxnSpPr>
          <p:nvPr/>
        </p:nvCxnSpPr>
        <p:spPr>
          <a:xfrm>
            <a:off x="1753705" y="4350976"/>
            <a:ext cx="16748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D2C852-E2EE-9397-1AA7-FB0CDCAD3918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 flipV="1">
            <a:off x="5182222" y="4330040"/>
            <a:ext cx="2621324" cy="20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CE1A007-ABCC-302C-248D-F7321F85F5C5}"/>
              </a:ext>
            </a:extLst>
          </p:cNvPr>
          <p:cNvSpPr/>
          <p:nvPr/>
        </p:nvSpPr>
        <p:spPr>
          <a:xfrm>
            <a:off x="4151371" y="310308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DA6100-85B2-45FA-22EE-34EF8E4A8271}"/>
              </a:ext>
            </a:extLst>
          </p:cNvPr>
          <p:cNvSpPr/>
          <p:nvPr/>
        </p:nvSpPr>
        <p:spPr>
          <a:xfrm>
            <a:off x="4412441" y="268080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99C40D-2139-A884-A3D6-7C9432A220A8}"/>
              </a:ext>
            </a:extLst>
          </p:cNvPr>
          <p:cNvSpPr/>
          <p:nvPr/>
        </p:nvSpPr>
        <p:spPr>
          <a:xfrm>
            <a:off x="4415861" y="2968847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66B2CFF-1708-5A40-0BB1-4CA389789826}"/>
              </a:ext>
            </a:extLst>
          </p:cNvPr>
          <p:cNvSpPr/>
          <p:nvPr/>
        </p:nvSpPr>
        <p:spPr>
          <a:xfrm>
            <a:off x="4686533" y="296607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98465F-1B6C-E3BF-F9BD-7BEBF7EB6285}"/>
              </a:ext>
            </a:extLst>
          </p:cNvPr>
          <p:cNvCxnSpPr>
            <a:cxnSpLocks/>
            <a:stCxn id="8" idx="7"/>
            <a:endCxn id="25" idx="2"/>
          </p:cNvCxnSpPr>
          <p:nvPr/>
        </p:nvCxnSpPr>
        <p:spPr>
          <a:xfrm flipV="1">
            <a:off x="4304419" y="2772247"/>
            <a:ext cx="108022" cy="774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2BB1D38-D10A-2AEF-7480-CF0D9AB77626}"/>
              </a:ext>
            </a:extLst>
          </p:cNvPr>
          <p:cNvCxnSpPr>
            <a:cxnSpLocks/>
            <a:stCxn id="8" idx="4"/>
            <a:endCxn id="24" idx="0"/>
          </p:cNvCxnSpPr>
          <p:nvPr/>
        </p:nvCxnSpPr>
        <p:spPr>
          <a:xfrm>
            <a:off x="4239761" y="3005782"/>
            <a:ext cx="3050" cy="9729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ED7065B-3BFE-5F91-BCD6-0C7DF4DCA4B9}"/>
              </a:ext>
            </a:extLst>
          </p:cNvPr>
          <p:cNvCxnSpPr>
            <a:cxnSpLocks/>
            <a:stCxn id="8" idx="5"/>
            <a:endCxn id="26" idx="2"/>
          </p:cNvCxnSpPr>
          <p:nvPr/>
        </p:nvCxnSpPr>
        <p:spPr>
          <a:xfrm>
            <a:off x="4304419" y="2979000"/>
            <a:ext cx="111442" cy="81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E71CB9-AB3E-1716-0AFC-9CBF98320535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>
            <a:off x="4503881" y="2863687"/>
            <a:ext cx="3420" cy="1051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097C52-49F3-E6CE-763C-A4475F05ECFE}"/>
              </a:ext>
            </a:extLst>
          </p:cNvPr>
          <p:cNvCxnSpPr>
            <a:cxnSpLocks/>
            <a:stCxn id="25" idx="5"/>
            <a:endCxn id="27" idx="0"/>
          </p:cNvCxnSpPr>
          <p:nvPr/>
        </p:nvCxnSpPr>
        <p:spPr>
          <a:xfrm>
            <a:off x="4568539" y="2836905"/>
            <a:ext cx="209434" cy="1291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B95154-D276-3432-F7A1-0B3151D507B5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 flipV="1">
            <a:off x="4598741" y="3057515"/>
            <a:ext cx="87792" cy="27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C2A3BB4-8D34-3EC5-70F8-B70C22C917F8}"/>
              </a:ext>
            </a:extLst>
          </p:cNvPr>
          <p:cNvSpPr txBox="1"/>
          <p:nvPr/>
        </p:nvSpPr>
        <p:spPr>
          <a:xfrm>
            <a:off x="3848228" y="5401280"/>
            <a:ext cx="76944" cy="1846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b="1" dirty="0"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74D96C-C2DD-5F4B-B452-1D48F0C80CA7}"/>
              </a:ext>
            </a:extLst>
          </p:cNvPr>
          <p:cNvSpPr/>
          <p:nvPr/>
        </p:nvSpPr>
        <p:spPr>
          <a:xfrm>
            <a:off x="2561459" y="410166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EF02338-02E1-E2C7-E46A-4781440CBE1D}"/>
              </a:ext>
            </a:extLst>
          </p:cNvPr>
          <p:cNvSpPr/>
          <p:nvPr/>
        </p:nvSpPr>
        <p:spPr>
          <a:xfrm>
            <a:off x="3428517" y="4022363"/>
            <a:ext cx="1753705" cy="6572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to GPU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9813E50-F2C3-9E8F-091F-AA096F51CC9F}"/>
              </a:ext>
            </a:extLst>
          </p:cNvPr>
          <p:cNvSpPr/>
          <p:nvPr/>
        </p:nvSpPr>
        <p:spPr>
          <a:xfrm>
            <a:off x="7803546" y="4001427"/>
            <a:ext cx="1753705" cy="6572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Incremental Matching on GPU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E2591A-B7E5-C0DB-C76C-A37DBF413422}"/>
              </a:ext>
            </a:extLst>
          </p:cNvPr>
          <p:cNvSpPr/>
          <p:nvPr/>
        </p:nvSpPr>
        <p:spPr>
          <a:xfrm>
            <a:off x="5377870" y="3836113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V1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E7EEA5C-7B05-9EA7-0586-497AD8417ABB}"/>
              </a:ext>
            </a:extLst>
          </p:cNvPr>
          <p:cNvSpPr/>
          <p:nvPr/>
        </p:nvSpPr>
        <p:spPr>
          <a:xfrm>
            <a:off x="5817080" y="383371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1B3CB1-7213-766E-87D4-89AADA4BF08B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5560750" y="3925155"/>
            <a:ext cx="256330" cy="239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9D9E435-824E-A84A-E0CF-B211C4292C48}"/>
              </a:ext>
            </a:extLst>
          </p:cNvPr>
          <p:cNvSpPr/>
          <p:nvPr/>
        </p:nvSpPr>
        <p:spPr>
          <a:xfrm>
            <a:off x="5377870" y="410451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D1A0391-FF3E-C7E8-9791-B26BE73B3438}"/>
              </a:ext>
            </a:extLst>
          </p:cNvPr>
          <p:cNvSpPr/>
          <p:nvPr/>
        </p:nvSpPr>
        <p:spPr>
          <a:xfrm>
            <a:off x="5821290" y="4104515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686FA24-A925-E6CB-8E76-777CD8266D31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>
            <a:off x="5560750" y="4195955"/>
            <a:ext cx="26054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822FD10-BBB4-E714-33C9-15A1C3C10368}"/>
              </a:ext>
            </a:extLst>
          </p:cNvPr>
          <p:cNvSpPr/>
          <p:nvPr/>
        </p:nvSpPr>
        <p:spPr>
          <a:xfrm>
            <a:off x="6590658" y="38068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V2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E2B6220-8C63-4B29-62E4-8524767235AB}"/>
              </a:ext>
            </a:extLst>
          </p:cNvPr>
          <p:cNvSpPr/>
          <p:nvPr/>
        </p:nvSpPr>
        <p:spPr>
          <a:xfrm>
            <a:off x="6593708" y="4087031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E092F1B-DB78-02E3-233F-EFF41F297C9A}"/>
              </a:ext>
            </a:extLst>
          </p:cNvPr>
          <p:cNvSpPr/>
          <p:nvPr/>
        </p:nvSpPr>
        <p:spPr>
          <a:xfrm>
            <a:off x="6931916" y="380685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4955388-83DD-8681-D8C7-3E907DDCC172}"/>
              </a:ext>
            </a:extLst>
          </p:cNvPr>
          <p:cNvSpPr/>
          <p:nvPr/>
        </p:nvSpPr>
        <p:spPr>
          <a:xfrm>
            <a:off x="6935336" y="4094892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8BA97F3-2C62-23F8-E37A-CA769E48553F}"/>
              </a:ext>
            </a:extLst>
          </p:cNvPr>
          <p:cNvSpPr/>
          <p:nvPr/>
        </p:nvSpPr>
        <p:spPr>
          <a:xfrm>
            <a:off x="7206008" y="4092120"/>
            <a:ext cx="182880" cy="1828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800" dirty="0"/>
              <a:t>V6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4FAD09E-A21B-3A66-1EE5-CAFDD15FFD44}"/>
              </a:ext>
            </a:extLst>
          </p:cNvPr>
          <p:cNvCxnSpPr>
            <a:cxnSpLocks/>
            <a:stCxn id="47" idx="4"/>
            <a:endCxn id="48" idx="0"/>
          </p:cNvCxnSpPr>
          <p:nvPr/>
        </p:nvCxnSpPr>
        <p:spPr>
          <a:xfrm>
            <a:off x="6682098" y="3989732"/>
            <a:ext cx="3050" cy="9729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DD139B0-E26C-54FE-A30C-73C9CE423747}"/>
              </a:ext>
            </a:extLst>
          </p:cNvPr>
          <p:cNvCxnSpPr>
            <a:cxnSpLocks/>
            <a:stCxn id="49" idx="4"/>
            <a:endCxn id="50" idx="0"/>
          </p:cNvCxnSpPr>
          <p:nvPr/>
        </p:nvCxnSpPr>
        <p:spPr>
          <a:xfrm>
            <a:off x="7023356" y="3989732"/>
            <a:ext cx="3420" cy="1051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14D9232-F323-6C81-991C-4F72659771B0}"/>
              </a:ext>
            </a:extLst>
          </p:cNvPr>
          <p:cNvCxnSpPr>
            <a:cxnSpLocks/>
            <a:stCxn id="49" idx="5"/>
            <a:endCxn id="51" idx="0"/>
          </p:cNvCxnSpPr>
          <p:nvPr/>
        </p:nvCxnSpPr>
        <p:spPr>
          <a:xfrm>
            <a:off x="7088014" y="3962950"/>
            <a:ext cx="209434" cy="1291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77AD4A1-2202-BD8F-E759-6847103AE37E}"/>
              </a:ext>
            </a:extLst>
          </p:cNvPr>
          <p:cNvCxnSpPr>
            <a:cxnSpLocks/>
            <a:stCxn id="50" idx="6"/>
            <a:endCxn id="51" idx="2"/>
          </p:cNvCxnSpPr>
          <p:nvPr/>
        </p:nvCxnSpPr>
        <p:spPr>
          <a:xfrm flipV="1">
            <a:off x="7118216" y="4183560"/>
            <a:ext cx="87792" cy="27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3516E04-1B16-9AEF-3742-38CCDFA8FE2B}"/>
              </a:ext>
            </a:extLst>
          </p:cNvPr>
          <p:cNvSpPr txBox="1"/>
          <p:nvPr/>
        </p:nvSpPr>
        <p:spPr>
          <a:xfrm>
            <a:off x="6249500" y="4316758"/>
            <a:ext cx="1581588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Sampled Subgraph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44D4A9-63D1-8D88-6CA8-A05CF53A4B3E}"/>
              </a:ext>
            </a:extLst>
          </p:cNvPr>
          <p:cNvSpPr txBox="1"/>
          <p:nvPr/>
        </p:nvSpPr>
        <p:spPr>
          <a:xfrm>
            <a:off x="5187456" y="4319352"/>
            <a:ext cx="1062044" cy="30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graph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D426AC5-66F7-8FC7-3776-5493A72B7735}"/>
              </a:ext>
            </a:extLst>
          </p:cNvPr>
          <p:cNvCxnSpPr>
            <a:cxnSpLocks/>
            <a:stCxn id="40" idx="3"/>
            <a:endCxn id="64" idx="1"/>
          </p:cNvCxnSpPr>
          <p:nvPr/>
        </p:nvCxnSpPr>
        <p:spPr>
          <a:xfrm>
            <a:off x="9557251" y="4330040"/>
            <a:ext cx="54338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1F330A1-C7C6-B7B7-68EA-88140352678D}"/>
              </a:ext>
            </a:extLst>
          </p:cNvPr>
          <p:cNvSpPr txBox="1"/>
          <p:nvPr/>
        </p:nvSpPr>
        <p:spPr>
          <a:xfrm>
            <a:off x="7831088" y="5761186"/>
            <a:ext cx="1062044" cy="30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CDE1DE5-5AA7-458B-E293-42D48EF099EF}"/>
              </a:ext>
            </a:extLst>
          </p:cNvPr>
          <p:cNvSpPr/>
          <p:nvPr/>
        </p:nvSpPr>
        <p:spPr>
          <a:xfrm>
            <a:off x="10100639" y="4171952"/>
            <a:ext cx="1337179" cy="3161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Graph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6D7B92-BAAD-8944-3B5C-106B45DAE069}"/>
              </a:ext>
            </a:extLst>
          </p:cNvPr>
          <p:cNvSpPr txBox="1"/>
          <p:nvPr/>
        </p:nvSpPr>
        <p:spPr>
          <a:xfrm>
            <a:off x="28159" y="3738422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9DE6BB-C61A-9086-C8F2-C416A42D9A6A}"/>
              </a:ext>
            </a:extLst>
          </p:cNvPr>
          <p:cNvSpPr txBox="1"/>
          <p:nvPr/>
        </p:nvSpPr>
        <p:spPr>
          <a:xfrm>
            <a:off x="3409110" y="3735036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D1F017-71EE-1E6D-B671-E5B880F0EAC4}"/>
              </a:ext>
            </a:extLst>
          </p:cNvPr>
          <p:cNvSpPr txBox="1"/>
          <p:nvPr/>
        </p:nvSpPr>
        <p:spPr>
          <a:xfrm>
            <a:off x="7755954" y="3680369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5EDF81-30A1-9D3B-0E0C-62375408313F}"/>
              </a:ext>
            </a:extLst>
          </p:cNvPr>
          <p:cNvSpPr txBox="1"/>
          <p:nvPr/>
        </p:nvSpPr>
        <p:spPr>
          <a:xfrm>
            <a:off x="9915907" y="3879282"/>
            <a:ext cx="790639" cy="3077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</a:p>
        </p:txBody>
      </p:sp>
      <p:sp>
        <p:nvSpPr>
          <p:cNvPr id="72" name="圆角矩形 92">
            <a:extLst>
              <a:ext uri="{FF2B5EF4-FFF2-40B4-BE49-F238E27FC236}">
                <a16:creationId xmlns:a16="http://schemas.microsoft.com/office/drawing/2014/main" id="{5B75790F-91AB-0902-2E21-1E502F7394AA}"/>
              </a:ext>
            </a:extLst>
          </p:cNvPr>
          <p:cNvSpPr/>
          <p:nvPr/>
        </p:nvSpPr>
        <p:spPr>
          <a:xfrm>
            <a:off x="3678462" y="2631464"/>
            <a:ext cx="1253816" cy="97546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800"/>
          </a:p>
        </p:txBody>
      </p: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3AE30FD7-5FD2-CB37-A1EB-9348F65BB8C8}"/>
              </a:ext>
            </a:extLst>
          </p:cNvPr>
          <p:cNvCxnSpPr>
            <a:cxnSpLocks/>
            <a:stCxn id="72" idx="1"/>
            <a:endCxn id="19" idx="0"/>
          </p:cNvCxnSpPr>
          <p:nvPr/>
        </p:nvCxnSpPr>
        <p:spPr>
          <a:xfrm rot="10800000" flipV="1">
            <a:off x="876854" y="3119197"/>
            <a:ext cx="2801609" cy="903166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CD3D97F4-9153-7200-888A-3C8AB3C62552}"/>
              </a:ext>
            </a:extLst>
          </p:cNvPr>
          <p:cNvCxnSpPr>
            <a:cxnSpLocks/>
            <a:stCxn id="72" idx="2"/>
            <a:endCxn id="36" idx="0"/>
          </p:cNvCxnSpPr>
          <p:nvPr/>
        </p:nvCxnSpPr>
        <p:spPr>
          <a:xfrm rot="5400000">
            <a:off x="4097653" y="3814646"/>
            <a:ext cx="415434" cy="127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3241DDC5-89BB-1035-3C7B-9597DE645C54}"/>
              </a:ext>
            </a:extLst>
          </p:cNvPr>
          <p:cNvCxnSpPr>
            <a:cxnSpLocks/>
            <a:stCxn id="72" idx="3"/>
            <a:endCxn id="40" idx="0"/>
          </p:cNvCxnSpPr>
          <p:nvPr/>
        </p:nvCxnSpPr>
        <p:spPr>
          <a:xfrm>
            <a:off x="4932278" y="3119197"/>
            <a:ext cx="3748121" cy="882230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圆角矩形 92">
            <a:extLst>
              <a:ext uri="{FF2B5EF4-FFF2-40B4-BE49-F238E27FC236}">
                <a16:creationId xmlns:a16="http://schemas.microsoft.com/office/drawing/2014/main" id="{78FA08E5-2C84-C608-15AD-27C798F8881B}"/>
              </a:ext>
            </a:extLst>
          </p:cNvPr>
          <p:cNvSpPr/>
          <p:nvPr/>
        </p:nvSpPr>
        <p:spPr>
          <a:xfrm>
            <a:off x="3663953" y="5095022"/>
            <a:ext cx="1253816" cy="97546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800"/>
          </a:p>
        </p:txBody>
      </p:sp>
      <p:cxnSp>
        <p:nvCxnSpPr>
          <p:cNvPr id="88" name="Curved Connector 87">
            <a:extLst>
              <a:ext uri="{FF2B5EF4-FFF2-40B4-BE49-F238E27FC236}">
                <a16:creationId xmlns:a16="http://schemas.microsoft.com/office/drawing/2014/main" id="{B09F7F21-5CB4-0259-21FE-7BDCF604FE10}"/>
              </a:ext>
            </a:extLst>
          </p:cNvPr>
          <p:cNvCxnSpPr>
            <a:cxnSpLocks/>
            <a:stCxn id="87" idx="1"/>
            <a:endCxn id="19" idx="2"/>
          </p:cNvCxnSpPr>
          <p:nvPr/>
        </p:nvCxnSpPr>
        <p:spPr>
          <a:xfrm rot="10800000">
            <a:off x="876853" y="4679589"/>
            <a:ext cx="2787100" cy="903167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90">
            <a:extLst>
              <a:ext uri="{FF2B5EF4-FFF2-40B4-BE49-F238E27FC236}">
                <a16:creationId xmlns:a16="http://schemas.microsoft.com/office/drawing/2014/main" id="{4038B35B-80CE-29BC-0A19-809E134189CF}"/>
              </a:ext>
            </a:extLst>
          </p:cNvPr>
          <p:cNvCxnSpPr>
            <a:cxnSpLocks/>
            <a:stCxn id="87" idx="0"/>
            <a:endCxn id="36" idx="2"/>
          </p:cNvCxnSpPr>
          <p:nvPr/>
        </p:nvCxnSpPr>
        <p:spPr>
          <a:xfrm rot="5400000" flipH="1" flipV="1">
            <a:off x="4090398" y="4880051"/>
            <a:ext cx="415434" cy="14509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2B753C89-427F-6349-55A1-BEFA26C2CAEF}"/>
              </a:ext>
            </a:extLst>
          </p:cNvPr>
          <p:cNvCxnSpPr>
            <a:cxnSpLocks/>
            <a:stCxn id="72" idx="3"/>
            <a:endCxn id="64" idx="0"/>
          </p:cNvCxnSpPr>
          <p:nvPr/>
        </p:nvCxnSpPr>
        <p:spPr>
          <a:xfrm>
            <a:off x="4932278" y="3119197"/>
            <a:ext cx="5836951" cy="1052755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urved Connector 124">
            <a:extLst>
              <a:ext uri="{FF2B5EF4-FFF2-40B4-BE49-F238E27FC236}">
                <a16:creationId xmlns:a16="http://schemas.microsoft.com/office/drawing/2014/main" id="{ED5CEBB0-D8DB-6216-3E00-BC25935AF27D}"/>
              </a:ext>
            </a:extLst>
          </p:cNvPr>
          <p:cNvCxnSpPr>
            <a:cxnSpLocks/>
            <a:stCxn id="87" idx="3"/>
            <a:endCxn id="64" idx="2"/>
          </p:cNvCxnSpPr>
          <p:nvPr/>
        </p:nvCxnSpPr>
        <p:spPr>
          <a:xfrm flipV="1">
            <a:off x="4917769" y="4488127"/>
            <a:ext cx="5851460" cy="109462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椭圆 3">
            <a:extLst>
              <a:ext uri="{FF2B5EF4-FFF2-40B4-BE49-F238E27FC236}">
                <a16:creationId xmlns:a16="http://schemas.microsoft.com/office/drawing/2014/main" id="{8B6C817B-7F44-2630-807C-5A4DF9C7AF93}"/>
              </a:ext>
            </a:extLst>
          </p:cNvPr>
          <p:cNvSpPr/>
          <p:nvPr/>
        </p:nvSpPr>
        <p:spPr>
          <a:xfrm>
            <a:off x="5554734" y="431516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椭圆 4">
            <a:extLst>
              <a:ext uri="{FF2B5EF4-FFF2-40B4-BE49-F238E27FC236}">
                <a16:creationId xmlns:a16="http://schemas.microsoft.com/office/drawing/2014/main" id="{44219569-4ABB-A2EB-1CA7-8F916E5F10DF}"/>
              </a:ext>
            </a:extLst>
          </p:cNvPr>
          <p:cNvSpPr/>
          <p:nvPr/>
        </p:nvSpPr>
        <p:spPr>
          <a:xfrm>
            <a:off x="5557403" y="773949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椭圆 5">
            <a:extLst>
              <a:ext uri="{FF2B5EF4-FFF2-40B4-BE49-F238E27FC236}">
                <a16:creationId xmlns:a16="http://schemas.microsoft.com/office/drawing/2014/main" id="{7C4FDDCA-D0FA-076D-C464-C9DD821ECAE5}"/>
              </a:ext>
            </a:extLst>
          </p:cNvPr>
          <p:cNvSpPr/>
          <p:nvPr/>
        </p:nvSpPr>
        <p:spPr>
          <a:xfrm>
            <a:off x="6089050" y="774720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直线连接符 9">
            <a:extLst>
              <a:ext uri="{FF2B5EF4-FFF2-40B4-BE49-F238E27FC236}">
                <a16:creationId xmlns:a16="http://schemas.microsoft.com/office/drawing/2014/main" id="{47515271-319B-343E-4DA5-6D8B7520B7F6}"/>
              </a:ext>
            </a:extLst>
          </p:cNvPr>
          <p:cNvCxnSpPr>
            <a:cxnSpLocks/>
            <a:stCxn id="128" idx="4"/>
            <a:endCxn id="129" idx="0"/>
          </p:cNvCxnSpPr>
          <p:nvPr/>
        </p:nvCxnSpPr>
        <p:spPr>
          <a:xfrm>
            <a:off x="5653734" y="631217"/>
            <a:ext cx="2669" cy="1427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线连接符 10">
            <a:extLst>
              <a:ext uri="{FF2B5EF4-FFF2-40B4-BE49-F238E27FC236}">
                <a16:creationId xmlns:a16="http://schemas.microsoft.com/office/drawing/2014/main" id="{47D439C5-D3B0-4C87-9438-5BB9315B9CFE}"/>
              </a:ext>
            </a:extLst>
          </p:cNvPr>
          <p:cNvCxnSpPr>
            <a:cxnSpLocks/>
            <a:stCxn id="139" idx="4"/>
            <a:endCxn id="130" idx="0"/>
          </p:cNvCxnSpPr>
          <p:nvPr/>
        </p:nvCxnSpPr>
        <p:spPr>
          <a:xfrm>
            <a:off x="6188050" y="626306"/>
            <a:ext cx="0" cy="1484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椭圆 14">
            <a:extLst>
              <a:ext uri="{FF2B5EF4-FFF2-40B4-BE49-F238E27FC236}">
                <a16:creationId xmlns:a16="http://schemas.microsoft.com/office/drawing/2014/main" id="{3B6B6394-F246-C404-1E9B-23C1F081FC37}"/>
              </a:ext>
            </a:extLst>
          </p:cNvPr>
          <p:cNvSpPr/>
          <p:nvPr/>
        </p:nvSpPr>
        <p:spPr>
          <a:xfrm>
            <a:off x="5549968" y="1107738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4" name="直线连接符 15">
            <a:extLst>
              <a:ext uri="{FF2B5EF4-FFF2-40B4-BE49-F238E27FC236}">
                <a16:creationId xmlns:a16="http://schemas.microsoft.com/office/drawing/2014/main" id="{D6D11FDB-2A6A-3111-955B-3542E3F297E0}"/>
              </a:ext>
            </a:extLst>
          </p:cNvPr>
          <p:cNvCxnSpPr>
            <a:cxnSpLocks/>
            <a:stCxn id="129" idx="4"/>
            <a:endCxn id="133" idx="0"/>
          </p:cNvCxnSpPr>
          <p:nvPr/>
        </p:nvCxnSpPr>
        <p:spPr>
          <a:xfrm flipH="1">
            <a:off x="5648968" y="973650"/>
            <a:ext cx="7435" cy="1340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椭圆 16">
            <a:extLst>
              <a:ext uri="{FF2B5EF4-FFF2-40B4-BE49-F238E27FC236}">
                <a16:creationId xmlns:a16="http://schemas.microsoft.com/office/drawing/2014/main" id="{40FD6B76-29E7-B0E6-0FC7-A2F3C6251495}"/>
              </a:ext>
            </a:extLst>
          </p:cNvPr>
          <p:cNvSpPr/>
          <p:nvPr/>
        </p:nvSpPr>
        <p:spPr>
          <a:xfrm>
            <a:off x="6089050" y="1122835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线连接符 17">
            <a:extLst>
              <a:ext uri="{FF2B5EF4-FFF2-40B4-BE49-F238E27FC236}">
                <a16:creationId xmlns:a16="http://schemas.microsoft.com/office/drawing/2014/main" id="{77523333-B5D2-E1DC-B8EE-75E3D5E1465E}"/>
              </a:ext>
            </a:extLst>
          </p:cNvPr>
          <p:cNvCxnSpPr>
            <a:cxnSpLocks/>
            <a:stCxn id="130" idx="4"/>
            <a:endCxn id="135" idx="0"/>
          </p:cNvCxnSpPr>
          <p:nvPr/>
        </p:nvCxnSpPr>
        <p:spPr>
          <a:xfrm>
            <a:off x="6188050" y="974421"/>
            <a:ext cx="0" cy="1484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椭圆 32">
            <a:extLst>
              <a:ext uri="{FF2B5EF4-FFF2-40B4-BE49-F238E27FC236}">
                <a16:creationId xmlns:a16="http://schemas.microsoft.com/office/drawing/2014/main" id="{99F383B5-8585-565D-8B2C-3081F68CB0C5}"/>
              </a:ext>
            </a:extLst>
          </p:cNvPr>
          <p:cNvSpPr/>
          <p:nvPr/>
        </p:nvSpPr>
        <p:spPr>
          <a:xfrm>
            <a:off x="5967736" y="1426405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8" name="直线连接符 33">
            <a:extLst>
              <a:ext uri="{FF2B5EF4-FFF2-40B4-BE49-F238E27FC236}">
                <a16:creationId xmlns:a16="http://schemas.microsoft.com/office/drawing/2014/main" id="{2675148C-F79E-FBC3-1D6A-6A6FBB6A6CF4}"/>
              </a:ext>
            </a:extLst>
          </p:cNvPr>
          <p:cNvCxnSpPr>
            <a:cxnSpLocks/>
            <a:stCxn id="133" idx="4"/>
            <a:endCxn id="141" idx="0"/>
          </p:cNvCxnSpPr>
          <p:nvPr/>
        </p:nvCxnSpPr>
        <p:spPr>
          <a:xfrm>
            <a:off x="5648968" y="1307439"/>
            <a:ext cx="0" cy="1223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椭圆 36">
            <a:extLst>
              <a:ext uri="{FF2B5EF4-FFF2-40B4-BE49-F238E27FC236}">
                <a16:creationId xmlns:a16="http://schemas.microsoft.com/office/drawing/2014/main" id="{C7B3C7BB-1E12-42F3-9758-5E459FF95D80}"/>
              </a:ext>
            </a:extLst>
          </p:cNvPr>
          <p:cNvSpPr/>
          <p:nvPr/>
        </p:nvSpPr>
        <p:spPr>
          <a:xfrm>
            <a:off x="6089050" y="426605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v4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圆角矩形 38">
            <a:extLst>
              <a:ext uri="{FF2B5EF4-FFF2-40B4-BE49-F238E27FC236}">
                <a16:creationId xmlns:a16="http://schemas.microsoft.com/office/drawing/2014/main" id="{EBC60858-43B7-A095-FA74-4CDF5B595489}"/>
              </a:ext>
            </a:extLst>
          </p:cNvPr>
          <p:cNvSpPr/>
          <p:nvPr/>
        </p:nvSpPr>
        <p:spPr>
          <a:xfrm>
            <a:off x="5293651" y="330741"/>
            <a:ext cx="1363162" cy="147045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椭圆 32">
            <a:extLst>
              <a:ext uri="{FF2B5EF4-FFF2-40B4-BE49-F238E27FC236}">
                <a16:creationId xmlns:a16="http://schemas.microsoft.com/office/drawing/2014/main" id="{6416D7D5-F357-6CFA-51B4-F73545212D33}"/>
              </a:ext>
            </a:extLst>
          </p:cNvPr>
          <p:cNvSpPr/>
          <p:nvPr/>
        </p:nvSpPr>
        <p:spPr>
          <a:xfrm>
            <a:off x="5549968" y="1429776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v5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椭圆 32">
            <a:extLst>
              <a:ext uri="{FF2B5EF4-FFF2-40B4-BE49-F238E27FC236}">
                <a16:creationId xmlns:a16="http://schemas.microsoft.com/office/drawing/2014/main" id="{8402E04F-C76E-FA8B-092B-461936D2B587}"/>
              </a:ext>
            </a:extLst>
          </p:cNvPr>
          <p:cNvSpPr/>
          <p:nvPr/>
        </p:nvSpPr>
        <p:spPr>
          <a:xfrm>
            <a:off x="6271391" y="1433725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v6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3" name="直线连接符 17">
            <a:extLst>
              <a:ext uri="{FF2B5EF4-FFF2-40B4-BE49-F238E27FC236}">
                <a16:creationId xmlns:a16="http://schemas.microsoft.com/office/drawing/2014/main" id="{8337AA8A-D921-C227-1ECF-A7140ED3AAD5}"/>
              </a:ext>
            </a:extLst>
          </p:cNvPr>
          <p:cNvCxnSpPr>
            <a:cxnSpLocks/>
            <a:stCxn id="135" idx="4"/>
            <a:endCxn id="137" idx="0"/>
          </p:cNvCxnSpPr>
          <p:nvPr/>
        </p:nvCxnSpPr>
        <p:spPr>
          <a:xfrm flipH="1">
            <a:off x="6066736" y="1322536"/>
            <a:ext cx="121314" cy="103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连接符 17">
            <a:extLst>
              <a:ext uri="{FF2B5EF4-FFF2-40B4-BE49-F238E27FC236}">
                <a16:creationId xmlns:a16="http://schemas.microsoft.com/office/drawing/2014/main" id="{02E95689-9AFF-3C44-45C3-E39AE6FF3F97}"/>
              </a:ext>
            </a:extLst>
          </p:cNvPr>
          <p:cNvCxnSpPr>
            <a:cxnSpLocks/>
            <a:stCxn id="135" idx="4"/>
            <a:endCxn id="142" idx="0"/>
          </p:cNvCxnSpPr>
          <p:nvPr/>
        </p:nvCxnSpPr>
        <p:spPr>
          <a:xfrm>
            <a:off x="6188050" y="1322536"/>
            <a:ext cx="182341" cy="1111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1F2F2F6-BBE5-7D66-AE59-AB36B807D582}"/>
              </a:ext>
            </a:extLst>
          </p:cNvPr>
          <p:cNvCxnSpPr>
            <a:cxnSpLocks/>
          </p:cNvCxnSpPr>
          <p:nvPr/>
        </p:nvCxnSpPr>
        <p:spPr>
          <a:xfrm>
            <a:off x="6244570" y="1405482"/>
            <a:ext cx="234778" cy="2877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79A2449-4007-BF5E-D3EE-9AE064731A53}"/>
              </a:ext>
            </a:extLst>
          </p:cNvPr>
          <p:cNvCxnSpPr>
            <a:cxnSpLocks/>
          </p:cNvCxnSpPr>
          <p:nvPr/>
        </p:nvCxnSpPr>
        <p:spPr>
          <a:xfrm flipV="1">
            <a:off x="6244570" y="1467266"/>
            <a:ext cx="247135" cy="2259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75F7AC3A-52DB-BBDD-BC65-3364CBCB7962}"/>
              </a:ext>
            </a:extLst>
          </p:cNvPr>
          <p:cNvSpPr txBox="1"/>
          <p:nvPr/>
        </p:nvSpPr>
        <p:spPr>
          <a:xfrm>
            <a:off x="3035302" y="515476"/>
            <a:ext cx="1845815" cy="343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, 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</a:t>
            </a:r>
            <a:r>
              <a:rPr lang="el-GR" sz="1200" dirty="0">
                <a:latin typeface="Courier" pitchFamily="2" charset="0"/>
                <a:cs typeface="Times New Roman" panose="02020603050405020304" pitchFamily="18" charset="0"/>
              </a:rPr>
              <a:t>Δ</a:t>
            </a:r>
            <a:r>
              <a:rPr lang="en-US" sz="1200" dirty="0">
                <a:latin typeface="Courier" pitchFamily="2" charset="0"/>
                <a:cs typeface="Times New Roman" panose="02020603050405020304" pitchFamily="18" charset="0"/>
              </a:rPr>
              <a:t>E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0B9B392-97AC-2282-8328-9104164FA649}"/>
              </a:ext>
            </a:extLst>
          </p:cNvPr>
          <p:cNvCxnSpPr>
            <a:cxnSpLocks/>
          </p:cNvCxnSpPr>
          <p:nvPr/>
        </p:nvCxnSpPr>
        <p:spPr>
          <a:xfrm flipH="1">
            <a:off x="6392705" y="1239649"/>
            <a:ext cx="569961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Curved Connector 148">
            <a:extLst>
              <a:ext uri="{FF2B5EF4-FFF2-40B4-BE49-F238E27FC236}">
                <a16:creationId xmlns:a16="http://schemas.microsoft.com/office/drawing/2014/main" id="{A9E2BC59-06F2-4B16-A3B1-BEBB30B57788}"/>
              </a:ext>
            </a:extLst>
          </p:cNvPr>
          <p:cNvCxnSpPr>
            <a:cxnSpLocks/>
            <a:stCxn id="157" idx="4"/>
          </p:cNvCxnSpPr>
          <p:nvPr/>
        </p:nvCxnSpPr>
        <p:spPr>
          <a:xfrm rot="5400000">
            <a:off x="6875219" y="1047786"/>
            <a:ext cx="247990" cy="831421"/>
          </a:xfrm>
          <a:prstGeom prst="curved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urved Connector 149">
            <a:extLst>
              <a:ext uri="{FF2B5EF4-FFF2-40B4-BE49-F238E27FC236}">
                <a16:creationId xmlns:a16="http://schemas.microsoft.com/office/drawing/2014/main" id="{0D0E4A83-0DBC-F9E3-080D-8465AC1ACA83}"/>
              </a:ext>
            </a:extLst>
          </p:cNvPr>
          <p:cNvCxnSpPr>
            <a:cxnSpLocks/>
            <a:stCxn id="154" idx="1"/>
          </p:cNvCxnSpPr>
          <p:nvPr/>
        </p:nvCxnSpPr>
        <p:spPr>
          <a:xfrm rot="16200000" flipV="1">
            <a:off x="6527720" y="366250"/>
            <a:ext cx="318359" cy="609526"/>
          </a:xfrm>
          <a:prstGeom prst="curvedConnector2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urved Connector 150">
            <a:extLst>
              <a:ext uri="{FF2B5EF4-FFF2-40B4-BE49-F238E27FC236}">
                <a16:creationId xmlns:a16="http://schemas.microsoft.com/office/drawing/2014/main" id="{B987612C-02BF-05AB-1B48-5BF6A346C186}"/>
              </a:ext>
            </a:extLst>
          </p:cNvPr>
          <p:cNvCxnSpPr>
            <a:cxnSpLocks/>
            <a:stCxn id="155" idx="0"/>
            <a:endCxn id="129" idx="2"/>
          </p:cNvCxnSpPr>
          <p:nvPr/>
        </p:nvCxnSpPr>
        <p:spPr>
          <a:xfrm rot="16200000" flipH="1" flipV="1">
            <a:off x="6449737" y="-91388"/>
            <a:ext cx="72854" cy="1857521"/>
          </a:xfrm>
          <a:prstGeom prst="curvedConnector4">
            <a:avLst>
              <a:gd name="adj1" fmla="val -757902"/>
              <a:gd name="adj2" fmla="val 112307"/>
            </a:avLst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8061B665-A3FB-C225-3521-E1725EBDD77F}"/>
              </a:ext>
            </a:extLst>
          </p:cNvPr>
          <p:cNvSpPr txBox="1"/>
          <p:nvPr/>
        </p:nvSpPr>
        <p:spPr>
          <a:xfrm>
            <a:off x="3016748" y="1000647"/>
            <a:ext cx="2362679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N’(v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F7FCC66-D99A-6DF6-5CD1-DA0DE489C2B3}"/>
              </a:ext>
            </a:extLst>
          </p:cNvPr>
          <p:cNvSpPr txBox="1"/>
          <p:nvPr/>
        </p:nvSpPr>
        <p:spPr>
          <a:xfrm>
            <a:off x="3049348" y="1295039"/>
            <a:ext cx="2241365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for(v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 ∈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 ∩ N(v</a:t>
            </a:r>
            <a:r>
              <a:rPr lang="en-US" sz="1200" baseline="-250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154" name="椭圆 55">
            <a:extLst>
              <a:ext uri="{FF2B5EF4-FFF2-40B4-BE49-F238E27FC236}">
                <a16:creationId xmlns:a16="http://schemas.microsoft.com/office/drawing/2014/main" id="{481D87BF-89B4-3146-22C0-82DDD5206A13}"/>
              </a:ext>
            </a:extLst>
          </p:cNvPr>
          <p:cNvSpPr/>
          <p:nvPr/>
        </p:nvSpPr>
        <p:spPr>
          <a:xfrm>
            <a:off x="6962666" y="800946"/>
            <a:ext cx="198000" cy="19970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u2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55" name="椭圆 56">
            <a:extLst>
              <a:ext uri="{FF2B5EF4-FFF2-40B4-BE49-F238E27FC236}">
                <a16:creationId xmlns:a16="http://schemas.microsoft.com/office/drawing/2014/main" id="{1068507D-ED92-9F80-B9D3-D2808F5AF20E}"/>
              </a:ext>
            </a:extLst>
          </p:cNvPr>
          <p:cNvSpPr/>
          <p:nvPr/>
        </p:nvSpPr>
        <p:spPr>
          <a:xfrm>
            <a:off x="7315924" y="800946"/>
            <a:ext cx="198000" cy="19970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u3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56" name="椭圆 57">
            <a:extLst>
              <a:ext uri="{FF2B5EF4-FFF2-40B4-BE49-F238E27FC236}">
                <a16:creationId xmlns:a16="http://schemas.microsoft.com/office/drawing/2014/main" id="{8F777EE4-3362-4C28-9E02-E769A6C45F28}"/>
              </a:ext>
            </a:extLst>
          </p:cNvPr>
          <p:cNvSpPr/>
          <p:nvPr/>
        </p:nvSpPr>
        <p:spPr>
          <a:xfrm>
            <a:off x="6962666" y="1139800"/>
            <a:ext cx="198000" cy="19970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u1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57" name="椭圆 58">
            <a:extLst>
              <a:ext uri="{FF2B5EF4-FFF2-40B4-BE49-F238E27FC236}">
                <a16:creationId xmlns:a16="http://schemas.microsoft.com/office/drawing/2014/main" id="{BCFD251F-6C0C-04EE-1BED-055BF734B305}"/>
              </a:ext>
            </a:extLst>
          </p:cNvPr>
          <p:cNvSpPr/>
          <p:nvPr/>
        </p:nvSpPr>
        <p:spPr>
          <a:xfrm>
            <a:off x="7315924" y="1139800"/>
            <a:ext cx="198000" cy="1997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kumimoji="1" lang="en-US" altLang="zh-CN" sz="800" dirty="0">
                <a:latin typeface="Helvetica" pitchFamily="2" charset="0"/>
                <a:cs typeface="Times New Roman" panose="02020603050405020304" pitchFamily="18" charset="0"/>
              </a:rPr>
              <a:t>u0</a:t>
            </a:r>
            <a:endParaRPr kumimoji="1" lang="zh-CN" altLang="en-US" sz="800" dirty="0"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58" name="直线连接符 59">
            <a:extLst>
              <a:ext uri="{FF2B5EF4-FFF2-40B4-BE49-F238E27FC236}">
                <a16:creationId xmlns:a16="http://schemas.microsoft.com/office/drawing/2014/main" id="{A4D27E76-1E99-8B3B-17C1-9CCA995B105A}"/>
              </a:ext>
            </a:extLst>
          </p:cNvPr>
          <p:cNvCxnSpPr>
            <a:cxnSpLocks/>
            <a:stCxn id="154" idx="4"/>
            <a:endCxn id="156" idx="0"/>
          </p:cNvCxnSpPr>
          <p:nvPr/>
        </p:nvCxnSpPr>
        <p:spPr>
          <a:xfrm>
            <a:off x="7061666" y="1000647"/>
            <a:ext cx="0" cy="1391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线连接符 62">
            <a:extLst>
              <a:ext uri="{FF2B5EF4-FFF2-40B4-BE49-F238E27FC236}">
                <a16:creationId xmlns:a16="http://schemas.microsoft.com/office/drawing/2014/main" id="{7F185F48-4209-398C-45C9-40D4C121D846}"/>
              </a:ext>
            </a:extLst>
          </p:cNvPr>
          <p:cNvCxnSpPr>
            <a:cxnSpLocks/>
            <a:stCxn id="154" idx="6"/>
            <a:endCxn id="155" idx="2"/>
          </p:cNvCxnSpPr>
          <p:nvPr/>
        </p:nvCxnSpPr>
        <p:spPr>
          <a:xfrm>
            <a:off x="7160666" y="900797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线连接符 68">
            <a:extLst>
              <a:ext uri="{FF2B5EF4-FFF2-40B4-BE49-F238E27FC236}">
                <a16:creationId xmlns:a16="http://schemas.microsoft.com/office/drawing/2014/main" id="{5CD0DE4F-982C-24CE-5019-D9C5173EE353}"/>
              </a:ext>
            </a:extLst>
          </p:cNvPr>
          <p:cNvCxnSpPr>
            <a:cxnSpLocks/>
            <a:stCxn id="156" idx="6"/>
            <a:endCxn id="157" idx="2"/>
          </p:cNvCxnSpPr>
          <p:nvPr/>
        </p:nvCxnSpPr>
        <p:spPr>
          <a:xfrm>
            <a:off x="7160666" y="1239651"/>
            <a:ext cx="1552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线连接符 72">
            <a:extLst>
              <a:ext uri="{FF2B5EF4-FFF2-40B4-BE49-F238E27FC236}">
                <a16:creationId xmlns:a16="http://schemas.microsoft.com/office/drawing/2014/main" id="{9898F70D-49E1-12EA-A2FE-27D25EABCDC0}"/>
              </a:ext>
            </a:extLst>
          </p:cNvPr>
          <p:cNvCxnSpPr>
            <a:cxnSpLocks/>
            <a:stCxn id="157" idx="1"/>
            <a:endCxn id="154" idx="5"/>
          </p:cNvCxnSpPr>
          <p:nvPr/>
        </p:nvCxnSpPr>
        <p:spPr>
          <a:xfrm flipH="1" flipV="1">
            <a:off x="7131670" y="971401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圆角矩形 92">
            <a:extLst>
              <a:ext uri="{FF2B5EF4-FFF2-40B4-BE49-F238E27FC236}">
                <a16:creationId xmlns:a16="http://schemas.microsoft.com/office/drawing/2014/main" id="{9091B6A8-5518-C08A-34FA-ADF5501F7863}"/>
              </a:ext>
            </a:extLst>
          </p:cNvPr>
          <p:cNvSpPr/>
          <p:nvPr/>
        </p:nvSpPr>
        <p:spPr>
          <a:xfrm>
            <a:off x="6838308" y="698102"/>
            <a:ext cx="812259" cy="735623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800"/>
          </a:p>
        </p:txBody>
      </p:sp>
      <p:cxnSp>
        <p:nvCxnSpPr>
          <p:cNvPr id="163" name="直线连接符 72">
            <a:extLst>
              <a:ext uri="{FF2B5EF4-FFF2-40B4-BE49-F238E27FC236}">
                <a16:creationId xmlns:a16="http://schemas.microsoft.com/office/drawing/2014/main" id="{4FE92EDB-8208-DB56-CB3B-5CBEBE2C5AA9}"/>
              </a:ext>
            </a:extLst>
          </p:cNvPr>
          <p:cNvCxnSpPr>
            <a:cxnSpLocks/>
            <a:stCxn id="156" idx="7"/>
            <a:endCxn id="155" idx="3"/>
          </p:cNvCxnSpPr>
          <p:nvPr/>
        </p:nvCxnSpPr>
        <p:spPr>
          <a:xfrm flipV="1">
            <a:off x="7131670" y="971401"/>
            <a:ext cx="213250" cy="1976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Left Brace 163">
            <a:extLst>
              <a:ext uri="{FF2B5EF4-FFF2-40B4-BE49-F238E27FC236}">
                <a16:creationId xmlns:a16="http://schemas.microsoft.com/office/drawing/2014/main" id="{FBFC9001-334F-7163-4F23-B7B340F20235}"/>
              </a:ext>
            </a:extLst>
          </p:cNvPr>
          <p:cNvSpPr/>
          <p:nvPr/>
        </p:nvSpPr>
        <p:spPr>
          <a:xfrm>
            <a:off x="4564004" y="540652"/>
            <a:ext cx="198000" cy="388963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8766F80-689E-3BB4-ACF9-1A4212F1A5FF}"/>
              </a:ext>
            </a:extLst>
          </p:cNvPr>
          <p:cNvSpPr txBox="1"/>
          <p:nvPr/>
        </p:nvSpPr>
        <p:spPr>
          <a:xfrm>
            <a:off x="5415930" y="1730386"/>
            <a:ext cx="125571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Search Tree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70D9F72-323C-0D62-D264-9FE2D8DC191C}"/>
              </a:ext>
            </a:extLst>
          </p:cNvPr>
          <p:cNvSpPr txBox="1"/>
          <p:nvPr/>
        </p:nvSpPr>
        <p:spPr>
          <a:xfrm>
            <a:off x="6767058" y="1730386"/>
            <a:ext cx="1255710" cy="344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Query Graph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F8F6CE3-3096-B3E3-7669-A03CBCECF10F}"/>
              </a:ext>
            </a:extLst>
          </p:cNvPr>
          <p:cNvSpPr txBox="1"/>
          <p:nvPr/>
        </p:nvSpPr>
        <p:spPr>
          <a:xfrm>
            <a:off x="3269177" y="1729531"/>
            <a:ext cx="2706055" cy="34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Courier" pitchFamily="2" charset="0"/>
                <a:cs typeface="Times New Roman" panose="02020603050405020304" pitchFamily="18" charset="0"/>
              </a:rPr>
              <a:t>Set Intersections</a:t>
            </a:r>
          </a:p>
        </p:txBody>
      </p:sp>
      <p:sp>
        <p:nvSpPr>
          <p:cNvPr id="168" name="圆角矩形 38">
            <a:extLst>
              <a:ext uri="{FF2B5EF4-FFF2-40B4-BE49-F238E27FC236}">
                <a16:creationId xmlns:a16="http://schemas.microsoft.com/office/drawing/2014/main" id="{F3D37C5C-68CA-883A-B095-F2C8BFF25A62}"/>
              </a:ext>
            </a:extLst>
          </p:cNvPr>
          <p:cNvSpPr/>
          <p:nvPr/>
        </p:nvSpPr>
        <p:spPr>
          <a:xfrm>
            <a:off x="3035302" y="330741"/>
            <a:ext cx="2195169" cy="1470455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0622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 descr="计算机 轮廓">
            <a:extLst>
              <a:ext uri="{FF2B5EF4-FFF2-40B4-BE49-F238E27FC236}">
                <a16:creationId xmlns:a16="http://schemas.microsoft.com/office/drawing/2014/main" id="{0A1E9720-2911-BCC3-59D2-15DF6E636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458" y="1497103"/>
            <a:ext cx="737973" cy="737973"/>
          </a:xfrm>
          <a:prstGeom prst="rect">
            <a:avLst/>
          </a:prstGeom>
        </p:spPr>
      </p:pic>
      <p:cxnSp>
        <p:nvCxnSpPr>
          <p:cNvPr id="13" name="曲线连接符 17">
            <a:extLst>
              <a:ext uri="{FF2B5EF4-FFF2-40B4-BE49-F238E27FC236}">
                <a16:creationId xmlns:a16="http://schemas.microsoft.com/office/drawing/2014/main" id="{4DA39D26-EBCA-8D35-D516-F4598415418D}"/>
              </a:ext>
            </a:extLst>
          </p:cNvPr>
          <p:cNvCxnSpPr>
            <a:cxnSpLocks/>
            <a:stCxn id="23" idx="0"/>
            <a:endCxn id="21" idx="0"/>
          </p:cNvCxnSpPr>
          <p:nvPr/>
        </p:nvCxnSpPr>
        <p:spPr>
          <a:xfrm rot="16200000" flipH="1">
            <a:off x="2636786" y="1088047"/>
            <a:ext cx="17841" cy="756936"/>
          </a:xfrm>
          <a:prstGeom prst="curvedConnector3">
            <a:avLst>
              <a:gd name="adj1" fmla="val -128131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8">
            <a:extLst>
              <a:ext uri="{FF2B5EF4-FFF2-40B4-BE49-F238E27FC236}">
                <a16:creationId xmlns:a16="http://schemas.microsoft.com/office/drawing/2014/main" id="{E9B9F464-204A-A04D-7C39-F033FDF72B02}"/>
              </a:ext>
            </a:extLst>
          </p:cNvPr>
          <p:cNvCxnSpPr>
            <a:cxnSpLocks/>
            <a:stCxn id="23" idx="0"/>
            <a:endCxn id="22" idx="0"/>
          </p:cNvCxnSpPr>
          <p:nvPr/>
        </p:nvCxnSpPr>
        <p:spPr>
          <a:xfrm rot="16200000" flipH="1">
            <a:off x="3013019" y="711814"/>
            <a:ext cx="22311" cy="1513872"/>
          </a:xfrm>
          <a:prstGeom prst="curvedConnector3">
            <a:avLst>
              <a:gd name="adj1" fmla="val -1024607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Processor outline">
            <a:extLst>
              <a:ext uri="{FF2B5EF4-FFF2-40B4-BE49-F238E27FC236}">
                <a16:creationId xmlns:a16="http://schemas.microsoft.com/office/drawing/2014/main" id="{0AD5FFAE-E926-90FE-32DD-C8473A9D6B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9658" y="1475436"/>
            <a:ext cx="689033" cy="689033"/>
          </a:xfrm>
          <a:prstGeom prst="rect">
            <a:avLst/>
          </a:prstGeom>
        </p:spPr>
      </p:pic>
      <p:pic>
        <p:nvPicPr>
          <p:cNvPr id="22" name="Graphic 21" descr="Processor outline">
            <a:extLst>
              <a:ext uri="{FF2B5EF4-FFF2-40B4-BE49-F238E27FC236}">
                <a16:creationId xmlns:a16="http://schemas.microsoft.com/office/drawing/2014/main" id="{B192FB02-DFF5-A9CE-59C2-A90F638EA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6594" y="1479906"/>
            <a:ext cx="689033" cy="689033"/>
          </a:xfrm>
          <a:prstGeom prst="rect">
            <a:avLst/>
          </a:prstGeom>
        </p:spPr>
      </p:pic>
      <p:pic>
        <p:nvPicPr>
          <p:cNvPr id="23" name="Graphic 22" descr="Processor outline">
            <a:extLst>
              <a:ext uri="{FF2B5EF4-FFF2-40B4-BE49-F238E27FC236}">
                <a16:creationId xmlns:a16="http://schemas.microsoft.com/office/drawing/2014/main" id="{963A4D52-4397-D687-4074-0427BCDEB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2722" y="1457595"/>
            <a:ext cx="689033" cy="689033"/>
          </a:xfrm>
          <a:prstGeom prst="rect">
            <a:avLst/>
          </a:prstGeom>
        </p:spPr>
      </p:pic>
      <p:sp>
        <p:nvSpPr>
          <p:cNvPr id="37" name="文本框 26">
            <a:extLst>
              <a:ext uri="{FF2B5EF4-FFF2-40B4-BE49-F238E27FC236}">
                <a16:creationId xmlns:a16="http://schemas.microsoft.com/office/drawing/2014/main" id="{81CB4351-0901-82E9-391D-5F54A88CB010}"/>
              </a:ext>
            </a:extLst>
          </p:cNvPr>
          <p:cNvSpPr txBox="1"/>
          <p:nvPr/>
        </p:nvSpPr>
        <p:spPr>
          <a:xfrm>
            <a:off x="2177861" y="2500630"/>
            <a:ext cx="1947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Subgraphs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26">
            <a:extLst>
              <a:ext uri="{FF2B5EF4-FFF2-40B4-BE49-F238E27FC236}">
                <a16:creationId xmlns:a16="http://schemas.microsoft.com/office/drawing/2014/main" id="{7B533EF2-3511-BA8C-7CCF-07A82D9DB06E}"/>
              </a:ext>
            </a:extLst>
          </p:cNvPr>
          <p:cNvSpPr txBox="1"/>
          <p:nvPr/>
        </p:nvSpPr>
        <p:spPr>
          <a:xfrm>
            <a:off x="2845421" y="890165"/>
            <a:ext cx="935689" cy="282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NVLink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26">
            <a:extLst>
              <a:ext uri="{FF2B5EF4-FFF2-40B4-BE49-F238E27FC236}">
                <a16:creationId xmlns:a16="http://schemas.microsoft.com/office/drawing/2014/main" id="{A5ED99EF-76EF-8804-E3A2-DD8E25E2FC66}"/>
              </a:ext>
            </a:extLst>
          </p:cNvPr>
          <p:cNvSpPr txBox="1"/>
          <p:nvPr/>
        </p:nvSpPr>
        <p:spPr>
          <a:xfrm>
            <a:off x="4240210" y="1566127"/>
            <a:ext cx="88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曲线连接符 22">
            <a:extLst>
              <a:ext uri="{FF2B5EF4-FFF2-40B4-BE49-F238E27FC236}">
                <a16:creationId xmlns:a16="http://schemas.microsoft.com/office/drawing/2014/main" id="{88FE1DA8-7178-B14F-20C8-124A24A9B1AD}"/>
              </a:ext>
            </a:extLst>
          </p:cNvPr>
          <p:cNvCxnSpPr>
            <a:cxnSpLocks/>
            <a:stCxn id="21" idx="0"/>
            <a:endCxn id="46" idx="0"/>
          </p:cNvCxnSpPr>
          <p:nvPr/>
        </p:nvCxnSpPr>
        <p:spPr>
          <a:xfrm rot="16200000" flipH="1">
            <a:off x="3807346" y="692264"/>
            <a:ext cx="90691" cy="1657035"/>
          </a:xfrm>
          <a:prstGeom prst="curvedConnector3">
            <a:avLst>
              <a:gd name="adj1" fmla="val -252065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26">
            <a:extLst>
              <a:ext uri="{FF2B5EF4-FFF2-40B4-BE49-F238E27FC236}">
                <a16:creationId xmlns:a16="http://schemas.microsoft.com/office/drawing/2014/main" id="{287B35AF-2301-827E-DAFD-EE10491FBB1B}"/>
              </a:ext>
            </a:extLst>
          </p:cNvPr>
          <p:cNvSpPr txBox="1"/>
          <p:nvPr/>
        </p:nvSpPr>
        <p:spPr>
          <a:xfrm>
            <a:off x="695599" y="1316428"/>
            <a:ext cx="935689" cy="282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Host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26">
            <a:extLst>
              <a:ext uri="{FF2B5EF4-FFF2-40B4-BE49-F238E27FC236}">
                <a16:creationId xmlns:a16="http://schemas.microsoft.com/office/drawing/2014/main" id="{0FA13739-C1BB-CA5C-D0DE-C564483A442A}"/>
              </a:ext>
            </a:extLst>
          </p:cNvPr>
          <p:cNvSpPr txBox="1"/>
          <p:nvPr/>
        </p:nvSpPr>
        <p:spPr>
          <a:xfrm>
            <a:off x="4681209" y="1667724"/>
            <a:ext cx="935689" cy="282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GPUs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曲线连接符 22">
            <a:extLst>
              <a:ext uri="{FF2B5EF4-FFF2-40B4-BE49-F238E27FC236}">
                <a16:creationId xmlns:a16="http://schemas.microsoft.com/office/drawing/2014/main" id="{11FAD827-4028-3848-DD40-2783644AADF5}"/>
              </a:ext>
            </a:extLst>
          </p:cNvPr>
          <p:cNvCxnSpPr>
            <a:cxnSpLocks/>
            <a:stCxn id="7" idx="2"/>
            <a:endCxn id="23" idx="2"/>
          </p:cNvCxnSpPr>
          <p:nvPr/>
        </p:nvCxnSpPr>
        <p:spPr>
          <a:xfrm rot="5400000" flipH="1" flipV="1">
            <a:off x="1671118" y="1638955"/>
            <a:ext cx="88448" cy="1103794"/>
          </a:xfrm>
          <a:prstGeom prst="curvedConnector3">
            <a:avLst>
              <a:gd name="adj1" fmla="val -258457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曲线连接符 22">
            <a:extLst>
              <a:ext uri="{FF2B5EF4-FFF2-40B4-BE49-F238E27FC236}">
                <a16:creationId xmlns:a16="http://schemas.microsoft.com/office/drawing/2014/main" id="{FCD42030-BEC8-EBE1-4811-1B223C5B1BE5}"/>
              </a:ext>
            </a:extLst>
          </p:cNvPr>
          <p:cNvCxnSpPr>
            <a:cxnSpLocks/>
            <a:stCxn id="7" idx="2"/>
            <a:endCxn id="21" idx="2"/>
          </p:cNvCxnSpPr>
          <p:nvPr/>
        </p:nvCxnSpPr>
        <p:spPr>
          <a:xfrm rot="5400000" flipH="1" flipV="1">
            <a:off x="2058506" y="1269408"/>
            <a:ext cx="70607" cy="1860730"/>
          </a:xfrm>
          <a:prstGeom prst="curvedConnector3">
            <a:avLst>
              <a:gd name="adj1" fmla="val -323764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曲线连接符 22">
            <a:extLst>
              <a:ext uri="{FF2B5EF4-FFF2-40B4-BE49-F238E27FC236}">
                <a16:creationId xmlns:a16="http://schemas.microsoft.com/office/drawing/2014/main" id="{1A4D3642-0657-A48A-178E-3B4495D6017F}"/>
              </a:ext>
            </a:extLst>
          </p:cNvPr>
          <p:cNvCxnSpPr>
            <a:cxnSpLocks/>
            <a:stCxn id="7" idx="2"/>
            <a:endCxn id="22" idx="2"/>
          </p:cNvCxnSpPr>
          <p:nvPr/>
        </p:nvCxnSpPr>
        <p:spPr>
          <a:xfrm rot="5400000" flipH="1" flipV="1">
            <a:off x="2439209" y="893175"/>
            <a:ext cx="66137" cy="2617666"/>
          </a:xfrm>
          <a:prstGeom prst="curvedConnector3">
            <a:avLst>
              <a:gd name="adj1" fmla="val -345646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曲线连接符 22">
            <a:extLst>
              <a:ext uri="{FF2B5EF4-FFF2-40B4-BE49-F238E27FC236}">
                <a16:creationId xmlns:a16="http://schemas.microsoft.com/office/drawing/2014/main" id="{4F2D7D40-218A-8360-8BE7-C062F1888BF1}"/>
              </a:ext>
            </a:extLst>
          </p:cNvPr>
          <p:cNvCxnSpPr>
            <a:cxnSpLocks/>
            <a:stCxn id="7" idx="2"/>
            <a:endCxn id="46" idx="2"/>
          </p:cNvCxnSpPr>
          <p:nvPr/>
        </p:nvCxnSpPr>
        <p:spPr>
          <a:xfrm rot="5400000" flipH="1" flipV="1">
            <a:off x="2818685" y="372551"/>
            <a:ext cx="207284" cy="3517765"/>
          </a:xfrm>
          <a:prstGeom prst="curvedConnector3">
            <a:avLst>
              <a:gd name="adj1" fmla="val -11028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27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4883</TotalTime>
  <Words>884</Words>
  <Application>Microsoft Macintosh PowerPoint</Application>
  <PresentationFormat>Widescreen</PresentationFormat>
  <Paragraphs>450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1804</cp:revision>
  <dcterms:created xsi:type="dcterms:W3CDTF">2023-03-23T19:48:27Z</dcterms:created>
  <dcterms:modified xsi:type="dcterms:W3CDTF">2023-07-10T13:16:08Z</dcterms:modified>
</cp:coreProperties>
</file>